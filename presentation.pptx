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embeddedFontLst>
    <p:embeddedFont>
      <p:font typeface="Barlow" panose="00000500000000000000" pitchFamily="2" charset="0"/>
      <p:regular r:id="rId8"/>
      <p:bold r:id="rId9"/>
      <p:italic r:id="rId10"/>
      <p:boldItalic r:id="rId11"/>
    </p:embeddedFont>
    <p:embeddedFont>
      <p:font typeface="Orbitron" panose="020B0604020202020204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0C39941-2BB4-4929-9499-8568E143BFA6}">
  <a:tblStyle styleId="{00C39941-2BB4-4929-9499-8568E143BF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1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a294430b73_0_18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a294430b73_0_18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gab13eb013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7" name="Google Shape;1617;gab13eb013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ga294430b73_0_17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3" name="Google Shape;1623;ga294430b73_0_17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1">
          <a:extLst>
            <a:ext uri="{FF2B5EF4-FFF2-40B4-BE49-F238E27FC236}">
              <a16:creationId xmlns:a16="http://schemas.microsoft.com/office/drawing/2014/main" id="{90D58BF8-D80F-FB72-C2D8-1B9D24FC9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ga294430b73_0_1794:notes">
            <a:extLst>
              <a:ext uri="{FF2B5EF4-FFF2-40B4-BE49-F238E27FC236}">
                <a16:creationId xmlns:a16="http://schemas.microsoft.com/office/drawing/2014/main" id="{C249749A-42CE-29C9-2C6E-12D22FA833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3" name="Google Shape;1623;ga294430b73_0_1794:notes">
            <a:extLst>
              <a:ext uri="{FF2B5EF4-FFF2-40B4-BE49-F238E27FC236}">
                <a16:creationId xmlns:a16="http://schemas.microsoft.com/office/drawing/2014/main" id="{4750451B-1B04-1A91-610C-C7ED1043D7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3863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1">
          <a:extLst>
            <a:ext uri="{FF2B5EF4-FFF2-40B4-BE49-F238E27FC236}">
              <a16:creationId xmlns:a16="http://schemas.microsoft.com/office/drawing/2014/main" id="{98F7EFAC-3310-FE85-E117-47259F4CA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ga294430b73_0_1794:notes">
            <a:extLst>
              <a:ext uri="{FF2B5EF4-FFF2-40B4-BE49-F238E27FC236}">
                <a16:creationId xmlns:a16="http://schemas.microsoft.com/office/drawing/2014/main" id="{A8C042E0-A195-3617-A1A0-A81F2E0BE1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3" name="Google Shape;1623;ga294430b73_0_1794:notes">
            <a:extLst>
              <a:ext uri="{FF2B5EF4-FFF2-40B4-BE49-F238E27FC236}">
                <a16:creationId xmlns:a16="http://schemas.microsoft.com/office/drawing/2014/main" id="{11215EE1-1714-2000-1C8B-834B950D62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5529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155916" y="1807140"/>
            <a:ext cx="6724498" cy="6724939"/>
            <a:chOff x="-2113750" y="596808"/>
            <a:chExt cx="9144000" cy="9144600"/>
          </a:xfrm>
        </p:grpSpPr>
        <p:sp>
          <p:nvSpPr>
            <p:cNvPr id="10" name="Google Shape;10;p2"/>
            <p:cNvSpPr/>
            <p:nvPr/>
          </p:nvSpPr>
          <p:spPr>
            <a:xfrm rot="10800000">
              <a:off x="-2113750" y="596808"/>
              <a:ext cx="9144000" cy="9144600"/>
            </a:xfrm>
            <a:prstGeom prst="pie">
              <a:avLst>
                <a:gd name="adj1" fmla="val 0"/>
                <a:gd name="adj2" fmla="val 10769643"/>
              </a:avLst>
            </a:prstGeom>
            <a:solidFill>
              <a:srgbClr val="0F494D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 rot="10800000">
              <a:off x="-436262" y="2274828"/>
              <a:ext cx="5789100" cy="5789100"/>
            </a:xfrm>
            <a:prstGeom prst="pie">
              <a:avLst>
                <a:gd name="adj1" fmla="val 0"/>
                <a:gd name="adj2" fmla="val 10769643"/>
              </a:avLst>
            </a:prstGeom>
            <a:solidFill>
              <a:srgbClr val="0F494D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-812875" y="1851643"/>
              <a:ext cx="6635400" cy="6635400"/>
            </a:xfrm>
            <a:prstGeom prst="pie">
              <a:avLst>
                <a:gd name="adj1" fmla="val 0"/>
                <a:gd name="adj2" fmla="val 10769643"/>
              </a:avLst>
            </a:prstGeom>
            <a:solidFill>
              <a:srgbClr val="0F494D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>
              <a:off x="-1272015" y="1439077"/>
              <a:ext cx="7460700" cy="7460700"/>
            </a:xfrm>
            <a:prstGeom prst="pie">
              <a:avLst>
                <a:gd name="adj1" fmla="val 0"/>
                <a:gd name="adj2" fmla="val 10769643"/>
              </a:avLst>
            </a:prstGeom>
            <a:solidFill>
              <a:srgbClr val="0F494D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-1669972" y="1040757"/>
              <a:ext cx="8256600" cy="8256900"/>
            </a:xfrm>
            <a:prstGeom prst="pie">
              <a:avLst>
                <a:gd name="adj1" fmla="val 0"/>
                <a:gd name="adj2" fmla="val 10769643"/>
              </a:avLst>
            </a:prstGeom>
            <a:solidFill>
              <a:srgbClr val="0F494D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4721335" y="615700"/>
            <a:ext cx="3709500" cy="286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4721250" y="3483100"/>
            <a:ext cx="3709500" cy="4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37" y="0"/>
            <a:ext cx="9139524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4"/>
          <p:cNvGrpSpPr/>
          <p:nvPr/>
        </p:nvGrpSpPr>
        <p:grpSpPr>
          <a:xfrm>
            <a:off x="0" y="1230541"/>
            <a:ext cx="9143899" cy="3912953"/>
            <a:chOff x="0" y="1737996"/>
            <a:chExt cx="9100218" cy="3405529"/>
          </a:xfrm>
        </p:grpSpPr>
        <p:sp>
          <p:nvSpPr>
            <p:cNvPr id="26" name="Google Shape;26;p4"/>
            <p:cNvSpPr/>
            <p:nvPr/>
          </p:nvSpPr>
          <p:spPr>
            <a:xfrm>
              <a:off x="0" y="1737996"/>
              <a:ext cx="9100218" cy="3405529"/>
            </a:xfrm>
            <a:custGeom>
              <a:avLst/>
              <a:gdLst/>
              <a:ahLst/>
              <a:cxnLst/>
              <a:rect l="l" t="t" r="r" b="b"/>
              <a:pathLst>
                <a:path w="172214" h="122457" extrusionOk="0">
                  <a:moveTo>
                    <a:pt x="83214" y="8452"/>
                  </a:moveTo>
                  <a:cubicBezTo>
                    <a:pt x="84502" y="8452"/>
                    <a:pt x="85749" y="9449"/>
                    <a:pt x="85749" y="10972"/>
                  </a:cubicBezTo>
                  <a:cubicBezTo>
                    <a:pt x="85804" y="12295"/>
                    <a:pt x="84757" y="13425"/>
                    <a:pt x="83434" y="13480"/>
                  </a:cubicBezTo>
                  <a:cubicBezTo>
                    <a:pt x="83367" y="13485"/>
                    <a:pt x="83300" y="13487"/>
                    <a:pt x="83235" y="13487"/>
                  </a:cubicBezTo>
                  <a:cubicBezTo>
                    <a:pt x="81073" y="13487"/>
                    <a:pt x="79897" y="10895"/>
                    <a:pt x="81395" y="9264"/>
                  </a:cubicBezTo>
                  <a:cubicBezTo>
                    <a:pt x="81910" y="8703"/>
                    <a:pt x="82567" y="8452"/>
                    <a:pt x="83214" y="8452"/>
                  </a:cubicBezTo>
                  <a:close/>
                  <a:moveTo>
                    <a:pt x="68114" y="6591"/>
                  </a:moveTo>
                  <a:cubicBezTo>
                    <a:pt x="73707" y="6591"/>
                    <a:pt x="78254" y="9980"/>
                    <a:pt x="78254" y="14141"/>
                  </a:cubicBezTo>
                  <a:cubicBezTo>
                    <a:pt x="78254" y="18302"/>
                    <a:pt x="73707" y="21663"/>
                    <a:pt x="68114" y="21663"/>
                  </a:cubicBezTo>
                  <a:cubicBezTo>
                    <a:pt x="62493" y="21663"/>
                    <a:pt x="57946" y="18302"/>
                    <a:pt x="57946" y="14141"/>
                  </a:cubicBezTo>
                  <a:cubicBezTo>
                    <a:pt x="57946" y="9980"/>
                    <a:pt x="62493" y="6591"/>
                    <a:pt x="68114" y="6591"/>
                  </a:cubicBezTo>
                  <a:close/>
                  <a:moveTo>
                    <a:pt x="152072" y="13480"/>
                  </a:moveTo>
                  <a:cubicBezTo>
                    <a:pt x="158933" y="13480"/>
                    <a:pt x="164471" y="15298"/>
                    <a:pt x="164471" y="17558"/>
                  </a:cubicBezTo>
                  <a:cubicBezTo>
                    <a:pt x="164471" y="19817"/>
                    <a:pt x="158933" y="21663"/>
                    <a:pt x="152072" y="21663"/>
                  </a:cubicBezTo>
                  <a:cubicBezTo>
                    <a:pt x="145238" y="21663"/>
                    <a:pt x="139672" y="19817"/>
                    <a:pt x="139672" y="17558"/>
                  </a:cubicBezTo>
                  <a:cubicBezTo>
                    <a:pt x="139672" y="15298"/>
                    <a:pt x="145238" y="13480"/>
                    <a:pt x="152072" y="13480"/>
                  </a:cubicBezTo>
                  <a:close/>
                  <a:moveTo>
                    <a:pt x="68389" y="0"/>
                  </a:moveTo>
                  <a:cubicBezTo>
                    <a:pt x="66007" y="0"/>
                    <a:pt x="63626" y="292"/>
                    <a:pt x="61308" y="888"/>
                  </a:cubicBezTo>
                  <a:cubicBezTo>
                    <a:pt x="52243" y="3230"/>
                    <a:pt x="44665" y="9815"/>
                    <a:pt x="36096" y="13755"/>
                  </a:cubicBezTo>
                  <a:cubicBezTo>
                    <a:pt x="30013" y="16564"/>
                    <a:pt x="23888" y="17746"/>
                    <a:pt x="17722" y="17746"/>
                  </a:cubicBezTo>
                  <a:cubicBezTo>
                    <a:pt x="11850" y="17746"/>
                    <a:pt x="5941" y="16674"/>
                    <a:pt x="0" y="14913"/>
                  </a:cubicBezTo>
                  <a:lnTo>
                    <a:pt x="0" y="122457"/>
                  </a:lnTo>
                  <a:lnTo>
                    <a:pt x="172214" y="122457"/>
                  </a:lnTo>
                  <a:lnTo>
                    <a:pt x="172214" y="11441"/>
                  </a:lnTo>
                  <a:cubicBezTo>
                    <a:pt x="165763" y="9835"/>
                    <a:pt x="159205" y="8740"/>
                    <a:pt x="152593" y="8740"/>
                  </a:cubicBezTo>
                  <a:cubicBezTo>
                    <a:pt x="152511" y="8740"/>
                    <a:pt x="152429" y="8740"/>
                    <a:pt x="152347" y="8741"/>
                  </a:cubicBezTo>
                  <a:cubicBezTo>
                    <a:pt x="139176" y="8796"/>
                    <a:pt x="126364" y="13067"/>
                    <a:pt x="113386" y="15298"/>
                  </a:cubicBezTo>
                  <a:cubicBezTo>
                    <a:pt x="110831" y="15729"/>
                    <a:pt x="108206" y="16071"/>
                    <a:pt x="105621" y="16071"/>
                  </a:cubicBezTo>
                  <a:cubicBezTo>
                    <a:pt x="102574" y="16071"/>
                    <a:pt x="99583" y="15595"/>
                    <a:pt x="96825" y="14224"/>
                  </a:cubicBezTo>
                  <a:cubicBezTo>
                    <a:pt x="93051" y="12323"/>
                    <a:pt x="90130" y="8961"/>
                    <a:pt x="86768" y="6316"/>
                  </a:cubicBezTo>
                  <a:cubicBezTo>
                    <a:pt x="81477" y="2196"/>
                    <a:pt x="74927" y="0"/>
                    <a:pt x="68389" y="0"/>
                  </a:cubicBezTo>
                  <a:close/>
                </a:path>
              </a:pathLst>
            </a:custGeom>
            <a:solidFill>
              <a:srgbClr val="0F494D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1427" y="2726829"/>
              <a:ext cx="9098792" cy="2416689"/>
            </a:xfrm>
            <a:custGeom>
              <a:avLst/>
              <a:gdLst/>
              <a:ahLst/>
              <a:cxnLst/>
              <a:rect l="l" t="t" r="r" b="b"/>
              <a:pathLst>
                <a:path w="172187" h="86900" extrusionOk="0">
                  <a:moveTo>
                    <a:pt x="94157" y="1"/>
                  </a:moveTo>
                  <a:cubicBezTo>
                    <a:pt x="91210" y="1"/>
                    <a:pt x="88097" y="334"/>
                    <a:pt x="85749" y="820"/>
                  </a:cubicBezTo>
                  <a:cubicBezTo>
                    <a:pt x="77511" y="2474"/>
                    <a:pt x="71283" y="4733"/>
                    <a:pt x="63182" y="6937"/>
                  </a:cubicBezTo>
                  <a:cubicBezTo>
                    <a:pt x="55081" y="9142"/>
                    <a:pt x="46870" y="11677"/>
                    <a:pt x="38411" y="11952"/>
                  </a:cubicBezTo>
                  <a:cubicBezTo>
                    <a:pt x="29291" y="11952"/>
                    <a:pt x="20721" y="10051"/>
                    <a:pt x="12180" y="6882"/>
                  </a:cubicBezTo>
                  <a:cubicBezTo>
                    <a:pt x="8157" y="5394"/>
                    <a:pt x="4106" y="2942"/>
                    <a:pt x="1" y="1702"/>
                  </a:cubicBezTo>
                  <a:lnTo>
                    <a:pt x="1" y="86900"/>
                  </a:lnTo>
                  <a:lnTo>
                    <a:pt x="172187" y="86900"/>
                  </a:lnTo>
                  <a:lnTo>
                    <a:pt x="172187" y="4403"/>
                  </a:lnTo>
                  <a:cubicBezTo>
                    <a:pt x="166621" y="6221"/>
                    <a:pt x="161110" y="9610"/>
                    <a:pt x="155654" y="11870"/>
                  </a:cubicBezTo>
                  <a:cubicBezTo>
                    <a:pt x="150123" y="14161"/>
                    <a:pt x="144147" y="15287"/>
                    <a:pt x="138167" y="15287"/>
                  </a:cubicBezTo>
                  <a:cubicBezTo>
                    <a:pt x="129401" y="15287"/>
                    <a:pt x="120624" y="12867"/>
                    <a:pt x="113221" y="8150"/>
                  </a:cubicBezTo>
                  <a:cubicBezTo>
                    <a:pt x="108729" y="5284"/>
                    <a:pt x="104569" y="1564"/>
                    <a:pt x="99389" y="462"/>
                  </a:cubicBezTo>
                  <a:cubicBezTo>
                    <a:pt x="97879" y="139"/>
                    <a:pt x="96052" y="1"/>
                    <a:pt x="94157" y="1"/>
                  </a:cubicBezTo>
                  <a:close/>
                </a:path>
              </a:pathLst>
            </a:custGeom>
            <a:solidFill>
              <a:srgbClr val="0F494D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39" y="0"/>
            <a:ext cx="9141126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713225" y="1246950"/>
            <a:ext cx="7717500" cy="3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1" name="Google Shape;991;p13"/>
          <p:cNvGrpSpPr/>
          <p:nvPr/>
        </p:nvGrpSpPr>
        <p:grpSpPr>
          <a:xfrm>
            <a:off x="50" y="377672"/>
            <a:ext cx="9143899" cy="4765829"/>
            <a:chOff x="0" y="995725"/>
            <a:chExt cx="9100218" cy="4147806"/>
          </a:xfrm>
        </p:grpSpPr>
        <p:sp>
          <p:nvSpPr>
            <p:cNvPr id="992" name="Google Shape;992;p13"/>
            <p:cNvSpPr/>
            <p:nvPr/>
          </p:nvSpPr>
          <p:spPr>
            <a:xfrm>
              <a:off x="0" y="995725"/>
              <a:ext cx="9100218" cy="4147806"/>
            </a:xfrm>
            <a:custGeom>
              <a:avLst/>
              <a:gdLst/>
              <a:ahLst/>
              <a:cxnLst/>
              <a:rect l="l" t="t" r="r" b="b"/>
              <a:pathLst>
                <a:path w="172214" h="149148" extrusionOk="0">
                  <a:moveTo>
                    <a:pt x="59597" y="0"/>
                  </a:moveTo>
                  <a:cubicBezTo>
                    <a:pt x="53773" y="0"/>
                    <a:pt x="47747" y="958"/>
                    <a:pt x="42599" y="2532"/>
                  </a:cubicBezTo>
                  <a:cubicBezTo>
                    <a:pt x="32321" y="5673"/>
                    <a:pt x="24358" y="10798"/>
                    <a:pt x="15403" y="15097"/>
                  </a:cubicBezTo>
                  <a:cubicBezTo>
                    <a:pt x="11435" y="16998"/>
                    <a:pt x="6723" y="18844"/>
                    <a:pt x="1626" y="19450"/>
                  </a:cubicBezTo>
                  <a:cubicBezTo>
                    <a:pt x="1350" y="19478"/>
                    <a:pt x="1075" y="19491"/>
                    <a:pt x="803" y="19491"/>
                  </a:cubicBezTo>
                  <a:cubicBezTo>
                    <a:pt x="530" y="19491"/>
                    <a:pt x="262" y="19478"/>
                    <a:pt x="0" y="19450"/>
                  </a:cubicBezTo>
                  <a:lnTo>
                    <a:pt x="0" y="149148"/>
                  </a:lnTo>
                  <a:lnTo>
                    <a:pt x="172214" y="149148"/>
                  </a:lnTo>
                  <a:lnTo>
                    <a:pt x="172214" y="13416"/>
                  </a:lnTo>
                  <a:cubicBezTo>
                    <a:pt x="165208" y="12298"/>
                    <a:pt x="158041" y="11441"/>
                    <a:pt x="151041" y="11441"/>
                  </a:cubicBezTo>
                  <a:cubicBezTo>
                    <a:pt x="145788" y="11441"/>
                    <a:pt x="140630" y="11924"/>
                    <a:pt x="135704" y="13140"/>
                  </a:cubicBezTo>
                  <a:cubicBezTo>
                    <a:pt x="128954" y="14793"/>
                    <a:pt x="123195" y="17714"/>
                    <a:pt x="116196" y="18982"/>
                  </a:cubicBezTo>
                  <a:cubicBezTo>
                    <a:pt x="113783" y="19421"/>
                    <a:pt x="111262" y="19633"/>
                    <a:pt x="108736" y="19633"/>
                  </a:cubicBezTo>
                  <a:cubicBezTo>
                    <a:pt x="101281" y="19633"/>
                    <a:pt x="93781" y="17790"/>
                    <a:pt x="88862" y="14518"/>
                  </a:cubicBezTo>
                  <a:cubicBezTo>
                    <a:pt x="83655" y="11046"/>
                    <a:pt x="81285" y="6252"/>
                    <a:pt x="75333" y="3193"/>
                  </a:cubicBezTo>
                  <a:cubicBezTo>
                    <a:pt x="71001" y="951"/>
                    <a:pt x="65399" y="0"/>
                    <a:pt x="59597" y="0"/>
                  </a:cubicBezTo>
                  <a:close/>
                </a:path>
              </a:pathLst>
            </a:custGeom>
            <a:solidFill>
              <a:srgbClr val="0F494D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0" y="1737996"/>
              <a:ext cx="9100218" cy="3405529"/>
            </a:xfrm>
            <a:custGeom>
              <a:avLst/>
              <a:gdLst/>
              <a:ahLst/>
              <a:cxnLst/>
              <a:rect l="l" t="t" r="r" b="b"/>
              <a:pathLst>
                <a:path w="172214" h="122457" extrusionOk="0">
                  <a:moveTo>
                    <a:pt x="83214" y="8452"/>
                  </a:moveTo>
                  <a:cubicBezTo>
                    <a:pt x="84502" y="8452"/>
                    <a:pt x="85749" y="9449"/>
                    <a:pt x="85749" y="10972"/>
                  </a:cubicBezTo>
                  <a:cubicBezTo>
                    <a:pt x="85804" y="12295"/>
                    <a:pt x="84757" y="13425"/>
                    <a:pt x="83434" y="13480"/>
                  </a:cubicBezTo>
                  <a:cubicBezTo>
                    <a:pt x="83367" y="13485"/>
                    <a:pt x="83300" y="13487"/>
                    <a:pt x="83235" y="13487"/>
                  </a:cubicBezTo>
                  <a:cubicBezTo>
                    <a:pt x="81073" y="13487"/>
                    <a:pt x="79897" y="10895"/>
                    <a:pt x="81395" y="9264"/>
                  </a:cubicBezTo>
                  <a:cubicBezTo>
                    <a:pt x="81910" y="8703"/>
                    <a:pt x="82567" y="8452"/>
                    <a:pt x="83214" y="8452"/>
                  </a:cubicBezTo>
                  <a:close/>
                  <a:moveTo>
                    <a:pt x="68114" y="6591"/>
                  </a:moveTo>
                  <a:cubicBezTo>
                    <a:pt x="73707" y="6591"/>
                    <a:pt x="78254" y="9980"/>
                    <a:pt x="78254" y="14141"/>
                  </a:cubicBezTo>
                  <a:cubicBezTo>
                    <a:pt x="78254" y="18302"/>
                    <a:pt x="73707" y="21663"/>
                    <a:pt x="68114" y="21663"/>
                  </a:cubicBezTo>
                  <a:cubicBezTo>
                    <a:pt x="62493" y="21663"/>
                    <a:pt x="57946" y="18302"/>
                    <a:pt x="57946" y="14141"/>
                  </a:cubicBezTo>
                  <a:cubicBezTo>
                    <a:pt x="57946" y="9980"/>
                    <a:pt x="62493" y="6591"/>
                    <a:pt x="68114" y="6591"/>
                  </a:cubicBezTo>
                  <a:close/>
                  <a:moveTo>
                    <a:pt x="152072" y="13480"/>
                  </a:moveTo>
                  <a:cubicBezTo>
                    <a:pt x="158933" y="13480"/>
                    <a:pt x="164471" y="15298"/>
                    <a:pt x="164471" y="17558"/>
                  </a:cubicBezTo>
                  <a:cubicBezTo>
                    <a:pt x="164471" y="19817"/>
                    <a:pt x="158933" y="21663"/>
                    <a:pt x="152072" y="21663"/>
                  </a:cubicBezTo>
                  <a:cubicBezTo>
                    <a:pt x="145238" y="21663"/>
                    <a:pt x="139672" y="19817"/>
                    <a:pt x="139672" y="17558"/>
                  </a:cubicBezTo>
                  <a:cubicBezTo>
                    <a:pt x="139672" y="15298"/>
                    <a:pt x="145238" y="13480"/>
                    <a:pt x="152072" y="13480"/>
                  </a:cubicBezTo>
                  <a:close/>
                  <a:moveTo>
                    <a:pt x="68389" y="0"/>
                  </a:moveTo>
                  <a:cubicBezTo>
                    <a:pt x="66007" y="0"/>
                    <a:pt x="63626" y="292"/>
                    <a:pt x="61308" y="888"/>
                  </a:cubicBezTo>
                  <a:cubicBezTo>
                    <a:pt x="52243" y="3230"/>
                    <a:pt x="44665" y="9815"/>
                    <a:pt x="36096" y="13755"/>
                  </a:cubicBezTo>
                  <a:cubicBezTo>
                    <a:pt x="30013" y="16564"/>
                    <a:pt x="23888" y="17746"/>
                    <a:pt x="17722" y="17746"/>
                  </a:cubicBezTo>
                  <a:cubicBezTo>
                    <a:pt x="11850" y="17746"/>
                    <a:pt x="5941" y="16674"/>
                    <a:pt x="0" y="14913"/>
                  </a:cubicBezTo>
                  <a:lnTo>
                    <a:pt x="0" y="122457"/>
                  </a:lnTo>
                  <a:lnTo>
                    <a:pt x="172214" y="122457"/>
                  </a:lnTo>
                  <a:lnTo>
                    <a:pt x="172214" y="11441"/>
                  </a:lnTo>
                  <a:cubicBezTo>
                    <a:pt x="165763" y="9835"/>
                    <a:pt x="159205" y="8740"/>
                    <a:pt x="152593" y="8740"/>
                  </a:cubicBezTo>
                  <a:cubicBezTo>
                    <a:pt x="152511" y="8740"/>
                    <a:pt x="152429" y="8740"/>
                    <a:pt x="152347" y="8741"/>
                  </a:cubicBezTo>
                  <a:cubicBezTo>
                    <a:pt x="139176" y="8796"/>
                    <a:pt x="126364" y="13067"/>
                    <a:pt x="113386" y="15298"/>
                  </a:cubicBezTo>
                  <a:cubicBezTo>
                    <a:pt x="110831" y="15729"/>
                    <a:pt x="108206" y="16071"/>
                    <a:pt x="105621" y="16071"/>
                  </a:cubicBezTo>
                  <a:cubicBezTo>
                    <a:pt x="102574" y="16071"/>
                    <a:pt x="99583" y="15595"/>
                    <a:pt x="96825" y="14224"/>
                  </a:cubicBezTo>
                  <a:cubicBezTo>
                    <a:pt x="93051" y="12323"/>
                    <a:pt x="90130" y="8961"/>
                    <a:pt x="86768" y="6316"/>
                  </a:cubicBezTo>
                  <a:cubicBezTo>
                    <a:pt x="81477" y="2196"/>
                    <a:pt x="74927" y="0"/>
                    <a:pt x="68389" y="0"/>
                  </a:cubicBezTo>
                  <a:close/>
                </a:path>
              </a:pathLst>
            </a:custGeom>
            <a:solidFill>
              <a:srgbClr val="0F494D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4" name="Google Shape;994;p1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95" name="Google Shape;995;p13"/>
          <p:cNvSpPr txBox="1">
            <a:spLocks noGrp="1"/>
          </p:cNvSpPr>
          <p:nvPr>
            <p:ph type="title" idx="2"/>
          </p:nvPr>
        </p:nvSpPr>
        <p:spPr>
          <a:xfrm>
            <a:off x="713250" y="1865500"/>
            <a:ext cx="2829000" cy="6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996" name="Google Shape;996;p13"/>
          <p:cNvSpPr txBox="1">
            <a:spLocks noGrp="1"/>
          </p:cNvSpPr>
          <p:nvPr>
            <p:ph type="subTitle" idx="1"/>
          </p:nvPr>
        </p:nvSpPr>
        <p:spPr>
          <a:xfrm>
            <a:off x="713250" y="2225549"/>
            <a:ext cx="2829000" cy="6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97" name="Google Shape;997;p13"/>
          <p:cNvSpPr txBox="1">
            <a:spLocks noGrp="1"/>
          </p:cNvSpPr>
          <p:nvPr>
            <p:ph type="title" idx="3" hasCustomPrompt="1"/>
          </p:nvPr>
        </p:nvSpPr>
        <p:spPr>
          <a:xfrm>
            <a:off x="1514900" y="1359870"/>
            <a:ext cx="122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98" name="Google Shape;998;p13"/>
          <p:cNvSpPr txBox="1">
            <a:spLocks noGrp="1"/>
          </p:cNvSpPr>
          <p:nvPr>
            <p:ph type="title" idx="4"/>
          </p:nvPr>
        </p:nvSpPr>
        <p:spPr>
          <a:xfrm>
            <a:off x="4155560" y="1865500"/>
            <a:ext cx="2829000" cy="6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999" name="Google Shape;999;p13"/>
          <p:cNvSpPr txBox="1">
            <a:spLocks noGrp="1"/>
          </p:cNvSpPr>
          <p:nvPr>
            <p:ph type="subTitle" idx="5"/>
          </p:nvPr>
        </p:nvSpPr>
        <p:spPr>
          <a:xfrm>
            <a:off x="4155555" y="2225549"/>
            <a:ext cx="2829000" cy="6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00" name="Google Shape;1000;p13"/>
          <p:cNvSpPr txBox="1">
            <a:spLocks noGrp="1"/>
          </p:cNvSpPr>
          <p:nvPr>
            <p:ph type="title" idx="6" hasCustomPrompt="1"/>
          </p:nvPr>
        </p:nvSpPr>
        <p:spPr>
          <a:xfrm>
            <a:off x="4957221" y="1359870"/>
            <a:ext cx="122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1" name="Google Shape;1001;p13"/>
          <p:cNvSpPr txBox="1">
            <a:spLocks noGrp="1"/>
          </p:cNvSpPr>
          <p:nvPr>
            <p:ph type="title" idx="7"/>
          </p:nvPr>
        </p:nvSpPr>
        <p:spPr>
          <a:xfrm>
            <a:off x="2159427" y="3537675"/>
            <a:ext cx="2829000" cy="6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002" name="Google Shape;1002;p13"/>
          <p:cNvSpPr txBox="1">
            <a:spLocks noGrp="1"/>
          </p:cNvSpPr>
          <p:nvPr>
            <p:ph type="subTitle" idx="8"/>
          </p:nvPr>
        </p:nvSpPr>
        <p:spPr>
          <a:xfrm>
            <a:off x="2159425" y="3914300"/>
            <a:ext cx="2829000" cy="6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03" name="Google Shape;1003;p13"/>
          <p:cNvSpPr txBox="1">
            <a:spLocks noGrp="1"/>
          </p:cNvSpPr>
          <p:nvPr>
            <p:ph type="title" idx="9" hasCustomPrompt="1"/>
          </p:nvPr>
        </p:nvSpPr>
        <p:spPr>
          <a:xfrm>
            <a:off x="2961075" y="3040327"/>
            <a:ext cx="122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4" name="Google Shape;1004;p13"/>
          <p:cNvSpPr txBox="1">
            <a:spLocks noGrp="1"/>
          </p:cNvSpPr>
          <p:nvPr>
            <p:ph type="title" idx="13"/>
          </p:nvPr>
        </p:nvSpPr>
        <p:spPr>
          <a:xfrm>
            <a:off x="5601738" y="3537675"/>
            <a:ext cx="2829000" cy="6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005" name="Google Shape;1005;p13"/>
          <p:cNvSpPr txBox="1">
            <a:spLocks noGrp="1"/>
          </p:cNvSpPr>
          <p:nvPr>
            <p:ph type="subTitle" idx="14"/>
          </p:nvPr>
        </p:nvSpPr>
        <p:spPr>
          <a:xfrm>
            <a:off x="5601625" y="3914300"/>
            <a:ext cx="2829000" cy="6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06" name="Google Shape;1006;p13"/>
          <p:cNvSpPr txBox="1">
            <a:spLocks noGrp="1"/>
          </p:cNvSpPr>
          <p:nvPr>
            <p:ph type="title" idx="15" hasCustomPrompt="1"/>
          </p:nvPr>
        </p:nvSpPr>
        <p:spPr>
          <a:xfrm>
            <a:off x="6403396" y="3040327"/>
            <a:ext cx="122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pic>
        <p:nvPicPr>
          <p:cNvPr id="1007" name="Google Shape;1007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439" y="0"/>
            <a:ext cx="9141126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1"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1_1"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7" name="Google Shape;1187;p33"/>
          <p:cNvGrpSpPr/>
          <p:nvPr/>
        </p:nvGrpSpPr>
        <p:grpSpPr>
          <a:xfrm>
            <a:off x="0" y="1230541"/>
            <a:ext cx="9143899" cy="3912953"/>
            <a:chOff x="0" y="1737996"/>
            <a:chExt cx="9100218" cy="3405529"/>
          </a:xfrm>
        </p:grpSpPr>
        <p:sp>
          <p:nvSpPr>
            <p:cNvPr id="1188" name="Google Shape;1188;p33"/>
            <p:cNvSpPr/>
            <p:nvPr/>
          </p:nvSpPr>
          <p:spPr>
            <a:xfrm>
              <a:off x="0" y="1737996"/>
              <a:ext cx="9100218" cy="3405529"/>
            </a:xfrm>
            <a:custGeom>
              <a:avLst/>
              <a:gdLst/>
              <a:ahLst/>
              <a:cxnLst/>
              <a:rect l="l" t="t" r="r" b="b"/>
              <a:pathLst>
                <a:path w="172214" h="122457" extrusionOk="0">
                  <a:moveTo>
                    <a:pt x="83214" y="8452"/>
                  </a:moveTo>
                  <a:cubicBezTo>
                    <a:pt x="84502" y="8452"/>
                    <a:pt x="85749" y="9449"/>
                    <a:pt x="85749" y="10972"/>
                  </a:cubicBezTo>
                  <a:cubicBezTo>
                    <a:pt x="85804" y="12295"/>
                    <a:pt x="84757" y="13425"/>
                    <a:pt x="83434" y="13480"/>
                  </a:cubicBezTo>
                  <a:cubicBezTo>
                    <a:pt x="83367" y="13485"/>
                    <a:pt x="83300" y="13487"/>
                    <a:pt x="83235" y="13487"/>
                  </a:cubicBezTo>
                  <a:cubicBezTo>
                    <a:pt x="81073" y="13487"/>
                    <a:pt x="79897" y="10895"/>
                    <a:pt x="81395" y="9264"/>
                  </a:cubicBezTo>
                  <a:cubicBezTo>
                    <a:pt x="81910" y="8703"/>
                    <a:pt x="82567" y="8452"/>
                    <a:pt x="83214" y="8452"/>
                  </a:cubicBezTo>
                  <a:close/>
                  <a:moveTo>
                    <a:pt x="68114" y="6591"/>
                  </a:moveTo>
                  <a:cubicBezTo>
                    <a:pt x="73707" y="6591"/>
                    <a:pt x="78254" y="9980"/>
                    <a:pt x="78254" y="14141"/>
                  </a:cubicBezTo>
                  <a:cubicBezTo>
                    <a:pt x="78254" y="18302"/>
                    <a:pt x="73707" y="21663"/>
                    <a:pt x="68114" y="21663"/>
                  </a:cubicBezTo>
                  <a:cubicBezTo>
                    <a:pt x="62493" y="21663"/>
                    <a:pt x="57946" y="18302"/>
                    <a:pt x="57946" y="14141"/>
                  </a:cubicBezTo>
                  <a:cubicBezTo>
                    <a:pt x="57946" y="9980"/>
                    <a:pt x="62493" y="6591"/>
                    <a:pt x="68114" y="6591"/>
                  </a:cubicBezTo>
                  <a:close/>
                  <a:moveTo>
                    <a:pt x="152072" y="13480"/>
                  </a:moveTo>
                  <a:cubicBezTo>
                    <a:pt x="158933" y="13480"/>
                    <a:pt x="164471" y="15298"/>
                    <a:pt x="164471" y="17558"/>
                  </a:cubicBezTo>
                  <a:cubicBezTo>
                    <a:pt x="164471" y="19817"/>
                    <a:pt x="158933" y="21663"/>
                    <a:pt x="152072" y="21663"/>
                  </a:cubicBezTo>
                  <a:cubicBezTo>
                    <a:pt x="145238" y="21663"/>
                    <a:pt x="139672" y="19817"/>
                    <a:pt x="139672" y="17558"/>
                  </a:cubicBezTo>
                  <a:cubicBezTo>
                    <a:pt x="139672" y="15298"/>
                    <a:pt x="145238" y="13480"/>
                    <a:pt x="152072" y="13480"/>
                  </a:cubicBezTo>
                  <a:close/>
                  <a:moveTo>
                    <a:pt x="68389" y="0"/>
                  </a:moveTo>
                  <a:cubicBezTo>
                    <a:pt x="66007" y="0"/>
                    <a:pt x="63626" y="292"/>
                    <a:pt x="61308" y="888"/>
                  </a:cubicBezTo>
                  <a:cubicBezTo>
                    <a:pt x="52243" y="3230"/>
                    <a:pt x="44665" y="9815"/>
                    <a:pt x="36096" y="13755"/>
                  </a:cubicBezTo>
                  <a:cubicBezTo>
                    <a:pt x="30013" y="16564"/>
                    <a:pt x="23888" y="17746"/>
                    <a:pt x="17722" y="17746"/>
                  </a:cubicBezTo>
                  <a:cubicBezTo>
                    <a:pt x="11850" y="17746"/>
                    <a:pt x="5941" y="16674"/>
                    <a:pt x="0" y="14913"/>
                  </a:cubicBezTo>
                  <a:lnTo>
                    <a:pt x="0" y="122457"/>
                  </a:lnTo>
                  <a:lnTo>
                    <a:pt x="172214" y="122457"/>
                  </a:lnTo>
                  <a:lnTo>
                    <a:pt x="172214" y="11441"/>
                  </a:lnTo>
                  <a:cubicBezTo>
                    <a:pt x="165763" y="9835"/>
                    <a:pt x="159205" y="8740"/>
                    <a:pt x="152593" y="8740"/>
                  </a:cubicBezTo>
                  <a:cubicBezTo>
                    <a:pt x="152511" y="8740"/>
                    <a:pt x="152429" y="8740"/>
                    <a:pt x="152347" y="8741"/>
                  </a:cubicBezTo>
                  <a:cubicBezTo>
                    <a:pt x="139176" y="8796"/>
                    <a:pt x="126364" y="13067"/>
                    <a:pt x="113386" y="15298"/>
                  </a:cubicBezTo>
                  <a:cubicBezTo>
                    <a:pt x="110831" y="15729"/>
                    <a:pt x="108206" y="16071"/>
                    <a:pt x="105621" y="16071"/>
                  </a:cubicBezTo>
                  <a:cubicBezTo>
                    <a:pt x="102574" y="16071"/>
                    <a:pt x="99583" y="15595"/>
                    <a:pt x="96825" y="14224"/>
                  </a:cubicBezTo>
                  <a:cubicBezTo>
                    <a:pt x="93051" y="12323"/>
                    <a:pt x="90130" y="8961"/>
                    <a:pt x="86768" y="6316"/>
                  </a:cubicBezTo>
                  <a:cubicBezTo>
                    <a:pt x="81477" y="2196"/>
                    <a:pt x="74927" y="0"/>
                    <a:pt x="68389" y="0"/>
                  </a:cubicBezTo>
                  <a:close/>
                </a:path>
              </a:pathLst>
            </a:custGeom>
            <a:solidFill>
              <a:srgbClr val="0F494D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33"/>
            <p:cNvSpPr/>
            <p:nvPr/>
          </p:nvSpPr>
          <p:spPr>
            <a:xfrm>
              <a:off x="1427" y="2726829"/>
              <a:ext cx="9098792" cy="2416689"/>
            </a:xfrm>
            <a:custGeom>
              <a:avLst/>
              <a:gdLst/>
              <a:ahLst/>
              <a:cxnLst/>
              <a:rect l="l" t="t" r="r" b="b"/>
              <a:pathLst>
                <a:path w="172187" h="86900" extrusionOk="0">
                  <a:moveTo>
                    <a:pt x="94157" y="1"/>
                  </a:moveTo>
                  <a:cubicBezTo>
                    <a:pt x="91210" y="1"/>
                    <a:pt x="88097" y="334"/>
                    <a:pt x="85749" y="820"/>
                  </a:cubicBezTo>
                  <a:cubicBezTo>
                    <a:pt x="77511" y="2474"/>
                    <a:pt x="71283" y="4733"/>
                    <a:pt x="63182" y="6937"/>
                  </a:cubicBezTo>
                  <a:cubicBezTo>
                    <a:pt x="55081" y="9142"/>
                    <a:pt x="46870" y="11677"/>
                    <a:pt x="38411" y="11952"/>
                  </a:cubicBezTo>
                  <a:cubicBezTo>
                    <a:pt x="29291" y="11952"/>
                    <a:pt x="20721" y="10051"/>
                    <a:pt x="12180" y="6882"/>
                  </a:cubicBezTo>
                  <a:cubicBezTo>
                    <a:pt x="8157" y="5394"/>
                    <a:pt x="4106" y="2942"/>
                    <a:pt x="1" y="1702"/>
                  </a:cubicBezTo>
                  <a:lnTo>
                    <a:pt x="1" y="86900"/>
                  </a:lnTo>
                  <a:lnTo>
                    <a:pt x="172187" y="86900"/>
                  </a:lnTo>
                  <a:lnTo>
                    <a:pt x="172187" y="4403"/>
                  </a:lnTo>
                  <a:cubicBezTo>
                    <a:pt x="166621" y="6221"/>
                    <a:pt x="161110" y="9610"/>
                    <a:pt x="155654" y="11870"/>
                  </a:cubicBezTo>
                  <a:cubicBezTo>
                    <a:pt x="150123" y="14161"/>
                    <a:pt x="144147" y="15287"/>
                    <a:pt x="138167" y="15287"/>
                  </a:cubicBezTo>
                  <a:cubicBezTo>
                    <a:pt x="129401" y="15287"/>
                    <a:pt x="120624" y="12867"/>
                    <a:pt x="113221" y="8150"/>
                  </a:cubicBezTo>
                  <a:cubicBezTo>
                    <a:pt x="108729" y="5284"/>
                    <a:pt x="104569" y="1564"/>
                    <a:pt x="99389" y="462"/>
                  </a:cubicBezTo>
                  <a:cubicBezTo>
                    <a:pt x="97879" y="139"/>
                    <a:pt x="96052" y="1"/>
                    <a:pt x="94157" y="1"/>
                  </a:cubicBezTo>
                  <a:close/>
                </a:path>
              </a:pathLst>
            </a:custGeom>
            <a:solidFill>
              <a:srgbClr val="0F494D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90" name="Google Shape;1190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2400" y="152400"/>
            <a:ext cx="8839198" cy="3055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1_1_1">
    <p:spTree>
      <p:nvGrpSpPr>
        <p:cNvPr id="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34"/>
          <p:cNvSpPr/>
          <p:nvPr/>
        </p:nvSpPr>
        <p:spPr>
          <a:xfrm>
            <a:off x="0" y="1795724"/>
            <a:ext cx="9143702" cy="3347627"/>
          </a:xfrm>
          <a:custGeom>
            <a:avLst/>
            <a:gdLst/>
            <a:ahLst/>
            <a:cxnLst/>
            <a:rect l="l" t="t" r="r" b="b"/>
            <a:pathLst>
              <a:path w="172214" h="149148" extrusionOk="0">
                <a:moveTo>
                  <a:pt x="59597" y="0"/>
                </a:moveTo>
                <a:cubicBezTo>
                  <a:pt x="53773" y="0"/>
                  <a:pt x="47747" y="958"/>
                  <a:pt x="42599" y="2532"/>
                </a:cubicBezTo>
                <a:cubicBezTo>
                  <a:pt x="32321" y="5673"/>
                  <a:pt x="24358" y="10798"/>
                  <a:pt x="15403" y="15097"/>
                </a:cubicBezTo>
                <a:cubicBezTo>
                  <a:pt x="11435" y="16998"/>
                  <a:pt x="6723" y="18844"/>
                  <a:pt x="1626" y="19450"/>
                </a:cubicBezTo>
                <a:cubicBezTo>
                  <a:pt x="1350" y="19478"/>
                  <a:pt x="1075" y="19491"/>
                  <a:pt x="803" y="19491"/>
                </a:cubicBezTo>
                <a:cubicBezTo>
                  <a:pt x="530" y="19491"/>
                  <a:pt x="262" y="19478"/>
                  <a:pt x="0" y="19450"/>
                </a:cubicBezTo>
                <a:lnTo>
                  <a:pt x="0" y="149148"/>
                </a:lnTo>
                <a:lnTo>
                  <a:pt x="172214" y="149148"/>
                </a:lnTo>
                <a:lnTo>
                  <a:pt x="172214" y="13416"/>
                </a:lnTo>
                <a:cubicBezTo>
                  <a:pt x="165208" y="12298"/>
                  <a:pt x="158041" y="11441"/>
                  <a:pt x="151041" y="11441"/>
                </a:cubicBezTo>
                <a:cubicBezTo>
                  <a:pt x="145788" y="11441"/>
                  <a:pt x="140630" y="11924"/>
                  <a:pt x="135704" y="13140"/>
                </a:cubicBezTo>
                <a:cubicBezTo>
                  <a:pt x="128954" y="14793"/>
                  <a:pt x="123195" y="17714"/>
                  <a:pt x="116196" y="18982"/>
                </a:cubicBezTo>
                <a:cubicBezTo>
                  <a:pt x="113783" y="19421"/>
                  <a:pt x="111262" y="19633"/>
                  <a:pt x="108736" y="19633"/>
                </a:cubicBezTo>
                <a:cubicBezTo>
                  <a:pt x="101281" y="19633"/>
                  <a:pt x="93781" y="17790"/>
                  <a:pt x="88862" y="14518"/>
                </a:cubicBezTo>
                <a:cubicBezTo>
                  <a:pt x="83655" y="11046"/>
                  <a:pt x="81285" y="6252"/>
                  <a:pt x="75333" y="3193"/>
                </a:cubicBezTo>
                <a:cubicBezTo>
                  <a:pt x="71001" y="951"/>
                  <a:pt x="65399" y="0"/>
                  <a:pt x="59597" y="0"/>
                </a:cubicBezTo>
                <a:close/>
              </a:path>
            </a:pathLst>
          </a:custGeom>
          <a:solidFill>
            <a:srgbClr val="0F494D">
              <a:alpha val="58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93" name="Google Shape;1193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16575" y="152400"/>
            <a:ext cx="447937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11_1_1_1"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35"/>
          <p:cNvSpPr/>
          <p:nvPr/>
        </p:nvSpPr>
        <p:spPr>
          <a:xfrm rot="10800000">
            <a:off x="0" y="-1"/>
            <a:ext cx="9143702" cy="3347627"/>
          </a:xfrm>
          <a:custGeom>
            <a:avLst/>
            <a:gdLst/>
            <a:ahLst/>
            <a:cxnLst/>
            <a:rect l="l" t="t" r="r" b="b"/>
            <a:pathLst>
              <a:path w="172214" h="149148" extrusionOk="0">
                <a:moveTo>
                  <a:pt x="59597" y="0"/>
                </a:moveTo>
                <a:cubicBezTo>
                  <a:pt x="53773" y="0"/>
                  <a:pt x="47747" y="958"/>
                  <a:pt x="42599" y="2532"/>
                </a:cubicBezTo>
                <a:cubicBezTo>
                  <a:pt x="32321" y="5673"/>
                  <a:pt x="24358" y="10798"/>
                  <a:pt x="15403" y="15097"/>
                </a:cubicBezTo>
                <a:cubicBezTo>
                  <a:pt x="11435" y="16998"/>
                  <a:pt x="6723" y="18844"/>
                  <a:pt x="1626" y="19450"/>
                </a:cubicBezTo>
                <a:cubicBezTo>
                  <a:pt x="1350" y="19478"/>
                  <a:pt x="1075" y="19491"/>
                  <a:pt x="803" y="19491"/>
                </a:cubicBezTo>
                <a:cubicBezTo>
                  <a:pt x="530" y="19491"/>
                  <a:pt x="262" y="19478"/>
                  <a:pt x="0" y="19450"/>
                </a:cubicBezTo>
                <a:lnTo>
                  <a:pt x="0" y="149148"/>
                </a:lnTo>
                <a:lnTo>
                  <a:pt x="172214" y="149148"/>
                </a:lnTo>
                <a:lnTo>
                  <a:pt x="172214" y="13416"/>
                </a:lnTo>
                <a:cubicBezTo>
                  <a:pt x="165208" y="12298"/>
                  <a:pt x="158041" y="11441"/>
                  <a:pt x="151041" y="11441"/>
                </a:cubicBezTo>
                <a:cubicBezTo>
                  <a:pt x="145788" y="11441"/>
                  <a:pt x="140630" y="11924"/>
                  <a:pt x="135704" y="13140"/>
                </a:cubicBezTo>
                <a:cubicBezTo>
                  <a:pt x="128954" y="14793"/>
                  <a:pt x="123195" y="17714"/>
                  <a:pt x="116196" y="18982"/>
                </a:cubicBezTo>
                <a:cubicBezTo>
                  <a:pt x="113783" y="19421"/>
                  <a:pt x="111262" y="19633"/>
                  <a:pt x="108736" y="19633"/>
                </a:cubicBezTo>
                <a:cubicBezTo>
                  <a:pt x="101281" y="19633"/>
                  <a:pt x="93781" y="17790"/>
                  <a:pt x="88862" y="14518"/>
                </a:cubicBezTo>
                <a:cubicBezTo>
                  <a:pt x="83655" y="11046"/>
                  <a:pt x="81285" y="6252"/>
                  <a:pt x="75333" y="3193"/>
                </a:cubicBezTo>
                <a:cubicBezTo>
                  <a:pt x="71001" y="951"/>
                  <a:pt x="65399" y="0"/>
                  <a:pt x="59597" y="0"/>
                </a:cubicBezTo>
                <a:close/>
              </a:path>
            </a:pathLst>
          </a:custGeom>
          <a:solidFill>
            <a:srgbClr val="0F494D">
              <a:alpha val="58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96" name="Google Shape;1196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2400" y="152400"/>
            <a:ext cx="4485923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46950"/>
            <a:ext cx="7717500" cy="3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Barlow"/>
              <a:buChar char="●"/>
              <a:defRPr sz="16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Barlow"/>
              <a:buChar char="○"/>
              <a:defRPr sz="16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Barlow"/>
              <a:buChar char="■"/>
              <a:defRPr sz="16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Barlow"/>
              <a:buChar char="●"/>
              <a:defRPr sz="16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Barlow"/>
              <a:buChar char="○"/>
              <a:defRPr sz="16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Barlow"/>
              <a:buChar char="■"/>
              <a:defRPr sz="16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Barlow"/>
              <a:buChar char="●"/>
              <a:defRPr sz="16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Barlow"/>
              <a:buChar char="○"/>
              <a:defRPr sz="16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Barlow"/>
              <a:buChar char="■"/>
              <a:defRPr sz="16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59" r:id="rId4"/>
    <p:sldLayoutId id="2147483678" r:id="rId5"/>
    <p:sldLayoutId id="2147483679" r:id="rId6"/>
    <p:sldLayoutId id="2147483680" r:id="rId7"/>
    <p:sldLayoutId id="2147483681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5" name="Google Shape;1205;p38"/>
          <p:cNvGrpSpPr/>
          <p:nvPr/>
        </p:nvGrpSpPr>
        <p:grpSpPr>
          <a:xfrm>
            <a:off x="65479" y="1657759"/>
            <a:ext cx="4956977" cy="4100438"/>
            <a:chOff x="632925" y="238075"/>
            <a:chExt cx="6322675" cy="5230150"/>
          </a:xfrm>
        </p:grpSpPr>
        <p:sp>
          <p:nvSpPr>
            <p:cNvPr id="1206" name="Google Shape;1206;p38"/>
            <p:cNvSpPr/>
            <p:nvPr/>
          </p:nvSpPr>
          <p:spPr>
            <a:xfrm>
              <a:off x="3214525" y="253050"/>
              <a:ext cx="955725" cy="609650"/>
            </a:xfrm>
            <a:custGeom>
              <a:avLst/>
              <a:gdLst/>
              <a:ahLst/>
              <a:cxnLst/>
              <a:rect l="l" t="t" r="r" b="b"/>
              <a:pathLst>
                <a:path w="38229" h="24386" extrusionOk="0">
                  <a:moveTo>
                    <a:pt x="19130" y="1"/>
                  </a:moveTo>
                  <a:cubicBezTo>
                    <a:pt x="8559" y="1"/>
                    <a:pt x="0" y="5444"/>
                    <a:pt x="0" y="12209"/>
                  </a:cubicBezTo>
                  <a:cubicBezTo>
                    <a:pt x="0" y="18942"/>
                    <a:pt x="8559" y="24385"/>
                    <a:pt x="19130" y="24385"/>
                  </a:cubicBezTo>
                  <a:cubicBezTo>
                    <a:pt x="29671" y="24385"/>
                    <a:pt x="38229" y="18942"/>
                    <a:pt x="38229" y="12209"/>
                  </a:cubicBezTo>
                  <a:cubicBezTo>
                    <a:pt x="38229" y="5444"/>
                    <a:pt x="29671" y="1"/>
                    <a:pt x="19130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8"/>
            <p:cNvSpPr/>
            <p:nvPr/>
          </p:nvSpPr>
          <p:spPr>
            <a:xfrm>
              <a:off x="1622450" y="408800"/>
              <a:ext cx="4140675" cy="532550"/>
            </a:xfrm>
            <a:custGeom>
              <a:avLst/>
              <a:gdLst/>
              <a:ahLst/>
              <a:cxnLst/>
              <a:rect l="l" t="t" r="r" b="b"/>
              <a:pathLst>
                <a:path w="165627" h="21302" extrusionOk="0">
                  <a:moveTo>
                    <a:pt x="82813" y="1"/>
                  </a:moveTo>
                  <a:cubicBezTo>
                    <a:pt x="45686" y="1"/>
                    <a:pt x="1" y="21050"/>
                    <a:pt x="1" y="21050"/>
                  </a:cubicBezTo>
                  <a:lnTo>
                    <a:pt x="1039" y="21302"/>
                  </a:lnTo>
                  <a:lnTo>
                    <a:pt x="164588" y="21302"/>
                  </a:lnTo>
                  <a:lnTo>
                    <a:pt x="165626" y="21050"/>
                  </a:lnTo>
                  <a:cubicBezTo>
                    <a:pt x="165626" y="21050"/>
                    <a:pt x="119909" y="1"/>
                    <a:pt x="82813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8"/>
            <p:cNvSpPr/>
            <p:nvPr/>
          </p:nvSpPr>
          <p:spPr>
            <a:xfrm>
              <a:off x="1622450" y="441850"/>
              <a:ext cx="4140675" cy="499500"/>
            </a:xfrm>
            <a:custGeom>
              <a:avLst/>
              <a:gdLst/>
              <a:ahLst/>
              <a:cxnLst/>
              <a:rect l="l" t="t" r="r" b="b"/>
              <a:pathLst>
                <a:path w="165627" h="19980" extrusionOk="0">
                  <a:moveTo>
                    <a:pt x="82813" y="0"/>
                  </a:moveTo>
                  <a:cubicBezTo>
                    <a:pt x="45686" y="0"/>
                    <a:pt x="1" y="19728"/>
                    <a:pt x="1" y="19728"/>
                  </a:cubicBezTo>
                  <a:lnTo>
                    <a:pt x="1039" y="19980"/>
                  </a:lnTo>
                  <a:lnTo>
                    <a:pt x="164588" y="19980"/>
                  </a:lnTo>
                  <a:lnTo>
                    <a:pt x="165626" y="19728"/>
                  </a:lnTo>
                  <a:cubicBezTo>
                    <a:pt x="165626" y="19728"/>
                    <a:pt x="119909" y="0"/>
                    <a:pt x="82813" y="0"/>
                  </a:cubicBezTo>
                  <a:close/>
                </a:path>
              </a:pathLst>
            </a:custGeom>
            <a:solidFill>
              <a:srgbClr val="0C31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8"/>
            <p:cNvSpPr/>
            <p:nvPr/>
          </p:nvSpPr>
          <p:spPr>
            <a:xfrm>
              <a:off x="1615375" y="823350"/>
              <a:ext cx="4154825" cy="184875"/>
            </a:xfrm>
            <a:custGeom>
              <a:avLst/>
              <a:gdLst/>
              <a:ahLst/>
              <a:cxnLst/>
              <a:rect l="l" t="t" r="r" b="b"/>
              <a:pathLst>
                <a:path w="166193" h="7395" extrusionOk="0">
                  <a:moveTo>
                    <a:pt x="83096" y="0"/>
                  </a:moveTo>
                  <a:cubicBezTo>
                    <a:pt x="37191" y="0"/>
                    <a:pt x="0" y="3241"/>
                    <a:pt x="0" y="4720"/>
                  </a:cubicBezTo>
                  <a:cubicBezTo>
                    <a:pt x="0" y="6199"/>
                    <a:pt x="37191" y="7394"/>
                    <a:pt x="83096" y="7394"/>
                  </a:cubicBezTo>
                  <a:cubicBezTo>
                    <a:pt x="128971" y="7394"/>
                    <a:pt x="166192" y="6199"/>
                    <a:pt x="166192" y="4720"/>
                  </a:cubicBezTo>
                  <a:cubicBezTo>
                    <a:pt x="166192" y="3241"/>
                    <a:pt x="128971" y="0"/>
                    <a:pt x="83096" y="0"/>
                  </a:cubicBezTo>
                  <a:close/>
                </a:path>
              </a:pathLst>
            </a:custGeom>
            <a:solidFill>
              <a:srgbClr val="9692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8"/>
            <p:cNvSpPr/>
            <p:nvPr/>
          </p:nvSpPr>
          <p:spPr>
            <a:xfrm>
              <a:off x="2575025" y="921675"/>
              <a:ext cx="2234750" cy="72375"/>
            </a:xfrm>
            <a:custGeom>
              <a:avLst/>
              <a:gdLst/>
              <a:ahLst/>
              <a:cxnLst/>
              <a:rect l="l" t="t" r="r" b="b"/>
              <a:pathLst>
                <a:path w="89390" h="2895" extrusionOk="0">
                  <a:moveTo>
                    <a:pt x="44710" y="0"/>
                  </a:moveTo>
                  <a:cubicBezTo>
                    <a:pt x="20011" y="0"/>
                    <a:pt x="0" y="661"/>
                    <a:pt x="0" y="1448"/>
                  </a:cubicBezTo>
                  <a:cubicBezTo>
                    <a:pt x="0" y="2234"/>
                    <a:pt x="20011" y="2895"/>
                    <a:pt x="44710" y="2895"/>
                  </a:cubicBezTo>
                  <a:cubicBezTo>
                    <a:pt x="69378" y="2895"/>
                    <a:pt x="89389" y="2234"/>
                    <a:pt x="89389" y="1448"/>
                  </a:cubicBezTo>
                  <a:cubicBezTo>
                    <a:pt x="89389" y="661"/>
                    <a:pt x="69378" y="0"/>
                    <a:pt x="44710" y="0"/>
                  </a:cubicBezTo>
                  <a:close/>
                </a:path>
              </a:pathLst>
            </a:custGeom>
            <a:solidFill>
              <a:srgbClr val="C1BF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8"/>
            <p:cNvSpPr/>
            <p:nvPr/>
          </p:nvSpPr>
          <p:spPr>
            <a:xfrm>
              <a:off x="3093375" y="938175"/>
              <a:ext cx="1198025" cy="39375"/>
            </a:xfrm>
            <a:custGeom>
              <a:avLst/>
              <a:gdLst/>
              <a:ahLst/>
              <a:cxnLst/>
              <a:rect l="l" t="t" r="r" b="b"/>
              <a:pathLst>
                <a:path w="47921" h="1575" extrusionOk="0">
                  <a:moveTo>
                    <a:pt x="23976" y="1"/>
                  </a:moveTo>
                  <a:cubicBezTo>
                    <a:pt x="10730" y="1"/>
                    <a:pt x="1" y="378"/>
                    <a:pt x="1" y="788"/>
                  </a:cubicBezTo>
                  <a:cubicBezTo>
                    <a:pt x="1" y="1228"/>
                    <a:pt x="10730" y="1574"/>
                    <a:pt x="23976" y="1574"/>
                  </a:cubicBezTo>
                  <a:cubicBezTo>
                    <a:pt x="37191" y="1574"/>
                    <a:pt x="47920" y="1228"/>
                    <a:pt x="47920" y="788"/>
                  </a:cubicBezTo>
                  <a:cubicBezTo>
                    <a:pt x="47920" y="378"/>
                    <a:pt x="37191" y="1"/>
                    <a:pt x="23976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8"/>
            <p:cNvSpPr/>
            <p:nvPr/>
          </p:nvSpPr>
          <p:spPr>
            <a:xfrm>
              <a:off x="1676725" y="2332825"/>
              <a:ext cx="926625" cy="1891800"/>
            </a:xfrm>
            <a:custGeom>
              <a:avLst/>
              <a:gdLst/>
              <a:ahLst/>
              <a:cxnLst/>
              <a:rect l="l" t="t" r="r" b="b"/>
              <a:pathLst>
                <a:path w="37065" h="75672" extrusionOk="0">
                  <a:moveTo>
                    <a:pt x="4311" y="1"/>
                  </a:moveTo>
                  <a:lnTo>
                    <a:pt x="4311" y="1"/>
                  </a:lnTo>
                  <a:cubicBezTo>
                    <a:pt x="4815" y="4311"/>
                    <a:pt x="5035" y="8685"/>
                    <a:pt x="4909" y="13027"/>
                  </a:cubicBezTo>
                  <a:cubicBezTo>
                    <a:pt x="4877" y="15544"/>
                    <a:pt x="4657" y="18029"/>
                    <a:pt x="4248" y="20515"/>
                  </a:cubicBezTo>
                  <a:cubicBezTo>
                    <a:pt x="3902" y="22497"/>
                    <a:pt x="3619" y="26116"/>
                    <a:pt x="2360" y="27752"/>
                  </a:cubicBezTo>
                  <a:cubicBezTo>
                    <a:pt x="3524" y="26241"/>
                    <a:pt x="4531" y="24637"/>
                    <a:pt x="5412" y="22938"/>
                  </a:cubicBezTo>
                  <a:lnTo>
                    <a:pt x="5412" y="22938"/>
                  </a:lnTo>
                  <a:cubicBezTo>
                    <a:pt x="5192" y="27343"/>
                    <a:pt x="4280" y="31685"/>
                    <a:pt x="2738" y="35807"/>
                  </a:cubicBezTo>
                  <a:cubicBezTo>
                    <a:pt x="3871" y="33887"/>
                    <a:pt x="5003" y="31968"/>
                    <a:pt x="6136" y="30049"/>
                  </a:cubicBezTo>
                  <a:lnTo>
                    <a:pt x="6136" y="30049"/>
                  </a:lnTo>
                  <a:cubicBezTo>
                    <a:pt x="5286" y="35712"/>
                    <a:pt x="3210" y="41124"/>
                    <a:pt x="1" y="45906"/>
                  </a:cubicBezTo>
                  <a:cubicBezTo>
                    <a:pt x="2675" y="43484"/>
                    <a:pt x="5098" y="40809"/>
                    <a:pt x="7237" y="37915"/>
                  </a:cubicBezTo>
                  <a:lnTo>
                    <a:pt x="7237" y="37915"/>
                  </a:lnTo>
                  <a:cubicBezTo>
                    <a:pt x="6167" y="42477"/>
                    <a:pt x="4343" y="46819"/>
                    <a:pt x="1857" y="50783"/>
                  </a:cubicBezTo>
                  <a:lnTo>
                    <a:pt x="6923" y="44648"/>
                  </a:lnTo>
                  <a:lnTo>
                    <a:pt x="5286" y="49116"/>
                  </a:lnTo>
                  <a:cubicBezTo>
                    <a:pt x="6451" y="47857"/>
                    <a:pt x="7646" y="46599"/>
                    <a:pt x="8810" y="45340"/>
                  </a:cubicBezTo>
                  <a:lnTo>
                    <a:pt x="8810" y="45340"/>
                  </a:lnTo>
                  <a:cubicBezTo>
                    <a:pt x="7489" y="51255"/>
                    <a:pt x="4028" y="56447"/>
                    <a:pt x="661" y="61481"/>
                  </a:cubicBezTo>
                  <a:cubicBezTo>
                    <a:pt x="4091" y="59090"/>
                    <a:pt x="7206" y="56227"/>
                    <a:pt x="9880" y="52986"/>
                  </a:cubicBezTo>
                  <a:lnTo>
                    <a:pt x="9880" y="52986"/>
                  </a:lnTo>
                  <a:cubicBezTo>
                    <a:pt x="8276" y="56730"/>
                    <a:pt x="6356" y="60317"/>
                    <a:pt x="4122" y="63747"/>
                  </a:cubicBezTo>
                  <a:cubicBezTo>
                    <a:pt x="6419" y="61418"/>
                    <a:pt x="8685" y="59058"/>
                    <a:pt x="10887" y="56667"/>
                  </a:cubicBezTo>
                  <a:lnTo>
                    <a:pt x="10887" y="56667"/>
                  </a:lnTo>
                  <a:cubicBezTo>
                    <a:pt x="8905" y="61985"/>
                    <a:pt x="6167" y="66987"/>
                    <a:pt x="2706" y="71487"/>
                  </a:cubicBezTo>
                  <a:lnTo>
                    <a:pt x="12460" y="63841"/>
                  </a:lnTo>
                  <a:lnTo>
                    <a:pt x="12460" y="63841"/>
                  </a:lnTo>
                  <a:cubicBezTo>
                    <a:pt x="10163" y="67868"/>
                    <a:pt x="7741" y="71801"/>
                    <a:pt x="5129" y="75671"/>
                  </a:cubicBezTo>
                  <a:cubicBezTo>
                    <a:pt x="9345" y="72022"/>
                    <a:pt x="13467" y="68277"/>
                    <a:pt x="17494" y="64439"/>
                  </a:cubicBezTo>
                  <a:cubicBezTo>
                    <a:pt x="18847" y="65068"/>
                    <a:pt x="20389" y="65131"/>
                    <a:pt x="21868" y="65162"/>
                  </a:cubicBezTo>
                  <a:lnTo>
                    <a:pt x="37065" y="65603"/>
                  </a:lnTo>
                  <a:cubicBezTo>
                    <a:pt x="32125" y="63998"/>
                    <a:pt x="27531" y="61544"/>
                    <a:pt x="23473" y="58335"/>
                  </a:cubicBezTo>
                  <a:lnTo>
                    <a:pt x="23473" y="58335"/>
                  </a:lnTo>
                  <a:cubicBezTo>
                    <a:pt x="26304" y="59562"/>
                    <a:pt x="29293" y="60380"/>
                    <a:pt x="32345" y="60757"/>
                  </a:cubicBezTo>
                  <a:cubicBezTo>
                    <a:pt x="29230" y="60097"/>
                    <a:pt x="26304" y="58744"/>
                    <a:pt x="23756" y="56824"/>
                  </a:cubicBezTo>
                  <a:lnTo>
                    <a:pt x="23756" y="56824"/>
                  </a:lnTo>
                  <a:cubicBezTo>
                    <a:pt x="27154" y="58366"/>
                    <a:pt x="30867" y="59153"/>
                    <a:pt x="34611" y="59184"/>
                  </a:cubicBezTo>
                  <a:cubicBezTo>
                    <a:pt x="30426" y="57139"/>
                    <a:pt x="26462" y="54685"/>
                    <a:pt x="22749" y="51916"/>
                  </a:cubicBezTo>
                  <a:lnTo>
                    <a:pt x="22749" y="51916"/>
                  </a:lnTo>
                  <a:cubicBezTo>
                    <a:pt x="24840" y="52121"/>
                    <a:pt x="26931" y="52219"/>
                    <a:pt x="29022" y="52219"/>
                  </a:cubicBezTo>
                  <a:cubicBezTo>
                    <a:pt x="30140" y="52219"/>
                    <a:pt x="31258" y="52191"/>
                    <a:pt x="32377" y="52136"/>
                  </a:cubicBezTo>
                  <a:cubicBezTo>
                    <a:pt x="28507" y="50437"/>
                    <a:pt x="25046" y="47983"/>
                    <a:pt x="22183" y="44868"/>
                  </a:cubicBezTo>
                  <a:lnTo>
                    <a:pt x="22183" y="44868"/>
                  </a:lnTo>
                  <a:cubicBezTo>
                    <a:pt x="23692" y="45756"/>
                    <a:pt x="25370" y="46227"/>
                    <a:pt x="27109" y="46227"/>
                  </a:cubicBezTo>
                  <a:cubicBezTo>
                    <a:pt x="27218" y="46227"/>
                    <a:pt x="27327" y="46225"/>
                    <a:pt x="27437" y="46221"/>
                  </a:cubicBezTo>
                  <a:cubicBezTo>
                    <a:pt x="25612" y="45655"/>
                    <a:pt x="23945" y="44711"/>
                    <a:pt x="22497" y="43484"/>
                  </a:cubicBezTo>
                  <a:lnTo>
                    <a:pt x="22497" y="43484"/>
                  </a:lnTo>
                  <a:cubicBezTo>
                    <a:pt x="25769" y="44113"/>
                    <a:pt x="29105" y="44459"/>
                    <a:pt x="32440" y="44522"/>
                  </a:cubicBezTo>
                  <a:cubicBezTo>
                    <a:pt x="27783" y="42508"/>
                    <a:pt x="23441" y="39834"/>
                    <a:pt x="19540" y="36593"/>
                  </a:cubicBezTo>
                  <a:lnTo>
                    <a:pt x="19540" y="36593"/>
                  </a:lnTo>
                  <a:lnTo>
                    <a:pt x="27783" y="37569"/>
                  </a:lnTo>
                  <a:lnTo>
                    <a:pt x="17935" y="32251"/>
                  </a:lnTo>
                  <a:lnTo>
                    <a:pt x="17935" y="32251"/>
                  </a:lnTo>
                  <a:cubicBezTo>
                    <a:pt x="20198" y="32539"/>
                    <a:pt x="22461" y="32686"/>
                    <a:pt x="24731" y="32686"/>
                  </a:cubicBezTo>
                  <a:cubicBezTo>
                    <a:pt x="26185" y="32686"/>
                    <a:pt x="27643" y="32626"/>
                    <a:pt x="29105" y="32503"/>
                  </a:cubicBezTo>
                  <a:cubicBezTo>
                    <a:pt x="24070" y="31811"/>
                    <a:pt x="19414" y="29545"/>
                    <a:pt x="15764" y="26053"/>
                  </a:cubicBezTo>
                  <a:lnTo>
                    <a:pt x="15764" y="26053"/>
                  </a:lnTo>
                  <a:lnTo>
                    <a:pt x="20326" y="26839"/>
                  </a:lnTo>
                  <a:cubicBezTo>
                    <a:pt x="18753" y="26304"/>
                    <a:pt x="17337" y="25455"/>
                    <a:pt x="16173" y="24291"/>
                  </a:cubicBezTo>
                  <a:lnTo>
                    <a:pt x="16173" y="24291"/>
                  </a:lnTo>
                  <a:cubicBezTo>
                    <a:pt x="17878" y="25193"/>
                    <a:pt x="19762" y="25676"/>
                    <a:pt x="21683" y="25676"/>
                  </a:cubicBezTo>
                  <a:cubicBezTo>
                    <a:pt x="22173" y="25676"/>
                    <a:pt x="22665" y="25645"/>
                    <a:pt x="23158" y="25581"/>
                  </a:cubicBezTo>
                  <a:cubicBezTo>
                    <a:pt x="19068" y="23945"/>
                    <a:pt x="15292" y="21585"/>
                    <a:pt x="12020" y="18627"/>
                  </a:cubicBezTo>
                  <a:lnTo>
                    <a:pt x="12020" y="18627"/>
                  </a:lnTo>
                  <a:cubicBezTo>
                    <a:pt x="14474" y="20043"/>
                    <a:pt x="17243" y="20830"/>
                    <a:pt x="20106" y="20987"/>
                  </a:cubicBezTo>
                  <a:cubicBezTo>
                    <a:pt x="16771" y="20358"/>
                    <a:pt x="13687" y="18722"/>
                    <a:pt x="11359" y="16267"/>
                  </a:cubicBezTo>
                  <a:lnTo>
                    <a:pt x="11359" y="16267"/>
                  </a:lnTo>
                  <a:cubicBezTo>
                    <a:pt x="14075" y="17779"/>
                    <a:pt x="17153" y="18565"/>
                    <a:pt x="20298" y="18565"/>
                  </a:cubicBezTo>
                  <a:cubicBezTo>
                    <a:pt x="20360" y="18565"/>
                    <a:pt x="20422" y="18565"/>
                    <a:pt x="20484" y="18564"/>
                  </a:cubicBezTo>
                  <a:cubicBezTo>
                    <a:pt x="17715" y="18407"/>
                    <a:pt x="15449" y="16362"/>
                    <a:pt x="13624" y="14285"/>
                  </a:cubicBezTo>
                  <a:cubicBezTo>
                    <a:pt x="9817" y="10038"/>
                    <a:pt x="6671" y="5192"/>
                    <a:pt x="4311" y="1"/>
                  </a:cubicBezTo>
                  <a:close/>
                </a:path>
              </a:pathLst>
            </a:custGeom>
            <a:solidFill>
              <a:srgbClr val="0E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8"/>
            <p:cNvSpPr/>
            <p:nvPr/>
          </p:nvSpPr>
          <p:spPr>
            <a:xfrm>
              <a:off x="4340925" y="2435875"/>
              <a:ext cx="1419825" cy="1803700"/>
            </a:xfrm>
            <a:custGeom>
              <a:avLst/>
              <a:gdLst/>
              <a:ahLst/>
              <a:cxnLst/>
              <a:rect l="l" t="t" r="r" b="b"/>
              <a:pathLst>
                <a:path w="56793" h="72148" extrusionOk="0">
                  <a:moveTo>
                    <a:pt x="20567" y="18688"/>
                  </a:moveTo>
                  <a:cubicBezTo>
                    <a:pt x="20518" y="18710"/>
                    <a:pt x="20470" y="18732"/>
                    <a:pt x="20421" y="18753"/>
                  </a:cubicBezTo>
                  <a:cubicBezTo>
                    <a:pt x="20470" y="18732"/>
                    <a:pt x="20518" y="18710"/>
                    <a:pt x="20567" y="18688"/>
                  </a:cubicBezTo>
                  <a:close/>
                  <a:moveTo>
                    <a:pt x="31527" y="0"/>
                  </a:moveTo>
                  <a:cubicBezTo>
                    <a:pt x="30029" y="5807"/>
                    <a:pt x="26765" y="15888"/>
                    <a:pt x="20567" y="18688"/>
                  </a:cubicBezTo>
                  <a:lnTo>
                    <a:pt x="20567" y="18688"/>
                  </a:lnTo>
                  <a:cubicBezTo>
                    <a:pt x="22242" y="17942"/>
                    <a:pt x="23796" y="16989"/>
                    <a:pt x="25172" y="15827"/>
                  </a:cubicBezTo>
                  <a:lnTo>
                    <a:pt x="25172" y="15827"/>
                  </a:lnTo>
                  <a:cubicBezTo>
                    <a:pt x="22718" y="19571"/>
                    <a:pt x="19445" y="22749"/>
                    <a:pt x="15575" y="25014"/>
                  </a:cubicBezTo>
                  <a:lnTo>
                    <a:pt x="23504" y="21176"/>
                  </a:lnTo>
                  <a:lnTo>
                    <a:pt x="23504" y="21176"/>
                  </a:lnTo>
                  <a:cubicBezTo>
                    <a:pt x="20672" y="24983"/>
                    <a:pt x="16771" y="27909"/>
                    <a:pt x="12334" y="29545"/>
                  </a:cubicBezTo>
                  <a:cubicBezTo>
                    <a:pt x="16393" y="28664"/>
                    <a:pt x="20358" y="27280"/>
                    <a:pt x="24102" y="25486"/>
                  </a:cubicBezTo>
                  <a:lnTo>
                    <a:pt x="24102" y="25486"/>
                  </a:lnTo>
                  <a:cubicBezTo>
                    <a:pt x="19760" y="29608"/>
                    <a:pt x="14663" y="32849"/>
                    <a:pt x="9125" y="35083"/>
                  </a:cubicBezTo>
                  <a:cubicBezTo>
                    <a:pt x="13499" y="33887"/>
                    <a:pt x="17778" y="32377"/>
                    <a:pt x="21899" y="30552"/>
                  </a:cubicBezTo>
                  <a:lnTo>
                    <a:pt x="21899" y="30552"/>
                  </a:lnTo>
                  <a:cubicBezTo>
                    <a:pt x="19288" y="32566"/>
                    <a:pt x="16551" y="34390"/>
                    <a:pt x="13687" y="36027"/>
                  </a:cubicBezTo>
                  <a:lnTo>
                    <a:pt x="20609" y="34202"/>
                  </a:lnTo>
                  <a:lnTo>
                    <a:pt x="22151" y="33163"/>
                  </a:lnTo>
                  <a:lnTo>
                    <a:pt x="22151" y="33163"/>
                  </a:lnTo>
                  <a:cubicBezTo>
                    <a:pt x="18501" y="36970"/>
                    <a:pt x="14128" y="40022"/>
                    <a:pt x="9282" y="42131"/>
                  </a:cubicBezTo>
                  <a:lnTo>
                    <a:pt x="20547" y="37694"/>
                  </a:lnTo>
                  <a:lnTo>
                    <a:pt x="20547" y="37694"/>
                  </a:lnTo>
                  <a:cubicBezTo>
                    <a:pt x="16330" y="41627"/>
                    <a:pt x="11705" y="45120"/>
                    <a:pt x="6797" y="48172"/>
                  </a:cubicBezTo>
                  <a:lnTo>
                    <a:pt x="17180" y="43672"/>
                  </a:lnTo>
                  <a:lnTo>
                    <a:pt x="17180" y="43672"/>
                  </a:lnTo>
                  <a:cubicBezTo>
                    <a:pt x="12492" y="48644"/>
                    <a:pt x="6577" y="52293"/>
                    <a:pt x="1" y="54244"/>
                  </a:cubicBezTo>
                  <a:cubicBezTo>
                    <a:pt x="140" y="54247"/>
                    <a:pt x="279" y="54248"/>
                    <a:pt x="418" y="54248"/>
                  </a:cubicBezTo>
                  <a:cubicBezTo>
                    <a:pt x="5490" y="54248"/>
                    <a:pt x="10358" y="52595"/>
                    <a:pt x="15166" y="50972"/>
                  </a:cubicBezTo>
                  <a:lnTo>
                    <a:pt x="15166" y="50972"/>
                  </a:lnTo>
                  <a:cubicBezTo>
                    <a:pt x="10919" y="54936"/>
                    <a:pt x="5916" y="58020"/>
                    <a:pt x="441" y="59971"/>
                  </a:cubicBezTo>
                  <a:lnTo>
                    <a:pt x="14002" y="57328"/>
                  </a:lnTo>
                  <a:lnTo>
                    <a:pt x="14002" y="57328"/>
                  </a:lnTo>
                  <a:cubicBezTo>
                    <a:pt x="10101" y="59813"/>
                    <a:pt x="6105" y="62110"/>
                    <a:pt x="1983" y="64281"/>
                  </a:cubicBezTo>
                  <a:cubicBezTo>
                    <a:pt x="10510" y="63935"/>
                    <a:pt x="18910" y="62330"/>
                    <a:pt x="26965" y="59499"/>
                  </a:cubicBezTo>
                  <a:lnTo>
                    <a:pt x="26965" y="59499"/>
                  </a:lnTo>
                  <a:cubicBezTo>
                    <a:pt x="26367" y="60380"/>
                    <a:pt x="27185" y="61544"/>
                    <a:pt x="28003" y="62268"/>
                  </a:cubicBezTo>
                  <a:cubicBezTo>
                    <a:pt x="34705" y="68183"/>
                    <a:pt x="43924" y="70259"/>
                    <a:pt x="52671" y="72147"/>
                  </a:cubicBezTo>
                  <a:cubicBezTo>
                    <a:pt x="47700" y="68151"/>
                    <a:pt x="43138" y="63652"/>
                    <a:pt x="39047" y="58744"/>
                  </a:cubicBezTo>
                  <a:lnTo>
                    <a:pt x="39047" y="58744"/>
                  </a:lnTo>
                  <a:cubicBezTo>
                    <a:pt x="42603" y="62330"/>
                    <a:pt x="47637" y="63935"/>
                    <a:pt x="52482" y="65382"/>
                  </a:cubicBezTo>
                  <a:lnTo>
                    <a:pt x="39205" y="55440"/>
                  </a:lnTo>
                  <a:lnTo>
                    <a:pt x="39205" y="55440"/>
                  </a:lnTo>
                  <a:cubicBezTo>
                    <a:pt x="42760" y="57674"/>
                    <a:pt x="46756" y="59090"/>
                    <a:pt x="50941" y="59593"/>
                  </a:cubicBezTo>
                  <a:cubicBezTo>
                    <a:pt x="46945" y="57737"/>
                    <a:pt x="43295" y="55220"/>
                    <a:pt x="40180" y="52168"/>
                  </a:cubicBezTo>
                  <a:lnTo>
                    <a:pt x="40180" y="52168"/>
                  </a:lnTo>
                  <a:cubicBezTo>
                    <a:pt x="43930" y="54446"/>
                    <a:pt x="48216" y="55632"/>
                    <a:pt x="52554" y="55632"/>
                  </a:cubicBezTo>
                  <a:cubicBezTo>
                    <a:pt x="53967" y="55632"/>
                    <a:pt x="55386" y="55506"/>
                    <a:pt x="56793" y="55251"/>
                  </a:cubicBezTo>
                  <a:cubicBezTo>
                    <a:pt x="48738" y="49745"/>
                    <a:pt x="40432" y="44050"/>
                    <a:pt x="35397" y="35712"/>
                  </a:cubicBezTo>
                  <a:lnTo>
                    <a:pt x="35397" y="35712"/>
                  </a:lnTo>
                  <a:cubicBezTo>
                    <a:pt x="38481" y="38261"/>
                    <a:pt x="42131" y="40054"/>
                    <a:pt x="46032" y="40998"/>
                  </a:cubicBezTo>
                  <a:cubicBezTo>
                    <a:pt x="42445" y="38575"/>
                    <a:pt x="39079" y="35869"/>
                    <a:pt x="35901" y="32912"/>
                  </a:cubicBezTo>
                  <a:lnTo>
                    <a:pt x="35901" y="32912"/>
                  </a:lnTo>
                  <a:cubicBezTo>
                    <a:pt x="38638" y="34737"/>
                    <a:pt x="41753" y="35932"/>
                    <a:pt x="45025" y="36373"/>
                  </a:cubicBezTo>
                  <a:cubicBezTo>
                    <a:pt x="41501" y="34737"/>
                    <a:pt x="38324" y="32408"/>
                    <a:pt x="35744" y="29514"/>
                  </a:cubicBezTo>
                  <a:lnTo>
                    <a:pt x="35744" y="29514"/>
                  </a:lnTo>
                  <a:cubicBezTo>
                    <a:pt x="39614" y="32156"/>
                    <a:pt x="44019" y="34013"/>
                    <a:pt x="48644" y="34894"/>
                  </a:cubicBezTo>
                  <a:cubicBezTo>
                    <a:pt x="42791" y="32314"/>
                    <a:pt x="37789" y="28129"/>
                    <a:pt x="34139" y="22875"/>
                  </a:cubicBezTo>
                  <a:lnTo>
                    <a:pt x="34139" y="22875"/>
                  </a:lnTo>
                  <a:cubicBezTo>
                    <a:pt x="38324" y="25549"/>
                    <a:pt x="42886" y="27531"/>
                    <a:pt x="47700" y="28758"/>
                  </a:cubicBezTo>
                  <a:cubicBezTo>
                    <a:pt x="41250" y="26556"/>
                    <a:pt x="36153" y="21522"/>
                    <a:pt x="33824" y="15134"/>
                  </a:cubicBezTo>
                  <a:lnTo>
                    <a:pt x="33824" y="15134"/>
                  </a:lnTo>
                  <a:cubicBezTo>
                    <a:pt x="36687" y="18438"/>
                    <a:pt x="40526" y="20704"/>
                    <a:pt x="44805" y="21553"/>
                  </a:cubicBezTo>
                  <a:cubicBezTo>
                    <a:pt x="40337" y="19823"/>
                    <a:pt x="36625" y="16519"/>
                    <a:pt x="34391" y="12271"/>
                  </a:cubicBezTo>
                  <a:lnTo>
                    <a:pt x="34391" y="12271"/>
                  </a:lnTo>
                  <a:cubicBezTo>
                    <a:pt x="36845" y="13970"/>
                    <a:pt x="39551" y="15229"/>
                    <a:pt x="42445" y="16047"/>
                  </a:cubicBezTo>
                  <a:cubicBezTo>
                    <a:pt x="36153" y="13058"/>
                    <a:pt x="31999" y="6922"/>
                    <a:pt x="31527" y="0"/>
                  </a:cubicBezTo>
                  <a:close/>
                </a:path>
              </a:pathLst>
            </a:custGeom>
            <a:solidFill>
              <a:srgbClr val="0E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8"/>
            <p:cNvSpPr/>
            <p:nvPr/>
          </p:nvSpPr>
          <p:spPr>
            <a:xfrm>
              <a:off x="4857725" y="2164500"/>
              <a:ext cx="1518150" cy="1518200"/>
            </a:xfrm>
            <a:custGeom>
              <a:avLst/>
              <a:gdLst/>
              <a:ahLst/>
              <a:cxnLst/>
              <a:rect l="l" t="t" r="r" b="b"/>
              <a:pathLst>
                <a:path w="60726" h="60728" extrusionOk="0">
                  <a:moveTo>
                    <a:pt x="20629" y="22004"/>
                  </a:moveTo>
                  <a:lnTo>
                    <a:pt x="20578" y="22025"/>
                  </a:lnTo>
                  <a:cubicBezTo>
                    <a:pt x="20595" y="22018"/>
                    <a:pt x="20612" y="22011"/>
                    <a:pt x="20629" y="22004"/>
                  </a:cubicBezTo>
                  <a:close/>
                  <a:moveTo>
                    <a:pt x="15101" y="32755"/>
                  </a:moveTo>
                  <a:lnTo>
                    <a:pt x="15101" y="32755"/>
                  </a:lnTo>
                  <a:cubicBezTo>
                    <a:pt x="14986" y="32817"/>
                    <a:pt x="14871" y="32880"/>
                    <a:pt x="14757" y="32943"/>
                  </a:cubicBezTo>
                  <a:cubicBezTo>
                    <a:pt x="14872" y="32881"/>
                    <a:pt x="14987" y="32818"/>
                    <a:pt x="15101" y="32755"/>
                  </a:cubicBezTo>
                  <a:close/>
                  <a:moveTo>
                    <a:pt x="7421" y="44547"/>
                  </a:moveTo>
                  <a:cubicBezTo>
                    <a:pt x="7083" y="44685"/>
                    <a:pt x="6749" y="44834"/>
                    <a:pt x="6419" y="44994"/>
                  </a:cubicBezTo>
                  <a:cubicBezTo>
                    <a:pt x="6755" y="44848"/>
                    <a:pt x="7089" y="44699"/>
                    <a:pt x="7421" y="44547"/>
                  </a:cubicBezTo>
                  <a:close/>
                  <a:moveTo>
                    <a:pt x="33100" y="0"/>
                  </a:moveTo>
                  <a:cubicBezTo>
                    <a:pt x="32565" y="3650"/>
                    <a:pt x="31401" y="8338"/>
                    <a:pt x="29639" y="11642"/>
                  </a:cubicBezTo>
                  <a:cubicBezTo>
                    <a:pt x="27917" y="14899"/>
                    <a:pt x="24200" y="20493"/>
                    <a:pt x="20629" y="22004"/>
                  </a:cubicBezTo>
                  <a:lnTo>
                    <a:pt x="20629" y="22004"/>
                  </a:lnTo>
                  <a:lnTo>
                    <a:pt x="25549" y="19948"/>
                  </a:lnTo>
                  <a:lnTo>
                    <a:pt x="25549" y="19948"/>
                  </a:lnTo>
                  <a:lnTo>
                    <a:pt x="20924" y="25392"/>
                  </a:lnTo>
                  <a:lnTo>
                    <a:pt x="25580" y="22245"/>
                  </a:lnTo>
                  <a:lnTo>
                    <a:pt x="25580" y="22245"/>
                  </a:lnTo>
                  <a:cubicBezTo>
                    <a:pt x="23127" y="26662"/>
                    <a:pt x="19507" y="30301"/>
                    <a:pt x="15101" y="32755"/>
                  </a:cubicBezTo>
                  <a:lnTo>
                    <a:pt x="15101" y="32755"/>
                  </a:lnTo>
                  <a:cubicBezTo>
                    <a:pt x="18077" y="31137"/>
                    <a:pt x="21141" y="29751"/>
                    <a:pt x="24322" y="28570"/>
                  </a:cubicBezTo>
                  <a:lnTo>
                    <a:pt x="24322" y="28570"/>
                  </a:lnTo>
                  <a:cubicBezTo>
                    <a:pt x="22277" y="30835"/>
                    <a:pt x="20043" y="32880"/>
                    <a:pt x="17652" y="34768"/>
                  </a:cubicBezTo>
                  <a:cubicBezTo>
                    <a:pt x="19539" y="33415"/>
                    <a:pt x="21710" y="32440"/>
                    <a:pt x="24007" y="31936"/>
                  </a:cubicBezTo>
                  <a:lnTo>
                    <a:pt x="24007" y="31936"/>
                  </a:lnTo>
                  <a:cubicBezTo>
                    <a:pt x="19462" y="37319"/>
                    <a:pt x="13780" y="41621"/>
                    <a:pt x="7421" y="44547"/>
                  </a:cubicBezTo>
                  <a:lnTo>
                    <a:pt x="7421" y="44547"/>
                  </a:lnTo>
                  <a:cubicBezTo>
                    <a:pt x="12339" y="42527"/>
                    <a:pt x="18062" y="42572"/>
                    <a:pt x="22654" y="39834"/>
                  </a:cubicBezTo>
                  <a:lnTo>
                    <a:pt x="22654" y="39834"/>
                  </a:lnTo>
                  <a:cubicBezTo>
                    <a:pt x="17966" y="44176"/>
                    <a:pt x="12712" y="47888"/>
                    <a:pt x="7017" y="50815"/>
                  </a:cubicBezTo>
                  <a:lnTo>
                    <a:pt x="20767" y="47133"/>
                  </a:lnTo>
                  <a:lnTo>
                    <a:pt x="20767" y="47133"/>
                  </a:lnTo>
                  <a:cubicBezTo>
                    <a:pt x="17054" y="49871"/>
                    <a:pt x="13058" y="52262"/>
                    <a:pt x="8905" y="54307"/>
                  </a:cubicBezTo>
                  <a:cubicBezTo>
                    <a:pt x="12114" y="53174"/>
                    <a:pt x="15449" y="52514"/>
                    <a:pt x="18847" y="52325"/>
                  </a:cubicBezTo>
                  <a:lnTo>
                    <a:pt x="18847" y="52325"/>
                  </a:lnTo>
                  <a:cubicBezTo>
                    <a:pt x="13404" y="56635"/>
                    <a:pt x="6891" y="59404"/>
                    <a:pt x="0" y="60254"/>
                  </a:cubicBezTo>
                  <a:cubicBezTo>
                    <a:pt x="2228" y="60545"/>
                    <a:pt x="4467" y="60690"/>
                    <a:pt x="6700" y="60690"/>
                  </a:cubicBezTo>
                  <a:cubicBezTo>
                    <a:pt x="14118" y="60690"/>
                    <a:pt x="21484" y="59094"/>
                    <a:pt x="28255" y="55975"/>
                  </a:cubicBezTo>
                  <a:cubicBezTo>
                    <a:pt x="29141" y="55561"/>
                    <a:pt x="30028" y="55119"/>
                    <a:pt x="30993" y="55119"/>
                  </a:cubicBezTo>
                  <a:cubicBezTo>
                    <a:pt x="31055" y="55119"/>
                    <a:pt x="31118" y="55121"/>
                    <a:pt x="31181" y="55125"/>
                  </a:cubicBezTo>
                  <a:cubicBezTo>
                    <a:pt x="32125" y="55188"/>
                    <a:pt x="32974" y="55723"/>
                    <a:pt x="33824" y="56163"/>
                  </a:cubicBezTo>
                  <a:cubicBezTo>
                    <a:pt x="40860" y="60066"/>
                    <a:pt x="49097" y="60728"/>
                    <a:pt x="57214" y="60728"/>
                  </a:cubicBezTo>
                  <a:cubicBezTo>
                    <a:pt x="58388" y="60728"/>
                    <a:pt x="59560" y="60714"/>
                    <a:pt x="60726" y="60694"/>
                  </a:cubicBezTo>
                  <a:cubicBezTo>
                    <a:pt x="54468" y="57031"/>
                    <a:pt x="48507" y="52924"/>
                    <a:pt x="42900" y="48373"/>
                  </a:cubicBezTo>
                  <a:lnTo>
                    <a:pt x="42900" y="48373"/>
                  </a:lnTo>
                  <a:cubicBezTo>
                    <a:pt x="45430" y="50340"/>
                    <a:pt x="48549" y="51387"/>
                    <a:pt x="51724" y="51387"/>
                  </a:cubicBezTo>
                  <a:cubicBezTo>
                    <a:pt x="52290" y="51387"/>
                    <a:pt x="52859" y="51354"/>
                    <a:pt x="53426" y="51287"/>
                  </a:cubicBezTo>
                  <a:cubicBezTo>
                    <a:pt x="49115" y="50028"/>
                    <a:pt x="45120" y="47920"/>
                    <a:pt x="41627" y="45057"/>
                  </a:cubicBezTo>
                  <a:lnTo>
                    <a:pt x="41627" y="45057"/>
                  </a:lnTo>
                  <a:cubicBezTo>
                    <a:pt x="44301" y="46001"/>
                    <a:pt x="47039" y="46598"/>
                    <a:pt x="49839" y="46913"/>
                  </a:cubicBezTo>
                  <a:lnTo>
                    <a:pt x="42162" y="42414"/>
                  </a:lnTo>
                  <a:lnTo>
                    <a:pt x="42162" y="42414"/>
                  </a:lnTo>
                  <a:cubicBezTo>
                    <a:pt x="46898" y="44886"/>
                    <a:pt x="52169" y="46202"/>
                    <a:pt x="57523" y="46202"/>
                  </a:cubicBezTo>
                  <a:cubicBezTo>
                    <a:pt x="57824" y="46202"/>
                    <a:pt x="58126" y="46198"/>
                    <a:pt x="58429" y="46189"/>
                  </a:cubicBezTo>
                  <a:cubicBezTo>
                    <a:pt x="51129" y="43200"/>
                    <a:pt x="44396" y="39016"/>
                    <a:pt x="38512" y="33793"/>
                  </a:cubicBezTo>
                  <a:lnTo>
                    <a:pt x="38512" y="33793"/>
                  </a:lnTo>
                  <a:cubicBezTo>
                    <a:pt x="41736" y="35208"/>
                    <a:pt x="45221" y="35924"/>
                    <a:pt x="48750" y="35924"/>
                  </a:cubicBezTo>
                  <a:cubicBezTo>
                    <a:pt x="49458" y="35924"/>
                    <a:pt x="50168" y="35896"/>
                    <a:pt x="50877" y="35838"/>
                  </a:cubicBezTo>
                  <a:cubicBezTo>
                    <a:pt x="46881" y="34925"/>
                    <a:pt x="43200" y="33037"/>
                    <a:pt x="40148" y="30300"/>
                  </a:cubicBezTo>
                  <a:lnTo>
                    <a:pt x="40148" y="30300"/>
                  </a:lnTo>
                  <a:cubicBezTo>
                    <a:pt x="41644" y="31269"/>
                    <a:pt x="43359" y="31776"/>
                    <a:pt x="45122" y="31776"/>
                  </a:cubicBezTo>
                  <a:cubicBezTo>
                    <a:pt x="45361" y="31776"/>
                    <a:pt x="45602" y="31766"/>
                    <a:pt x="45843" y="31747"/>
                  </a:cubicBezTo>
                  <a:cubicBezTo>
                    <a:pt x="43358" y="30300"/>
                    <a:pt x="41061" y="28475"/>
                    <a:pt x="39016" y="26399"/>
                  </a:cubicBezTo>
                  <a:lnTo>
                    <a:pt x="39016" y="26399"/>
                  </a:lnTo>
                  <a:cubicBezTo>
                    <a:pt x="42927" y="27543"/>
                    <a:pt x="46974" y="28124"/>
                    <a:pt x="51022" y="28124"/>
                  </a:cubicBezTo>
                  <a:cubicBezTo>
                    <a:pt x="51761" y="28124"/>
                    <a:pt x="52499" y="28105"/>
                    <a:pt x="53237" y="28066"/>
                  </a:cubicBezTo>
                  <a:cubicBezTo>
                    <a:pt x="50280" y="26367"/>
                    <a:pt x="46661" y="26336"/>
                    <a:pt x="43483" y="25077"/>
                  </a:cubicBezTo>
                  <a:cubicBezTo>
                    <a:pt x="40306" y="23787"/>
                    <a:pt x="37820" y="21396"/>
                    <a:pt x="35397" y="19036"/>
                  </a:cubicBezTo>
                  <a:lnTo>
                    <a:pt x="35397" y="19036"/>
                  </a:lnTo>
                  <a:cubicBezTo>
                    <a:pt x="38890" y="19319"/>
                    <a:pt x="42414" y="19476"/>
                    <a:pt x="45906" y="19508"/>
                  </a:cubicBezTo>
                  <a:cubicBezTo>
                    <a:pt x="42382" y="19099"/>
                    <a:pt x="38984" y="17966"/>
                    <a:pt x="35932" y="16173"/>
                  </a:cubicBezTo>
                  <a:lnTo>
                    <a:pt x="35932" y="16173"/>
                  </a:lnTo>
                  <a:cubicBezTo>
                    <a:pt x="39456" y="16362"/>
                    <a:pt x="42980" y="16487"/>
                    <a:pt x="46504" y="16519"/>
                  </a:cubicBezTo>
                  <a:cubicBezTo>
                    <a:pt x="42351" y="16236"/>
                    <a:pt x="38386" y="14725"/>
                    <a:pt x="35051" y="12240"/>
                  </a:cubicBezTo>
                  <a:lnTo>
                    <a:pt x="35051" y="12240"/>
                  </a:lnTo>
                  <a:cubicBezTo>
                    <a:pt x="36374" y="12404"/>
                    <a:pt x="37705" y="12485"/>
                    <a:pt x="39036" y="12485"/>
                  </a:cubicBezTo>
                  <a:cubicBezTo>
                    <a:pt x="41282" y="12485"/>
                    <a:pt x="43524" y="12254"/>
                    <a:pt x="45717" y="11799"/>
                  </a:cubicBezTo>
                  <a:lnTo>
                    <a:pt x="45717" y="11799"/>
                  </a:lnTo>
                  <a:cubicBezTo>
                    <a:pt x="45481" y="11832"/>
                    <a:pt x="45248" y="11848"/>
                    <a:pt x="45017" y="11848"/>
                  </a:cubicBezTo>
                  <a:cubicBezTo>
                    <a:pt x="42142" y="11848"/>
                    <a:pt x="39689" y="9407"/>
                    <a:pt x="37883" y="7048"/>
                  </a:cubicBezTo>
                  <a:cubicBezTo>
                    <a:pt x="36152" y="4783"/>
                    <a:pt x="34548" y="2423"/>
                    <a:pt x="33100" y="0"/>
                  </a:cubicBezTo>
                  <a:close/>
                </a:path>
              </a:pathLst>
            </a:custGeom>
            <a:solidFill>
              <a:srgbClr val="0E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8"/>
            <p:cNvSpPr/>
            <p:nvPr/>
          </p:nvSpPr>
          <p:spPr>
            <a:xfrm>
              <a:off x="2350050" y="957850"/>
              <a:ext cx="2685475" cy="3119675"/>
            </a:xfrm>
            <a:custGeom>
              <a:avLst/>
              <a:gdLst/>
              <a:ahLst/>
              <a:cxnLst/>
              <a:rect l="l" t="t" r="r" b="b"/>
              <a:pathLst>
                <a:path w="107419" h="124787" extrusionOk="0">
                  <a:moveTo>
                    <a:pt x="29734" y="1"/>
                  </a:moveTo>
                  <a:lnTo>
                    <a:pt x="1" y="124787"/>
                  </a:lnTo>
                  <a:lnTo>
                    <a:pt x="107418" y="124787"/>
                  </a:lnTo>
                  <a:lnTo>
                    <a:pt x="77653" y="1"/>
                  </a:lnTo>
                  <a:close/>
                </a:path>
              </a:pathLst>
            </a:custGeom>
            <a:solidFill>
              <a:srgbClr val="FEFF97">
                <a:alpha val="39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38"/>
            <p:cNvSpPr/>
            <p:nvPr/>
          </p:nvSpPr>
          <p:spPr>
            <a:xfrm>
              <a:off x="2518375" y="957850"/>
              <a:ext cx="2348025" cy="3119675"/>
            </a:xfrm>
            <a:custGeom>
              <a:avLst/>
              <a:gdLst/>
              <a:ahLst/>
              <a:cxnLst/>
              <a:rect l="l" t="t" r="r" b="b"/>
              <a:pathLst>
                <a:path w="93921" h="124787" extrusionOk="0">
                  <a:moveTo>
                    <a:pt x="26021" y="1"/>
                  </a:moveTo>
                  <a:lnTo>
                    <a:pt x="1" y="124787"/>
                  </a:lnTo>
                  <a:lnTo>
                    <a:pt x="93920" y="124787"/>
                  </a:lnTo>
                  <a:lnTo>
                    <a:pt x="67931" y="1"/>
                  </a:lnTo>
                  <a:close/>
                </a:path>
              </a:pathLst>
            </a:custGeom>
            <a:solidFill>
              <a:srgbClr val="FEFF97">
                <a:alpha val="39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8"/>
            <p:cNvSpPr/>
            <p:nvPr/>
          </p:nvSpPr>
          <p:spPr>
            <a:xfrm>
              <a:off x="2712675" y="957850"/>
              <a:ext cx="1959425" cy="3119675"/>
            </a:xfrm>
            <a:custGeom>
              <a:avLst/>
              <a:gdLst/>
              <a:ahLst/>
              <a:cxnLst/>
              <a:rect l="l" t="t" r="r" b="b"/>
              <a:pathLst>
                <a:path w="78377" h="124787" extrusionOk="0">
                  <a:moveTo>
                    <a:pt x="21710" y="1"/>
                  </a:moveTo>
                  <a:lnTo>
                    <a:pt x="0" y="124787"/>
                  </a:lnTo>
                  <a:lnTo>
                    <a:pt x="78377" y="124787"/>
                  </a:lnTo>
                  <a:lnTo>
                    <a:pt x="56667" y="1"/>
                  </a:lnTo>
                  <a:close/>
                </a:path>
              </a:pathLst>
            </a:custGeom>
            <a:solidFill>
              <a:srgbClr val="FEFF97">
                <a:alpha val="39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38"/>
            <p:cNvSpPr/>
            <p:nvPr/>
          </p:nvSpPr>
          <p:spPr>
            <a:xfrm>
              <a:off x="2082600" y="2436650"/>
              <a:ext cx="1467025" cy="2951350"/>
            </a:xfrm>
            <a:custGeom>
              <a:avLst/>
              <a:gdLst/>
              <a:ahLst/>
              <a:cxnLst/>
              <a:rect l="l" t="t" r="r" b="b"/>
              <a:pathLst>
                <a:path w="58681" h="118054" extrusionOk="0">
                  <a:moveTo>
                    <a:pt x="4658" y="1"/>
                  </a:moveTo>
                  <a:lnTo>
                    <a:pt x="4658" y="1"/>
                  </a:lnTo>
                  <a:cubicBezTo>
                    <a:pt x="5664" y="6734"/>
                    <a:pt x="6168" y="13530"/>
                    <a:pt x="6168" y="20327"/>
                  </a:cubicBezTo>
                  <a:cubicBezTo>
                    <a:pt x="6231" y="24228"/>
                    <a:pt x="5979" y="28130"/>
                    <a:pt x="5444" y="32000"/>
                  </a:cubicBezTo>
                  <a:cubicBezTo>
                    <a:pt x="5004" y="35177"/>
                    <a:pt x="4720" y="40810"/>
                    <a:pt x="2864" y="43421"/>
                  </a:cubicBezTo>
                  <a:cubicBezTo>
                    <a:pt x="4595" y="40998"/>
                    <a:pt x="6105" y="38450"/>
                    <a:pt x="7395" y="35807"/>
                  </a:cubicBezTo>
                  <a:lnTo>
                    <a:pt x="7395" y="35807"/>
                  </a:lnTo>
                  <a:cubicBezTo>
                    <a:pt x="7238" y="42666"/>
                    <a:pt x="6042" y="49462"/>
                    <a:pt x="3808" y="55975"/>
                  </a:cubicBezTo>
                  <a:lnTo>
                    <a:pt x="8811" y="46851"/>
                  </a:lnTo>
                  <a:lnTo>
                    <a:pt x="8811" y="46851"/>
                  </a:lnTo>
                  <a:cubicBezTo>
                    <a:pt x="7772" y="55723"/>
                    <a:pt x="4752" y="64282"/>
                    <a:pt x="1" y="71864"/>
                  </a:cubicBezTo>
                  <a:cubicBezTo>
                    <a:pt x="4028" y="67931"/>
                    <a:pt x="7678" y="63652"/>
                    <a:pt x="10919" y="59090"/>
                  </a:cubicBezTo>
                  <a:lnTo>
                    <a:pt x="10919" y="59090"/>
                  </a:lnTo>
                  <a:cubicBezTo>
                    <a:pt x="9440" y="66232"/>
                    <a:pt x="6797" y="73092"/>
                    <a:pt x="3116" y="79416"/>
                  </a:cubicBezTo>
                  <a:lnTo>
                    <a:pt x="10730" y="69599"/>
                  </a:lnTo>
                  <a:lnTo>
                    <a:pt x="8370" y="76647"/>
                  </a:lnTo>
                  <a:cubicBezTo>
                    <a:pt x="10132" y="74633"/>
                    <a:pt x="11926" y="72620"/>
                    <a:pt x="13688" y="70574"/>
                  </a:cubicBezTo>
                  <a:lnTo>
                    <a:pt x="13688" y="70574"/>
                  </a:lnTo>
                  <a:cubicBezTo>
                    <a:pt x="11926" y="79888"/>
                    <a:pt x="6766" y="88131"/>
                    <a:pt x="1700" y="96155"/>
                  </a:cubicBezTo>
                  <a:cubicBezTo>
                    <a:pt x="6954" y="92253"/>
                    <a:pt x="11674" y="87691"/>
                    <a:pt x="15701" y="82499"/>
                  </a:cubicBezTo>
                  <a:lnTo>
                    <a:pt x="15701" y="82499"/>
                  </a:lnTo>
                  <a:cubicBezTo>
                    <a:pt x="13342" y="88415"/>
                    <a:pt x="10510" y="94110"/>
                    <a:pt x="7238" y="99553"/>
                  </a:cubicBezTo>
                  <a:cubicBezTo>
                    <a:pt x="10699" y="95840"/>
                    <a:pt x="14097" y="92033"/>
                    <a:pt x="17463" y="88194"/>
                  </a:cubicBezTo>
                  <a:lnTo>
                    <a:pt x="17463" y="88194"/>
                  </a:lnTo>
                  <a:cubicBezTo>
                    <a:pt x="14632" y="96595"/>
                    <a:pt x="10541" y="104493"/>
                    <a:pt x="5318" y="111635"/>
                  </a:cubicBezTo>
                  <a:lnTo>
                    <a:pt x="20201" y="99270"/>
                  </a:lnTo>
                  <a:lnTo>
                    <a:pt x="20201" y="99270"/>
                  </a:lnTo>
                  <a:cubicBezTo>
                    <a:pt x="16834" y="105688"/>
                    <a:pt x="13184" y="111950"/>
                    <a:pt x="9314" y="118054"/>
                  </a:cubicBezTo>
                  <a:cubicBezTo>
                    <a:pt x="15733" y="112201"/>
                    <a:pt x="21994" y="106192"/>
                    <a:pt x="28130" y="100025"/>
                  </a:cubicBezTo>
                  <a:cubicBezTo>
                    <a:pt x="30238" y="100937"/>
                    <a:pt x="32629" y="100937"/>
                    <a:pt x="34957" y="100937"/>
                  </a:cubicBezTo>
                  <a:lnTo>
                    <a:pt x="58681" y="100937"/>
                  </a:lnTo>
                  <a:cubicBezTo>
                    <a:pt x="50941" y="98640"/>
                    <a:pt x="43641" y="95022"/>
                    <a:pt x="37128" y="90239"/>
                  </a:cubicBezTo>
                  <a:lnTo>
                    <a:pt x="37128" y="90239"/>
                  </a:lnTo>
                  <a:cubicBezTo>
                    <a:pt x="41628" y="92001"/>
                    <a:pt x="46316" y="93134"/>
                    <a:pt x="51130" y="93638"/>
                  </a:cubicBezTo>
                  <a:cubicBezTo>
                    <a:pt x="46221" y="92694"/>
                    <a:pt x="41596" y="90743"/>
                    <a:pt x="37506" y="87880"/>
                  </a:cubicBezTo>
                  <a:lnTo>
                    <a:pt x="37506" y="87880"/>
                  </a:lnTo>
                  <a:cubicBezTo>
                    <a:pt x="42632" y="89966"/>
                    <a:pt x="48126" y="91036"/>
                    <a:pt x="53639" y="91036"/>
                  </a:cubicBezTo>
                  <a:cubicBezTo>
                    <a:pt x="53946" y="91036"/>
                    <a:pt x="54252" y="91033"/>
                    <a:pt x="54559" y="91026"/>
                  </a:cubicBezTo>
                  <a:cubicBezTo>
                    <a:pt x="47983" y="88005"/>
                    <a:pt x="41659" y="84387"/>
                    <a:pt x="35744" y="80234"/>
                  </a:cubicBezTo>
                  <a:lnTo>
                    <a:pt x="35744" y="80234"/>
                  </a:lnTo>
                  <a:cubicBezTo>
                    <a:pt x="38053" y="80408"/>
                    <a:pt x="40362" y="80495"/>
                    <a:pt x="42671" y="80495"/>
                  </a:cubicBezTo>
                  <a:cubicBezTo>
                    <a:pt x="45364" y="80495"/>
                    <a:pt x="48058" y="80377"/>
                    <a:pt x="50752" y="80140"/>
                  </a:cubicBezTo>
                  <a:cubicBezTo>
                    <a:pt x="44648" y="77717"/>
                    <a:pt x="39110" y="74004"/>
                    <a:pt x="34548" y="69284"/>
                  </a:cubicBezTo>
                  <a:lnTo>
                    <a:pt x="34548" y="69284"/>
                  </a:lnTo>
                  <a:cubicBezTo>
                    <a:pt x="36822" y="70535"/>
                    <a:pt x="39378" y="71195"/>
                    <a:pt x="41985" y="71195"/>
                  </a:cubicBezTo>
                  <a:cubicBezTo>
                    <a:pt x="42264" y="71195"/>
                    <a:pt x="42543" y="71187"/>
                    <a:pt x="42823" y="71172"/>
                  </a:cubicBezTo>
                  <a:cubicBezTo>
                    <a:pt x="39929" y="70354"/>
                    <a:pt x="37254" y="68970"/>
                    <a:pt x="34957" y="67113"/>
                  </a:cubicBezTo>
                  <a:lnTo>
                    <a:pt x="34957" y="67113"/>
                  </a:lnTo>
                  <a:cubicBezTo>
                    <a:pt x="39889" y="67900"/>
                    <a:pt x="44908" y="68279"/>
                    <a:pt x="49902" y="68279"/>
                  </a:cubicBezTo>
                  <a:cubicBezTo>
                    <a:pt x="50102" y="68279"/>
                    <a:pt x="50301" y="68279"/>
                    <a:pt x="50500" y="68278"/>
                  </a:cubicBezTo>
                  <a:cubicBezTo>
                    <a:pt x="43169" y="65351"/>
                    <a:pt x="36247" y="61387"/>
                    <a:pt x="30017" y="56479"/>
                  </a:cubicBezTo>
                  <a:lnTo>
                    <a:pt x="30017" y="56479"/>
                  </a:lnTo>
                  <a:lnTo>
                    <a:pt x="42981" y="57674"/>
                  </a:lnTo>
                  <a:lnTo>
                    <a:pt x="27374" y="49777"/>
                  </a:lnTo>
                  <a:lnTo>
                    <a:pt x="27374" y="49777"/>
                  </a:lnTo>
                  <a:cubicBezTo>
                    <a:pt x="30117" y="50045"/>
                    <a:pt x="32866" y="50179"/>
                    <a:pt x="35616" y="50179"/>
                  </a:cubicBezTo>
                  <a:cubicBezTo>
                    <a:pt x="38671" y="50179"/>
                    <a:pt x="41727" y="50014"/>
                    <a:pt x="44774" y="49682"/>
                  </a:cubicBezTo>
                  <a:cubicBezTo>
                    <a:pt x="36908" y="48833"/>
                    <a:pt x="29545" y="45498"/>
                    <a:pt x="23693" y="40212"/>
                  </a:cubicBezTo>
                  <a:lnTo>
                    <a:pt x="23693" y="40212"/>
                  </a:lnTo>
                  <a:lnTo>
                    <a:pt x="30835" y="41250"/>
                  </a:lnTo>
                  <a:cubicBezTo>
                    <a:pt x="28381" y="40495"/>
                    <a:pt x="26116" y="39173"/>
                    <a:pt x="24228" y="37443"/>
                  </a:cubicBezTo>
                  <a:lnTo>
                    <a:pt x="24228" y="37443"/>
                  </a:lnTo>
                  <a:cubicBezTo>
                    <a:pt x="26768" y="38713"/>
                    <a:pt x="29554" y="39368"/>
                    <a:pt x="32376" y="39368"/>
                  </a:cubicBezTo>
                  <a:cubicBezTo>
                    <a:pt x="33330" y="39368"/>
                    <a:pt x="34287" y="39293"/>
                    <a:pt x="35240" y="39142"/>
                  </a:cubicBezTo>
                  <a:cubicBezTo>
                    <a:pt x="28759" y="36782"/>
                    <a:pt x="22749" y="33258"/>
                    <a:pt x="17526" y="28759"/>
                  </a:cubicBezTo>
                  <a:lnTo>
                    <a:pt x="17526" y="28759"/>
                  </a:lnTo>
                  <a:cubicBezTo>
                    <a:pt x="21428" y="30867"/>
                    <a:pt x="25801" y="32031"/>
                    <a:pt x="30238" y="32094"/>
                  </a:cubicBezTo>
                  <a:cubicBezTo>
                    <a:pt x="24983" y="31276"/>
                    <a:pt x="20138" y="28853"/>
                    <a:pt x="16362" y="25109"/>
                  </a:cubicBezTo>
                  <a:lnTo>
                    <a:pt x="16362" y="25109"/>
                  </a:lnTo>
                  <a:cubicBezTo>
                    <a:pt x="20427" y="27214"/>
                    <a:pt x="24915" y="28314"/>
                    <a:pt x="29487" y="28314"/>
                  </a:cubicBezTo>
                  <a:cubicBezTo>
                    <a:pt x="29904" y="28314"/>
                    <a:pt x="30323" y="28305"/>
                    <a:pt x="30741" y="28287"/>
                  </a:cubicBezTo>
                  <a:cubicBezTo>
                    <a:pt x="26399" y="28161"/>
                    <a:pt x="22812" y="25078"/>
                    <a:pt x="19823" y="21931"/>
                  </a:cubicBezTo>
                  <a:cubicBezTo>
                    <a:pt x="13688" y="15450"/>
                    <a:pt x="8559" y="8024"/>
                    <a:pt x="4658" y="1"/>
                  </a:cubicBezTo>
                  <a:close/>
                </a:path>
              </a:pathLst>
            </a:custGeom>
            <a:solidFill>
              <a:srgbClr val="0617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38"/>
            <p:cNvSpPr/>
            <p:nvPr/>
          </p:nvSpPr>
          <p:spPr>
            <a:xfrm>
              <a:off x="4629600" y="2412275"/>
              <a:ext cx="2326000" cy="3055950"/>
            </a:xfrm>
            <a:custGeom>
              <a:avLst/>
              <a:gdLst/>
              <a:ahLst/>
              <a:cxnLst/>
              <a:rect l="l" t="t" r="r" b="b"/>
              <a:pathLst>
                <a:path w="93040" h="122238" extrusionOk="0">
                  <a:moveTo>
                    <a:pt x="41320" y="28270"/>
                  </a:moveTo>
                  <a:lnTo>
                    <a:pt x="41320" y="28270"/>
                  </a:lnTo>
                  <a:cubicBezTo>
                    <a:pt x="41265" y="28286"/>
                    <a:pt x="41210" y="28302"/>
                    <a:pt x="41156" y="28318"/>
                  </a:cubicBezTo>
                  <a:cubicBezTo>
                    <a:pt x="41210" y="28302"/>
                    <a:pt x="41265" y="28286"/>
                    <a:pt x="41320" y="28270"/>
                  </a:cubicBezTo>
                  <a:close/>
                  <a:moveTo>
                    <a:pt x="63180" y="0"/>
                  </a:moveTo>
                  <a:lnTo>
                    <a:pt x="63180" y="0"/>
                  </a:lnTo>
                  <a:cubicBezTo>
                    <a:pt x="59486" y="9204"/>
                    <a:pt x="51993" y="25072"/>
                    <a:pt x="41320" y="28270"/>
                  </a:cubicBezTo>
                  <a:lnTo>
                    <a:pt x="41320" y="28270"/>
                  </a:lnTo>
                  <a:cubicBezTo>
                    <a:pt x="44188" y="27421"/>
                    <a:pt x="46962" y="26178"/>
                    <a:pt x="49493" y="24511"/>
                  </a:cubicBezTo>
                  <a:lnTo>
                    <a:pt x="49493" y="24511"/>
                  </a:lnTo>
                  <a:cubicBezTo>
                    <a:pt x="44711" y="30174"/>
                    <a:pt x="38701" y="34642"/>
                    <a:pt x="31905" y="37568"/>
                  </a:cubicBezTo>
                  <a:lnTo>
                    <a:pt x="45623" y="32912"/>
                  </a:lnTo>
                  <a:lnTo>
                    <a:pt x="45623" y="32912"/>
                  </a:lnTo>
                  <a:cubicBezTo>
                    <a:pt x="40243" y="38575"/>
                    <a:pt x="33290" y="42540"/>
                    <a:pt x="25675" y="44333"/>
                  </a:cubicBezTo>
                  <a:cubicBezTo>
                    <a:pt x="32503" y="43704"/>
                    <a:pt x="39236" y="42288"/>
                    <a:pt x="45749" y="40085"/>
                  </a:cubicBezTo>
                  <a:lnTo>
                    <a:pt x="45749" y="40085"/>
                  </a:lnTo>
                  <a:cubicBezTo>
                    <a:pt x="37789" y="45938"/>
                    <a:pt x="28822" y="50217"/>
                    <a:pt x="19288" y="52671"/>
                  </a:cubicBezTo>
                  <a:cubicBezTo>
                    <a:pt x="26682" y="51633"/>
                    <a:pt x="33982" y="50060"/>
                    <a:pt x="41124" y="47951"/>
                  </a:cubicBezTo>
                  <a:lnTo>
                    <a:pt x="41124" y="47951"/>
                  </a:lnTo>
                  <a:cubicBezTo>
                    <a:pt x="36436" y="50689"/>
                    <a:pt x="31591" y="53112"/>
                    <a:pt x="26556" y="55188"/>
                  </a:cubicBezTo>
                  <a:lnTo>
                    <a:pt x="38292" y="53615"/>
                  </a:lnTo>
                  <a:lnTo>
                    <a:pt x="40998" y="52262"/>
                  </a:lnTo>
                  <a:lnTo>
                    <a:pt x="40998" y="52262"/>
                  </a:lnTo>
                  <a:cubicBezTo>
                    <a:pt x="34234" y="57737"/>
                    <a:pt x="26462" y="61796"/>
                    <a:pt x="18124" y="64281"/>
                  </a:cubicBezTo>
                  <a:lnTo>
                    <a:pt x="37474" y="59310"/>
                  </a:lnTo>
                  <a:lnTo>
                    <a:pt x="37474" y="59310"/>
                  </a:lnTo>
                  <a:cubicBezTo>
                    <a:pt x="29734" y="64848"/>
                    <a:pt x="21459" y="69662"/>
                    <a:pt x="12807" y="73626"/>
                  </a:cubicBezTo>
                  <a:lnTo>
                    <a:pt x="30710" y="68403"/>
                  </a:lnTo>
                  <a:lnTo>
                    <a:pt x="30710" y="68403"/>
                  </a:lnTo>
                  <a:cubicBezTo>
                    <a:pt x="22026" y="75577"/>
                    <a:pt x="11611" y="80328"/>
                    <a:pt x="473" y="82153"/>
                  </a:cubicBezTo>
                  <a:cubicBezTo>
                    <a:pt x="2460" y="82432"/>
                    <a:pt x="4452" y="82554"/>
                    <a:pt x="6445" y="82554"/>
                  </a:cubicBezTo>
                  <a:cubicBezTo>
                    <a:pt x="12974" y="82554"/>
                    <a:pt x="19515" y="81252"/>
                    <a:pt x="25927" y="79950"/>
                  </a:cubicBezTo>
                  <a:lnTo>
                    <a:pt x="25927" y="79950"/>
                  </a:lnTo>
                  <a:cubicBezTo>
                    <a:pt x="18187" y="85551"/>
                    <a:pt x="9346" y="89515"/>
                    <a:pt x="1" y="91592"/>
                  </a:cubicBezTo>
                  <a:lnTo>
                    <a:pt x="22686" y="90050"/>
                  </a:lnTo>
                  <a:lnTo>
                    <a:pt x="22686" y="90050"/>
                  </a:lnTo>
                  <a:cubicBezTo>
                    <a:pt x="15796" y="93323"/>
                    <a:pt x="8779" y="96280"/>
                    <a:pt x="1605" y="98923"/>
                  </a:cubicBezTo>
                  <a:cubicBezTo>
                    <a:pt x="5636" y="99267"/>
                    <a:pt x="9675" y="99439"/>
                    <a:pt x="13710" y="99439"/>
                  </a:cubicBezTo>
                  <a:cubicBezTo>
                    <a:pt x="23691" y="99439"/>
                    <a:pt x="33652" y="98386"/>
                    <a:pt x="43421" y="96280"/>
                  </a:cubicBezTo>
                  <a:lnTo>
                    <a:pt x="43421" y="96280"/>
                  </a:lnTo>
                  <a:cubicBezTo>
                    <a:pt x="42257" y="97602"/>
                    <a:pt x="43358" y="99678"/>
                    <a:pt x="44522" y="101000"/>
                  </a:cubicBezTo>
                  <a:cubicBezTo>
                    <a:pt x="54307" y="112075"/>
                    <a:pt x="68907" y="117361"/>
                    <a:pt x="82845" y="122238"/>
                  </a:cubicBezTo>
                  <a:cubicBezTo>
                    <a:pt x="75514" y="114687"/>
                    <a:pt x="68970" y="106412"/>
                    <a:pt x="63338" y="97507"/>
                  </a:cubicBezTo>
                  <a:lnTo>
                    <a:pt x="63338" y="97507"/>
                  </a:lnTo>
                  <a:cubicBezTo>
                    <a:pt x="68372" y="104115"/>
                    <a:pt x="76332" y="107764"/>
                    <a:pt x="83915" y="111131"/>
                  </a:cubicBezTo>
                  <a:lnTo>
                    <a:pt x="64250" y="92158"/>
                  </a:lnTo>
                  <a:lnTo>
                    <a:pt x="64250" y="92158"/>
                  </a:lnTo>
                  <a:cubicBezTo>
                    <a:pt x="69599" y="96563"/>
                    <a:pt x="75860" y="99678"/>
                    <a:pt x="82593" y="101314"/>
                  </a:cubicBezTo>
                  <a:cubicBezTo>
                    <a:pt x="76458" y="97507"/>
                    <a:pt x="71015" y="92630"/>
                    <a:pt x="66515" y="86967"/>
                  </a:cubicBezTo>
                  <a:lnTo>
                    <a:pt x="66515" y="86967"/>
                  </a:lnTo>
                  <a:cubicBezTo>
                    <a:pt x="73409" y="92499"/>
                    <a:pt x="81955" y="95498"/>
                    <a:pt x="90755" y="95498"/>
                  </a:cubicBezTo>
                  <a:cubicBezTo>
                    <a:pt x="91515" y="95498"/>
                    <a:pt x="92277" y="95476"/>
                    <a:pt x="93039" y="95431"/>
                  </a:cubicBezTo>
                  <a:cubicBezTo>
                    <a:pt x="80989" y="84859"/>
                    <a:pt x="68592" y="73815"/>
                    <a:pt x="62079" y="59153"/>
                  </a:cubicBezTo>
                  <a:lnTo>
                    <a:pt x="62079" y="59153"/>
                  </a:lnTo>
                  <a:cubicBezTo>
                    <a:pt x="66641" y="63935"/>
                    <a:pt x="72210" y="67648"/>
                    <a:pt x="78409" y="69976"/>
                  </a:cubicBezTo>
                  <a:cubicBezTo>
                    <a:pt x="73060" y="65257"/>
                    <a:pt x="68089" y="60160"/>
                    <a:pt x="63526" y="54685"/>
                  </a:cubicBezTo>
                  <a:lnTo>
                    <a:pt x="63526" y="54685"/>
                  </a:lnTo>
                  <a:cubicBezTo>
                    <a:pt x="67617" y="58209"/>
                    <a:pt x="72462" y="60789"/>
                    <a:pt x="77685" y="62173"/>
                  </a:cubicBezTo>
                  <a:cubicBezTo>
                    <a:pt x="72242" y="58807"/>
                    <a:pt x="67554" y="54339"/>
                    <a:pt x="63935" y="49053"/>
                  </a:cubicBezTo>
                  <a:lnTo>
                    <a:pt x="63935" y="49053"/>
                  </a:lnTo>
                  <a:cubicBezTo>
                    <a:pt x="69725" y="54213"/>
                    <a:pt x="76489" y="58146"/>
                    <a:pt x="83883" y="60569"/>
                  </a:cubicBezTo>
                  <a:cubicBezTo>
                    <a:pt x="74853" y="55094"/>
                    <a:pt x="67522" y="47228"/>
                    <a:pt x="62677" y="37883"/>
                  </a:cubicBezTo>
                  <a:lnTo>
                    <a:pt x="62677" y="37883"/>
                  </a:lnTo>
                  <a:cubicBezTo>
                    <a:pt x="68938" y="43106"/>
                    <a:pt x="76018" y="47322"/>
                    <a:pt x="83632" y="50311"/>
                  </a:cubicBezTo>
                  <a:cubicBezTo>
                    <a:pt x="73563" y="45340"/>
                    <a:pt x="66264" y="36121"/>
                    <a:pt x="63778" y="25172"/>
                  </a:cubicBezTo>
                  <a:lnTo>
                    <a:pt x="63778" y="25172"/>
                  </a:lnTo>
                  <a:cubicBezTo>
                    <a:pt x="67743" y="31150"/>
                    <a:pt x="73595" y="35618"/>
                    <a:pt x="80422" y="37946"/>
                  </a:cubicBezTo>
                  <a:cubicBezTo>
                    <a:pt x="73437" y="34170"/>
                    <a:pt x="68057" y="28035"/>
                    <a:pt x="65257" y="20641"/>
                  </a:cubicBezTo>
                  <a:lnTo>
                    <a:pt x="65257" y="20641"/>
                  </a:lnTo>
                  <a:cubicBezTo>
                    <a:pt x="68938" y="23913"/>
                    <a:pt x="73123" y="26556"/>
                    <a:pt x="77685" y="28507"/>
                  </a:cubicBezTo>
                  <a:cubicBezTo>
                    <a:pt x="68152" y="22592"/>
                    <a:pt x="62331" y="11202"/>
                    <a:pt x="63180" y="0"/>
                  </a:cubicBezTo>
                  <a:close/>
                </a:path>
              </a:pathLst>
            </a:custGeom>
            <a:solidFill>
              <a:srgbClr val="0617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8"/>
            <p:cNvSpPr/>
            <p:nvPr/>
          </p:nvSpPr>
          <p:spPr>
            <a:xfrm>
              <a:off x="632925" y="2164500"/>
              <a:ext cx="2542300" cy="3223500"/>
            </a:xfrm>
            <a:custGeom>
              <a:avLst/>
              <a:gdLst/>
              <a:ahLst/>
              <a:cxnLst/>
              <a:rect l="l" t="t" r="r" b="b"/>
              <a:pathLst>
                <a:path w="101692" h="128940" extrusionOk="0">
                  <a:moveTo>
                    <a:pt x="20137" y="0"/>
                  </a:moveTo>
                  <a:cubicBezTo>
                    <a:pt x="21175" y="11044"/>
                    <a:pt x="21867" y="30646"/>
                    <a:pt x="12806" y="39173"/>
                  </a:cubicBezTo>
                  <a:cubicBezTo>
                    <a:pt x="15291" y="36845"/>
                    <a:pt x="17400" y="34139"/>
                    <a:pt x="19099" y="31181"/>
                  </a:cubicBezTo>
                  <a:lnTo>
                    <a:pt x="19099" y="31181"/>
                  </a:lnTo>
                  <a:cubicBezTo>
                    <a:pt x="17242" y="39173"/>
                    <a:pt x="13592" y="46661"/>
                    <a:pt x="8369" y="53017"/>
                  </a:cubicBezTo>
                  <a:lnTo>
                    <a:pt x="19571" y="41438"/>
                  </a:lnTo>
                  <a:lnTo>
                    <a:pt x="19571" y="41438"/>
                  </a:lnTo>
                  <a:cubicBezTo>
                    <a:pt x="17085" y="49745"/>
                    <a:pt x="12271" y="57202"/>
                    <a:pt x="5632" y="62834"/>
                  </a:cubicBezTo>
                  <a:lnTo>
                    <a:pt x="5632" y="62834"/>
                  </a:lnTo>
                  <a:cubicBezTo>
                    <a:pt x="12082" y="58743"/>
                    <a:pt x="17997" y="53929"/>
                    <a:pt x="23283" y="48455"/>
                  </a:cubicBezTo>
                  <a:lnTo>
                    <a:pt x="23283" y="48455"/>
                  </a:lnTo>
                  <a:cubicBezTo>
                    <a:pt x="18438" y="58240"/>
                    <a:pt x="11736" y="67018"/>
                    <a:pt x="3587" y="74318"/>
                  </a:cubicBezTo>
                  <a:cubicBezTo>
                    <a:pt x="10352" y="69536"/>
                    <a:pt x="16770" y="64250"/>
                    <a:pt x="22748" y="58523"/>
                  </a:cubicBezTo>
                  <a:lnTo>
                    <a:pt x="22748" y="58523"/>
                  </a:lnTo>
                  <a:cubicBezTo>
                    <a:pt x="19508" y="63620"/>
                    <a:pt x="15921" y="68497"/>
                    <a:pt x="12019" y="73091"/>
                  </a:cubicBezTo>
                  <a:lnTo>
                    <a:pt x="22811" y="65603"/>
                  </a:lnTo>
                  <a:lnTo>
                    <a:pt x="24825" y="62897"/>
                  </a:lnTo>
                  <a:lnTo>
                    <a:pt x="24825" y="62897"/>
                  </a:lnTo>
                  <a:cubicBezTo>
                    <a:pt x="20923" y="71738"/>
                    <a:pt x="15323" y="79698"/>
                    <a:pt x="8338" y="86369"/>
                  </a:cubicBezTo>
                  <a:lnTo>
                    <a:pt x="24888" y="71612"/>
                  </a:lnTo>
                  <a:lnTo>
                    <a:pt x="24888" y="71612"/>
                  </a:lnTo>
                  <a:cubicBezTo>
                    <a:pt x="20074" y="81020"/>
                    <a:pt x="14379" y="89956"/>
                    <a:pt x="7835" y="98262"/>
                  </a:cubicBezTo>
                  <a:lnTo>
                    <a:pt x="22843" y="84009"/>
                  </a:lnTo>
                  <a:lnTo>
                    <a:pt x="22843" y="84009"/>
                  </a:lnTo>
                  <a:cubicBezTo>
                    <a:pt x="17934" y="95525"/>
                    <a:pt x="10037" y="105499"/>
                    <a:pt x="0" y="112956"/>
                  </a:cubicBezTo>
                  <a:cubicBezTo>
                    <a:pt x="8967" y="109841"/>
                    <a:pt x="16581" y="103800"/>
                    <a:pt x="24007" y="97853"/>
                  </a:cubicBezTo>
                  <a:lnTo>
                    <a:pt x="24007" y="97853"/>
                  </a:lnTo>
                  <a:cubicBezTo>
                    <a:pt x="19193" y="107324"/>
                    <a:pt x="12491" y="115725"/>
                    <a:pt x="4342" y="122521"/>
                  </a:cubicBezTo>
                  <a:lnTo>
                    <a:pt x="25958" y="109463"/>
                  </a:lnTo>
                  <a:lnTo>
                    <a:pt x="25958" y="109463"/>
                  </a:lnTo>
                  <a:cubicBezTo>
                    <a:pt x="20798" y="116197"/>
                    <a:pt x="15386" y="122678"/>
                    <a:pt x="9659" y="128940"/>
                  </a:cubicBezTo>
                  <a:cubicBezTo>
                    <a:pt x="24070" y="123024"/>
                    <a:pt x="37536" y="114970"/>
                    <a:pt x="49587" y="105090"/>
                  </a:cubicBezTo>
                  <a:lnTo>
                    <a:pt x="49587" y="105090"/>
                  </a:lnTo>
                  <a:cubicBezTo>
                    <a:pt x="49115" y="107009"/>
                    <a:pt x="51255" y="108488"/>
                    <a:pt x="53080" y="109180"/>
                  </a:cubicBezTo>
                  <a:cubicBezTo>
                    <a:pt x="60411" y="112052"/>
                    <a:pt x="68170" y="113043"/>
                    <a:pt x="76054" y="113043"/>
                  </a:cubicBezTo>
                  <a:cubicBezTo>
                    <a:pt x="84582" y="113043"/>
                    <a:pt x="93255" y="111884"/>
                    <a:pt x="101691" y="110690"/>
                  </a:cubicBezTo>
                  <a:cubicBezTo>
                    <a:pt x="90616" y="106978"/>
                    <a:pt x="79950" y="102101"/>
                    <a:pt x="69881" y="96186"/>
                  </a:cubicBezTo>
                  <a:lnTo>
                    <a:pt x="69881" y="96186"/>
                  </a:lnTo>
                  <a:cubicBezTo>
                    <a:pt x="75448" y="98863"/>
                    <a:pt x="81636" y="99535"/>
                    <a:pt x="87888" y="99535"/>
                  </a:cubicBezTo>
                  <a:cubicBezTo>
                    <a:pt x="90965" y="99535"/>
                    <a:pt x="94057" y="99372"/>
                    <a:pt x="97097" y="99206"/>
                  </a:cubicBezTo>
                  <a:lnTo>
                    <a:pt x="68056" y="90459"/>
                  </a:lnTo>
                  <a:lnTo>
                    <a:pt x="68056" y="90459"/>
                  </a:lnTo>
                  <a:cubicBezTo>
                    <a:pt x="71593" y="91217"/>
                    <a:pt x="75192" y="91596"/>
                    <a:pt x="78795" y="91596"/>
                  </a:cubicBezTo>
                  <a:cubicBezTo>
                    <a:pt x="82821" y="91596"/>
                    <a:pt x="86852" y="91123"/>
                    <a:pt x="90805" y="90176"/>
                  </a:cubicBezTo>
                  <a:cubicBezTo>
                    <a:pt x="82781" y="89547"/>
                    <a:pt x="74947" y="87502"/>
                    <a:pt x="67647" y="84198"/>
                  </a:cubicBezTo>
                  <a:lnTo>
                    <a:pt x="67647" y="84198"/>
                  </a:lnTo>
                  <a:cubicBezTo>
                    <a:pt x="70503" y="84783"/>
                    <a:pt x="73390" y="85071"/>
                    <a:pt x="76264" y="85071"/>
                  </a:cubicBezTo>
                  <a:cubicBezTo>
                    <a:pt x="83902" y="85071"/>
                    <a:pt x="91452" y="83033"/>
                    <a:pt x="98104" y="79101"/>
                  </a:cubicBezTo>
                  <a:cubicBezTo>
                    <a:pt x="80862" y="74759"/>
                    <a:pt x="62991" y="70133"/>
                    <a:pt x="49147" y="58964"/>
                  </a:cubicBezTo>
                  <a:lnTo>
                    <a:pt x="49147" y="58964"/>
                  </a:lnTo>
                  <a:cubicBezTo>
                    <a:pt x="54278" y="60791"/>
                    <a:pt x="59688" y="61712"/>
                    <a:pt x="65131" y="61712"/>
                  </a:cubicBezTo>
                  <a:cubicBezTo>
                    <a:pt x="66997" y="61712"/>
                    <a:pt x="68867" y="61603"/>
                    <a:pt x="70731" y="61386"/>
                  </a:cubicBezTo>
                  <a:cubicBezTo>
                    <a:pt x="63054" y="59467"/>
                    <a:pt x="55565" y="56950"/>
                    <a:pt x="48297" y="53867"/>
                  </a:cubicBezTo>
                  <a:lnTo>
                    <a:pt x="48297" y="53867"/>
                  </a:lnTo>
                  <a:cubicBezTo>
                    <a:pt x="51362" y="54592"/>
                    <a:pt x="54488" y="54954"/>
                    <a:pt x="57616" y="54954"/>
                  </a:cubicBezTo>
                  <a:cubicBezTo>
                    <a:pt x="60459" y="54954"/>
                    <a:pt x="63304" y="54655"/>
                    <a:pt x="66106" y="54055"/>
                  </a:cubicBezTo>
                  <a:cubicBezTo>
                    <a:pt x="58995" y="53489"/>
                    <a:pt x="52104" y="51475"/>
                    <a:pt x="45811" y="48109"/>
                  </a:cubicBezTo>
                  <a:lnTo>
                    <a:pt x="45811" y="48109"/>
                  </a:lnTo>
                  <a:cubicBezTo>
                    <a:pt x="50956" y="49424"/>
                    <a:pt x="56220" y="50085"/>
                    <a:pt x="61486" y="50085"/>
                  </a:cubicBezTo>
                  <a:cubicBezTo>
                    <a:pt x="64786" y="50085"/>
                    <a:pt x="68087" y="49826"/>
                    <a:pt x="71360" y="49304"/>
                  </a:cubicBezTo>
                  <a:cubicBezTo>
                    <a:pt x="59687" y="48486"/>
                    <a:pt x="48486" y="44427"/>
                    <a:pt x="38952" y="37663"/>
                  </a:cubicBezTo>
                  <a:lnTo>
                    <a:pt x="38952" y="37663"/>
                  </a:lnTo>
                  <a:cubicBezTo>
                    <a:pt x="45007" y="39020"/>
                    <a:pt x="51179" y="39699"/>
                    <a:pt x="57369" y="39699"/>
                  </a:cubicBezTo>
                  <a:cubicBezTo>
                    <a:pt x="60218" y="39699"/>
                    <a:pt x="63070" y="39555"/>
                    <a:pt x="65917" y="39267"/>
                  </a:cubicBezTo>
                  <a:lnTo>
                    <a:pt x="65917" y="39267"/>
                  </a:lnTo>
                  <a:cubicBezTo>
                    <a:pt x="65673" y="39272"/>
                    <a:pt x="65428" y="39274"/>
                    <a:pt x="65185" y="39274"/>
                  </a:cubicBezTo>
                  <a:cubicBezTo>
                    <a:pt x="52992" y="39274"/>
                    <a:pt x="41406" y="33889"/>
                    <a:pt x="33540" y="24542"/>
                  </a:cubicBezTo>
                  <a:lnTo>
                    <a:pt x="33540" y="24542"/>
                  </a:lnTo>
                  <a:cubicBezTo>
                    <a:pt x="38921" y="27537"/>
                    <a:pt x="44979" y="29099"/>
                    <a:pt x="51089" y="29099"/>
                  </a:cubicBezTo>
                  <a:cubicBezTo>
                    <a:pt x="52876" y="29099"/>
                    <a:pt x="54667" y="28966"/>
                    <a:pt x="56446" y="28695"/>
                  </a:cubicBezTo>
                  <a:cubicBezTo>
                    <a:pt x="47668" y="28538"/>
                    <a:pt x="39204" y="25203"/>
                    <a:pt x="32691" y="19319"/>
                  </a:cubicBezTo>
                  <a:lnTo>
                    <a:pt x="32691" y="19319"/>
                  </a:lnTo>
                  <a:cubicBezTo>
                    <a:pt x="36783" y="20366"/>
                    <a:pt x="41007" y="20905"/>
                    <a:pt x="45231" y="20905"/>
                  </a:cubicBezTo>
                  <a:cubicBezTo>
                    <a:pt x="46464" y="20905"/>
                    <a:pt x="47697" y="20859"/>
                    <a:pt x="48926" y="20766"/>
                  </a:cubicBezTo>
                  <a:cubicBezTo>
                    <a:pt x="36530" y="19760"/>
                    <a:pt x="25014" y="11453"/>
                    <a:pt x="20137" y="0"/>
                  </a:cubicBezTo>
                  <a:close/>
                </a:path>
              </a:pathLst>
            </a:custGeom>
            <a:solidFill>
              <a:srgbClr val="0617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8"/>
            <p:cNvSpPr/>
            <p:nvPr/>
          </p:nvSpPr>
          <p:spPr>
            <a:xfrm>
              <a:off x="2708750" y="3047850"/>
              <a:ext cx="1389925" cy="1753350"/>
            </a:xfrm>
            <a:custGeom>
              <a:avLst/>
              <a:gdLst/>
              <a:ahLst/>
              <a:cxnLst/>
              <a:rect l="l" t="t" r="r" b="b"/>
              <a:pathLst>
                <a:path w="55597" h="70134" extrusionOk="0">
                  <a:moveTo>
                    <a:pt x="14127" y="0"/>
                  </a:moveTo>
                  <a:lnTo>
                    <a:pt x="14127" y="0"/>
                  </a:lnTo>
                  <a:cubicBezTo>
                    <a:pt x="14379" y="6041"/>
                    <a:pt x="14190" y="16771"/>
                    <a:pt x="8999" y="21176"/>
                  </a:cubicBezTo>
                  <a:cubicBezTo>
                    <a:pt x="10415" y="19980"/>
                    <a:pt x="11673" y="18564"/>
                    <a:pt x="12680" y="17022"/>
                  </a:cubicBezTo>
                  <a:lnTo>
                    <a:pt x="12680" y="17022"/>
                  </a:lnTo>
                  <a:cubicBezTo>
                    <a:pt x="11453" y="21333"/>
                    <a:pt x="9250" y="25297"/>
                    <a:pt x="6230" y="28632"/>
                  </a:cubicBezTo>
                  <a:lnTo>
                    <a:pt x="12649" y="22623"/>
                  </a:lnTo>
                  <a:lnTo>
                    <a:pt x="12649" y="22623"/>
                  </a:lnTo>
                  <a:cubicBezTo>
                    <a:pt x="11075" y="27091"/>
                    <a:pt x="8212" y="31024"/>
                    <a:pt x="4468" y="33918"/>
                  </a:cubicBezTo>
                  <a:cubicBezTo>
                    <a:pt x="8086" y="31873"/>
                    <a:pt x="11453" y="29388"/>
                    <a:pt x="14505" y="26556"/>
                  </a:cubicBezTo>
                  <a:lnTo>
                    <a:pt x="14505" y="26556"/>
                  </a:lnTo>
                  <a:cubicBezTo>
                    <a:pt x="11579" y="31747"/>
                    <a:pt x="7677" y="36373"/>
                    <a:pt x="3021" y="40117"/>
                  </a:cubicBezTo>
                  <a:cubicBezTo>
                    <a:pt x="6859" y="37694"/>
                    <a:pt x="10478" y="34988"/>
                    <a:pt x="13907" y="32031"/>
                  </a:cubicBezTo>
                  <a:lnTo>
                    <a:pt x="13907" y="32031"/>
                  </a:lnTo>
                  <a:cubicBezTo>
                    <a:pt x="12019" y="34737"/>
                    <a:pt x="9911" y="37285"/>
                    <a:pt x="7677" y="39676"/>
                  </a:cubicBezTo>
                  <a:lnTo>
                    <a:pt x="13750" y="35901"/>
                  </a:lnTo>
                  <a:lnTo>
                    <a:pt x="14914" y="34453"/>
                  </a:lnTo>
                  <a:lnTo>
                    <a:pt x="14914" y="34453"/>
                  </a:lnTo>
                  <a:cubicBezTo>
                    <a:pt x="12554" y="39173"/>
                    <a:pt x="9282" y="43389"/>
                    <a:pt x="5255" y="46819"/>
                  </a:cubicBezTo>
                  <a:lnTo>
                    <a:pt x="14725" y="39236"/>
                  </a:lnTo>
                  <a:lnTo>
                    <a:pt x="14725" y="39236"/>
                  </a:lnTo>
                  <a:cubicBezTo>
                    <a:pt x="11831" y="44239"/>
                    <a:pt x="8464" y="48958"/>
                    <a:pt x="4688" y="53332"/>
                  </a:cubicBezTo>
                  <a:lnTo>
                    <a:pt x="13278" y="45938"/>
                  </a:lnTo>
                  <a:lnTo>
                    <a:pt x="13278" y="45938"/>
                  </a:lnTo>
                  <a:cubicBezTo>
                    <a:pt x="10257" y="52105"/>
                    <a:pt x="5695" y="57328"/>
                    <a:pt x="0" y="61135"/>
                  </a:cubicBezTo>
                  <a:cubicBezTo>
                    <a:pt x="4971" y="59687"/>
                    <a:pt x="9313" y="56572"/>
                    <a:pt x="13498" y="53552"/>
                  </a:cubicBezTo>
                  <a:lnTo>
                    <a:pt x="13498" y="53552"/>
                  </a:lnTo>
                  <a:cubicBezTo>
                    <a:pt x="10635" y="58586"/>
                    <a:pt x="6733" y="62991"/>
                    <a:pt x="2077" y="66484"/>
                  </a:cubicBezTo>
                  <a:lnTo>
                    <a:pt x="14253" y="59939"/>
                  </a:lnTo>
                  <a:lnTo>
                    <a:pt x="14253" y="59939"/>
                  </a:lnTo>
                  <a:cubicBezTo>
                    <a:pt x="11264" y="63463"/>
                    <a:pt x="8118" y="66861"/>
                    <a:pt x="4814" y="70133"/>
                  </a:cubicBezTo>
                  <a:cubicBezTo>
                    <a:pt x="12837" y="67270"/>
                    <a:pt x="20420" y="63274"/>
                    <a:pt x="27279" y="58209"/>
                  </a:cubicBezTo>
                  <a:lnTo>
                    <a:pt x="27279" y="58209"/>
                  </a:lnTo>
                  <a:cubicBezTo>
                    <a:pt x="26965" y="59247"/>
                    <a:pt x="28066" y="60096"/>
                    <a:pt x="29073" y="60537"/>
                  </a:cubicBezTo>
                  <a:cubicBezTo>
                    <a:pt x="33888" y="62704"/>
                    <a:pt x="39128" y="63345"/>
                    <a:pt x="44447" y="63345"/>
                  </a:cubicBezTo>
                  <a:cubicBezTo>
                    <a:pt x="48165" y="63345"/>
                    <a:pt x="51921" y="63032"/>
                    <a:pt x="55597" y="62708"/>
                  </a:cubicBezTo>
                  <a:cubicBezTo>
                    <a:pt x="49619" y="60348"/>
                    <a:pt x="43955" y="57422"/>
                    <a:pt x="38606" y="53898"/>
                  </a:cubicBezTo>
                  <a:lnTo>
                    <a:pt x="38606" y="53898"/>
                  </a:lnTo>
                  <a:cubicBezTo>
                    <a:pt x="42631" y="56067"/>
                    <a:pt x="47355" y="56295"/>
                    <a:pt x="51979" y="56295"/>
                  </a:cubicBezTo>
                  <a:cubicBezTo>
                    <a:pt x="52452" y="56295"/>
                    <a:pt x="52924" y="56292"/>
                    <a:pt x="53394" y="56289"/>
                  </a:cubicBezTo>
                  <a:lnTo>
                    <a:pt x="37757" y="50720"/>
                  </a:lnTo>
                  <a:lnTo>
                    <a:pt x="37757" y="50720"/>
                  </a:lnTo>
                  <a:cubicBezTo>
                    <a:pt x="40124" y="51363"/>
                    <a:pt x="42556" y="51684"/>
                    <a:pt x="44996" y="51684"/>
                  </a:cubicBezTo>
                  <a:cubicBezTo>
                    <a:pt x="46739" y="51684"/>
                    <a:pt x="48486" y="51520"/>
                    <a:pt x="50216" y="51192"/>
                  </a:cubicBezTo>
                  <a:cubicBezTo>
                    <a:pt x="45843" y="50626"/>
                    <a:pt x="41627" y="49304"/>
                    <a:pt x="37725" y="47291"/>
                  </a:cubicBezTo>
                  <a:lnTo>
                    <a:pt x="37725" y="47291"/>
                  </a:lnTo>
                  <a:cubicBezTo>
                    <a:pt x="39650" y="47785"/>
                    <a:pt x="41614" y="48030"/>
                    <a:pt x="43573" y="48030"/>
                  </a:cubicBezTo>
                  <a:cubicBezTo>
                    <a:pt x="47347" y="48030"/>
                    <a:pt x="51098" y="47121"/>
                    <a:pt x="54496" y="45340"/>
                  </a:cubicBezTo>
                  <a:cubicBezTo>
                    <a:pt x="45182" y="42477"/>
                    <a:pt x="35586" y="39456"/>
                    <a:pt x="28318" y="33006"/>
                  </a:cubicBezTo>
                  <a:lnTo>
                    <a:pt x="28318" y="33006"/>
                  </a:lnTo>
                  <a:cubicBezTo>
                    <a:pt x="31469" y="34288"/>
                    <a:pt x="34825" y="34958"/>
                    <a:pt x="38231" y="34958"/>
                  </a:cubicBezTo>
                  <a:cubicBezTo>
                    <a:pt x="38837" y="34958"/>
                    <a:pt x="39445" y="34937"/>
                    <a:pt x="40054" y="34894"/>
                  </a:cubicBezTo>
                  <a:cubicBezTo>
                    <a:pt x="35900" y="33635"/>
                    <a:pt x="31873" y="32062"/>
                    <a:pt x="28003" y="30174"/>
                  </a:cubicBezTo>
                  <a:lnTo>
                    <a:pt x="28003" y="30174"/>
                  </a:lnTo>
                  <a:cubicBezTo>
                    <a:pt x="29996" y="30772"/>
                    <a:pt x="32052" y="31067"/>
                    <a:pt x="34123" y="31067"/>
                  </a:cubicBezTo>
                  <a:cubicBezTo>
                    <a:pt x="35322" y="31067"/>
                    <a:pt x="36526" y="30968"/>
                    <a:pt x="37725" y="30772"/>
                  </a:cubicBezTo>
                  <a:cubicBezTo>
                    <a:pt x="33855" y="30269"/>
                    <a:pt x="30142" y="28979"/>
                    <a:pt x="26807" y="26965"/>
                  </a:cubicBezTo>
                  <a:lnTo>
                    <a:pt x="26807" y="26965"/>
                  </a:lnTo>
                  <a:cubicBezTo>
                    <a:pt x="30136" y="27989"/>
                    <a:pt x="33585" y="28514"/>
                    <a:pt x="37052" y="28514"/>
                  </a:cubicBezTo>
                  <a:cubicBezTo>
                    <a:pt x="38272" y="28514"/>
                    <a:pt x="39494" y="28449"/>
                    <a:pt x="40714" y="28318"/>
                  </a:cubicBezTo>
                  <a:cubicBezTo>
                    <a:pt x="34359" y="27563"/>
                    <a:pt x="28349" y="25046"/>
                    <a:pt x="23315" y="21081"/>
                  </a:cubicBezTo>
                  <a:lnTo>
                    <a:pt x="23315" y="21081"/>
                  </a:lnTo>
                  <a:cubicBezTo>
                    <a:pt x="27357" y="22198"/>
                    <a:pt x="31534" y="22776"/>
                    <a:pt x="35713" y="22776"/>
                  </a:cubicBezTo>
                  <a:cubicBezTo>
                    <a:pt x="36479" y="22776"/>
                    <a:pt x="37244" y="22756"/>
                    <a:pt x="38008" y="22717"/>
                  </a:cubicBezTo>
                  <a:cubicBezTo>
                    <a:pt x="31212" y="22497"/>
                    <a:pt x="24857" y="19193"/>
                    <a:pt x="20735" y="13782"/>
                  </a:cubicBezTo>
                  <a:lnTo>
                    <a:pt x="20735" y="13782"/>
                  </a:lnTo>
                  <a:cubicBezTo>
                    <a:pt x="23888" y="15732"/>
                    <a:pt x="27496" y="16775"/>
                    <a:pt x="31172" y="16775"/>
                  </a:cubicBezTo>
                  <a:cubicBezTo>
                    <a:pt x="31824" y="16775"/>
                    <a:pt x="32478" y="16743"/>
                    <a:pt x="33132" y="16676"/>
                  </a:cubicBezTo>
                  <a:cubicBezTo>
                    <a:pt x="28318" y="16330"/>
                    <a:pt x="23818" y="14285"/>
                    <a:pt x="20420" y="10887"/>
                  </a:cubicBezTo>
                  <a:lnTo>
                    <a:pt x="20420" y="10887"/>
                  </a:lnTo>
                  <a:cubicBezTo>
                    <a:pt x="23000" y="11689"/>
                    <a:pt x="25711" y="12126"/>
                    <a:pt x="28433" y="12126"/>
                  </a:cubicBezTo>
                  <a:cubicBezTo>
                    <a:pt x="28698" y="12126"/>
                    <a:pt x="28964" y="12122"/>
                    <a:pt x="29230" y="12114"/>
                  </a:cubicBezTo>
                  <a:cubicBezTo>
                    <a:pt x="22371" y="11107"/>
                    <a:pt x="16582" y="6482"/>
                    <a:pt x="14127" y="0"/>
                  </a:cubicBezTo>
                  <a:close/>
                </a:path>
              </a:pathLst>
            </a:custGeom>
            <a:solidFill>
              <a:srgbClr val="0617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8"/>
            <p:cNvSpPr/>
            <p:nvPr/>
          </p:nvSpPr>
          <p:spPr>
            <a:xfrm>
              <a:off x="4166300" y="2615225"/>
              <a:ext cx="1846175" cy="2470725"/>
            </a:xfrm>
            <a:custGeom>
              <a:avLst/>
              <a:gdLst/>
              <a:ahLst/>
              <a:cxnLst/>
              <a:rect l="l" t="t" r="r" b="b"/>
              <a:pathLst>
                <a:path w="73847" h="98829" extrusionOk="0">
                  <a:moveTo>
                    <a:pt x="40715" y="19099"/>
                  </a:moveTo>
                  <a:cubicBezTo>
                    <a:pt x="40736" y="19099"/>
                    <a:pt x="40758" y="19100"/>
                    <a:pt x="40779" y="19100"/>
                  </a:cubicBezTo>
                  <a:lnTo>
                    <a:pt x="40779" y="19100"/>
                  </a:lnTo>
                  <a:cubicBezTo>
                    <a:pt x="40758" y="19099"/>
                    <a:pt x="40736" y="19099"/>
                    <a:pt x="40715" y="19099"/>
                  </a:cubicBezTo>
                  <a:close/>
                  <a:moveTo>
                    <a:pt x="57894" y="0"/>
                  </a:moveTo>
                  <a:cubicBezTo>
                    <a:pt x="56258" y="3933"/>
                    <a:pt x="54307" y="7803"/>
                    <a:pt x="51538" y="11044"/>
                  </a:cubicBezTo>
                  <a:cubicBezTo>
                    <a:pt x="49479" y="13416"/>
                    <a:pt x="44354" y="19100"/>
                    <a:pt x="40802" y="19100"/>
                  </a:cubicBezTo>
                  <a:cubicBezTo>
                    <a:pt x="40794" y="19100"/>
                    <a:pt x="40787" y="19100"/>
                    <a:pt x="40779" y="19100"/>
                  </a:cubicBezTo>
                  <a:lnTo>
                    <a:pt x="40779" y="19100"/>
                  </a:lnTo>
                  <a:cubicBezTo>
                    <a:pt x="40864" y="19101"/>
                    <a:pt x="40949" y="19102"/>
                    <a:pt x="41033" y="19102"/>
                  </a:cubicBezTo>
                  <a:cubicBezTo>
                    <a:pt x="42626" y="19102"/>
                    <a:pt x="44215" y="18880"/>
                    <a:pt x="45749" y="18438"/>
                  </a:cubicBezTo>
                  <a:lnTo>
                    <a:pt x="45749" y="18438"/>
                  </a:lnTo>
                  <a:cubicBezTo>
                    <a:pt x="40432" y="24448"/>
                    <a:pt x="33698" y="29010"/>
                    <a:pt x="26147" y="31716"/>
                  </a:cubicBezTo>
                  <a:lnTo>
                    <a:pt x="37222" y="29891"/>
                  </a:lnTo>
                  <a:lnTo>
                    <a:pt x="37222" y="29891"/>
                  </a:lnTo>
                  <a:cubicBezTo>
                    <a:pt x="32314" y="37096"/>
                    <a:pt x="25675" y="42948"/>
                    <a:pt x="17904" y="46944"/>
                  </a:cubicBezTo>
                  <a:lnTo>
                    <a:pt x="29986" y="44616"/>
                  </a:lnTo>
                  <a:lnTo>
                    <a:pt x="29986" y="44616"/>
                  </a:lnTo>
                  <a:cubicBezTo>
                    <a:pt x="27657" y="47007"/>
                    <a:pt x="24951" y="48958"/>
                    <a:pt x="21994" y="50374"/>
                  </a:cubicBezTo>
                  <a:cubicBezTo>
                    <a:pt x="23913" y="49776"/>
                    <a:pt x="25895" y="49367"/>
                    <a:pt x="27941" y="49178"/>
                  </a:cubicBezTo>
                  <a:lnTo>
                    <a:pt x="27941" y="49178"/>
                  </a:lnTo>
                  <a:cubicBezTo>
                    <a:pt x="26462" y="50122"/>
                    <a:pt x="25172" y="51318"/>
                    <a:pt x="24133" y="52702"/>
                  </a:cubicBezTo>
                  <a:cubicBezTo>
                    <a:pt x="26053" y="52293"/>
                    <a:pt x="27941" y="51821"/>
                    <a:pt x="29828" y="51286"/>
                  </a:cubicBezTo>
                  <a:lnTo>
                    <a:pt x="29828" y="51286"/>
                  </a:lnTo>
                  <a:cubicBezTo>
                    <a:pt x="23410" y="57925"/>
                    <a:pt x="15135" y="62488"/>
                    <a:pt x="6105" y="64375"/>
                  </a:cubicBezTo>
                  <a:cubicBezTo>
                    <a:pt x="7063" y="64396"/>
                    <a:pt x="8022" y="64407"/>
                    <a:pt x="8982" y="64407"/>
                  </a:cubicBezTo>
                  <a:cubicBezTo>
                    <a:pt x="13820" y="64407"/>
                    <a:pt x="18673" y="64140"/>
                    <a:pt x="23504" y="63589"/>
                  </a:cubicBezTo>
                  <a:lnTo>
                    <a:pt x="23504" y="63589"/>
                  </a:lnTo>
                  <a:lnTo>
                    <a:pt x="14443" y="68529"/>
                  </a:lnTo>
                  <a:lnTo>
                    <a:pt x="22497" y="68277"/>
                  </a:lnTo>
                  <a:lnTo>
                    <a:pt x="22497" y="68277"/>
                  </a:lnTo>
                  <a:cubicBezTo>
                    <a:pt x="21207" y="68623"/>
                    <a:pt x="19980" y="69252"/>
                    <a:pt x="18973" y="70133"/>
                  </a:cubicBezTo>
                  <a:lnTo>
                    <a:pt x="22843" y="70888"/>
                  </a:lnTo>
                  <a:cubicBezTo>
                    <a:pt x="16393" y="76772"/>
                    <a:pt x="8527" y="80831"/>
                    <a:pt x="1" y="82656"/>
                  </a:cubicBezTo>
                  <a:cubicBezTo>
                    <a:pt x="3868" y="83006"/>
                    <a:pt x="7743" y="83181"/>
                    <a:pt x="11614" y="83181"/>
                  </a:cubicBezTo>
                  <a:cubicBezTo>
                    <a:pt x="19584" y="83181"/>
                    <a:pt x="27541" y="82439"/>
                    <a:pt x="35397" y="80957"/>
                  </a:cubicBezTo>
                  <a:cubicBezTo>
                    <a:pt x="39268" y="86589"/>
                    <a:pt x="44711" y="90994"/>
                    <a:pt x="51066" y="93542"/>
                  </a:cubicBezTo>
                  <a:cubicBezTo>
                    <a:pt x="54999" y="95116"/>
                    <a:pt x="59341" y="96028"/>
                    <a:pt x="62488" y="98828"/>
                  </a:cubicBezTo>
                  <a:cubicBezTo>
                    <a:pt x="58051" y="92536"/>
                    <a:pt x="53898" y="86023"/>
                    <a:pt x="50028" y="79352"/>
                  </a:cubicBezTo>
                  <a:lnTo>
                    <a:pt x="50028" y="79352"/>
                  </a:lnTo>
                  <a:cubicBezTo>
                    <a:pt x="54339" y="82939"/>
                    <a:pt x="59247" y="85739"/>
                    <a:pt x="64533" y="87596"/>
                  </a:cubicBezTo>
                  <a:cubicBezTo>
                    <a:pt x="59656" y="84355"/>
                    <a:pt x="55503" y="80170"/>
                    <a:pt x="52294" y="75262"/>
                  </a:cubicBezTo>
                  <a:lnTo>
                    <a:pt x="52294" y="75262"/>
                  </a:lnTo>
                  <a:cubicBezTo>
                    <a:pt x="56573" y="79384"/>
                    <a:pt x="61544" y="82719"/>
                    <a:pt x="66987" y="85079"/>
                  </a:cubicBezTo>
                  <a:cubicBezTo>
                    <a:pt x="61418" y="80642"/>
                    <a:pt x="56604" y="75325"/>
                    <a:pt x="52766" y="69315"/>
                  </a:cubicBezTo>
                  <a:lnTo>
                    <a:pt x="52766" y="69315"/>
                  </a:lnTo>
                  <a:cubicBezTo>
                    <a:pt x="54087" y="70291"/>
                    <a:pt x="55692" y="70857"/>
                    <a:pt x="57328" y="70983"/>
                  </a:cubicBezTo>
                  <a:cubicBezTo>
                    <a:pt x="55503" y="69850"/>
                    <a:pt x="53930" y="68403"/>
                    <a:pt x="52703" y="66641"/>
                  </a:cubicBezTo>
                  <a:lnTo>
                    <a:pt x="52703" y="66641"/>
                  </a:lnTo>
                  <a:lnTo>
                    <a:pt x="57359" y="69944"/>
                  </a:lnTo>
                  <a:cubicBezTo>
                    <a:pt x="54811" y="66137"/>
                    <a:pt x="52828" y="62016"/>
                    <a:pt x="51444" y="57674"/>
                  </a:cubicBezTo>
                  <a:lnTo>
                    <a:pt x="51444" y="57674"/>
                  </a:lnTo>
                  <a:cubicBezTo>
                    <a:pt x="57076" y="63369"/>
                    <a:pt x="63935" y="67648"/>
                    <a:pt x="71518" y="70259"/>
                  </a:cubicBezTo>
                  <a:cubicBezTo>
                    <a:pt x="63652" y="63683"/>
                    <a:pt x="55471" y="56698"/>
                    <a:pt x="51696" y="47165"/>
                  </a:cubicBezTo>
                  <a:lnTo>
                    <a:pt x="51696" y="47165"/>
                  </a:lnTo>
                  <a:cubicBezTo>
                    <a:pt x="54999" y="49524"/>
                    <a:pt x="58618" y="51412"/>
                    <a:pt x="62456" y="52797"/>
                  </a:cubicBezTo>
                  <a:cubicBezTo>
                    <a:pt x="59247" y="50720"/>
                    <a:pt x="56478" y="48109"/>
                    <a:pt x="54276" y="45025"/>
                  </a:cubicBezTo>
                  <a:lnTo>
                    <a:pt x="54276" y="45025"/>
                  </a:lnTo>
                  <a:cubicBezTo>
                    <a:pt x="55880" y="46221"/>
                    <a:pt x="57674" y="47133"/>
                    <a:pt x="59562" y="47731"/>
                  </a:cubicBezTo>
                  <a:cubicBezTo>
                    <a:pt x="57202" y="45686"/>
                    <a:pt x="55377" y="43137"/>
                    <a:pt x="54244" y="40243"/>
                  </a:cubicBezTo>
                  <a:lnTo>
                    <a:pt x="54244" y="40243"/>
                  </a:lnTo>
                  <a:cubicBezTo>
                    <a:pt x="59845" y="44931"/>
                    <a:pt x="66641" y="47951"/>
                    <a:pt x="73846" y="49021"/>
                  </a:cubicBezTo>
                  <a:cubicBezTo>
                    <a:pt x="66106" y="43766"/>
                    <a:pt x="59971" y="36530"/>
                    <a:pt x="56069" y="28066"/>
                  </a:cubicBezTo>
                  <a:lnTo>
                    <a:pt x="56069" y="28066"/>
                  </a:lnTo>
                  <a:cubicBezTo>
                    <a:pt x="58303" y="30803"/>
                    <a:pt x="61387" y="32723"/>
                    <a:pt x="64879" y="33509"/>
                  </a:cubicBezTo>
                  <a:cubicBezTo>
                    <a:pt x="60946" y="30677"/>
                    <a:pt x="57831" y="26870"/>
                    <a:pt x="55880" y="22434"/>
                  </a:cubicBezTo>
                  <a:lnTo>
                    <a:pt x="55880" y="22434"/>
                  </a:lnTo>
                  <a:cubicBezTo>
                    <a:pt x="57548" y="25234"/>
                    <a:pt x="60254" y="27248"/>
                    <a:pt x="63432" y="28003"/>
                  </a:cubicBezTo>
                  <a:cubicBezTo>
                    <a:pt x="60789" y="25612"/>
                    <a:pt x="58492" y="22874"/>
                    <a:pt x="56604" y="19854"/>
                  </a:cubicBezTo>
                  <a:lnTo>
                    <a:pt x="56604" y="19854"/>
                  </a:lnTo>
                  <a:cubicBezTo>
                    <a:pt x="61166" y="23126"/>
                    <a:pt x="66138" y="25769"/>
                    <a:pt x="71424" y="27720"/>
                  </a:cubicBezTo>
                  <a:cubicBezTo>
                    <a:pt x="62456" y="21930"/>
                    <a:pt x="58492" y="10666"/>
                    <a:pt x="57894" y="0"/>
                  </a:cubicBezTo>
                  <a:close/>
                </a:path>
              </a:pathLst>
            </a:custGeom>
            <a:solidFill>
              <a:srgbClr val="0617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8"/>
            <p:cNvSpPr/>
            <p:nvPr/>
          </p:nvSpPr>
          <p:spPr>
            <a:xfrm>
              <a:off x="3691975" y="2983350"/>
              <a:ext cx="1397025" cy="1882350"/>
            </a:xfrm>
            <a:custGeom>
              <a:avLst/>
              <a:gdLst/>
              <a:ahLst/>
              <a:cxnLst/>
              <a:rect l="l" t="t" r="r" b="b"/>
              <a:pathLst>
                <a:path w="55881" h="75294" extrusionOk="0">
                  <a:moveTo>
                    <a:pt x="43075" y="0"/>
                  </a:moveTo>
                  <a:cubicBezTo>
                    <a:pt x="41879" y="3021"/>
                    <a:pt x="40432" y="6010"/>
                    <a:pt x="38355" y="8527"/>
                  </a:cubicBezTo>
                  <a:cubicBezTo>
                    <a:pt x="36819" y="10377"/>
                    <a:pt x="32971" y="14788"/>
                    <a:pt x="30266" y="14788"/>
                  </a:cubicBezTo>
                  <a:cubicBezTo>
                    <a:pt x="30257" y="14788"/>
                    <a:pt x="30247" y="14788"/>
                    <a:pt x="30238" y="14788"/>
                  </a:cubicBezTo>
                  <a:lnTo>
                    <a:pt x="30238" y="14788"/>
                  </a:lnTo>
                  <a:cubicBezTo>
                    <a:pt x="30330" y="14791"/>
                    <a:pt x="30422" y="14792"/>
                    <a:pt x="30514" y="14792"/>
                  </a:cubicBezTo>
                  <a:cubicBezTo>
                    <a:pt x="31712" y="14792"/>
                    <a:pt x="32905" y="14602"/>
                    <a:pt x="34045" y="14222"/>
                  </a:cubicBezTo>
                  <a:lnTo>
                    <a:pt x="34045" y="14222"/>
                  </a:lnTo>
                  <a:cubicBezTo>
                    <a:pt x="30080" y="18879"/>
                    <a:pt x="25015" y="22466"/>
                    <a:pt x="19288" y="24605"/>
                  </a:cubicBezTo>
                  <a:lnTo>
                    <a:pt x="27721" y="23063"/>
                  </a:lnTo>
                  <a:lnTo>
                    <a:pt x="27721" y="23063"/>
                  </a:lnTo>
                  <a:cubicBezTo>
                    <a:pt x="24071" y="28632"/>
                    <a:pt x="19068" y="33195"/>
                    <a:pt x="13216" y="36341"/>
                  </a:cubicBezTo>
                  <a:lnTo>
                    <a:pt x="22372" y="34422"/>
                  </a:lnTo>
                  <a:lnTo>
                    <a:pt x="22372" y="34422"/>
                  </a:lnTo>
                  <a:cubicBezTo>
                    <a:pt x="20641" y="36247"/>
                    <a:pt x="18628" y="37788"/>
                    <a:pt x="16362" y="38890"/>
                  </a:cubicBezTo>
                  <a:cubicBezTo>
                    <a:pt x="17841" y="38418"/>
                    <a:pt x="19351" y="38072"/>
                    <a:pt x="20861" y="37914"/>
                  </a:cubicBezTo>
                  <a:lnTo>
                    <a:pt x="20861" y="37914"/>
                  </a:lnTo>
                  <a:cubicBezTo>
                    <a:pt x="19760" y="38638"/>
                    <a:pt x="18816" y="39582"/>
                    <a:pt x="18030" y="40652"/>
                  </a:cubicBezTo>
                  <a:cubicBezTo>
                    <a:pt x="19477" y="40306"/>
                    <a:pt x="20924" y="39928"/>
                    <a:pt x="22340" y="39519"/>
                  </a:cubicBezTo>
                  <a:lnTo>
                    <a:pt x="22340" y="39519"/>
                  </a:lnTo>
                  <a:cubicBezTo>
                    <a:pt x="17526" y="44648"/>
                    <a:pt x="11296" y="48234"/>
                    <a:pt x="4437" y="49808"/>
                  </a:cubicBezTo>
                  <a:cubicBezTo>
                    <a:pt x="8874" y="49808"/>
                    <a:pt x="13279" y="49525"/>
                    <a:pt x="17684" y="48958"/>
                  </a:cubicBezTo>
                  <a:lnTo>
                    <a:pt x="17684" y="48958"/>
                  </a:lnTo>
                  <a:lnTo>
                    <a:pt x="10856" y="52828"/>
                  </a:lnTo>
                  <a:lnTo>
                    <a:pt x="16991" y="52545"/>
                  </a:lnTo>
                  <a:lnTo>
                    <a:pt x="16991" y="52545"/>
                  </a:lnTo>
                  <a:cubicBezTo>
                    <a:pt x="15985" y="52828"/>
                    <a:pt x="15072" y="53332"/>
                    <a:pt x="14317" y="53992"/>
                  </a:cubicBezTo>
                  <a:lnTo>
                    <a:pt x="17275" y="54527"/>
                  </a:lnTo>
                  <a:cubicBezTo>
                    <a:pt x="12429" y="59090"/>
                    <a:pt x="6482" y="62299"/>
                    <a:pt x="1" y="63809"/>
                  </a:cubicBezTo>
                  <a:cubicBezTo>
                    <a:pt x="2371" y="63983"/>
                    <a:pt x="4744" y="64069"/>
                    <a:pt x="7115" y="64069"/>
                  </a:cubicBezTo>
                  <a:cubicBezTo>
                    <a:pt x="13775" y="64069"/>
                    <a:pt x="20422" y="63385"/>
                    <a:pt x="26965" y="62016"/>
                  </a:cubicBezTo>
                  <a:cubicBezTo>
                    <a:pt x="29986" y="66295"/>
                    <a:pt x="34202" y="69567"/>
                    <a:pt x="39079" y="71423"/>
                  </a:cubicBezTo>
                  <a:cubicBezTo>
                    <a:pt x="42100" y="72556"/>
                    <a:pt x="45403" y="73217"/>
                    <a:pt x="47857" y="75294"/>
                  </a:cubicBezTo>
                  <a:cubicBezTo>
                    <a:pt x="44396" y="70542"/>
                    <a:pt x="41156" y="65666"/>
                    <a:pt x="38104" y="60600"/>
                  </a:cubicBezTo>
                  <a:lnTo>
                    <a:pt x="38104" y="60600"/>
                  </a:lnTo>
                  <a:cubicBezTo>
                    <a:pt x="41439" y="63306"/>
                    <a:pt x="45214" y="65382"/>
                    <a:pt x="49273" y="66735"/>
                  </a:cubicBezTo>
                  <a:cubicBezTo>
                    <a:pt x="45498" y="64313"/>
                    <a:pt x="42288" y="61166"/>
                    <a:pt x="39771" y="57485"/>
                  </a:cubicBezTo>
                  <a:lnTo>
                    <a:pt x="39771" y="57485"/>
                  </a:lnTo>
                  <a:cubicBezTo>
                    <a:pt x="43106" y="60568"/>
                    <a:pt x="46945" y="63023"/>
                    <a:pt x="51130" y="64753"/>
                  </a:cubicBezTo>
                  <a:cubicBezTo>
                    <a:pt x="46819" y="61449"/>
                    <a:pt x="43075" y="57453"/>
                    <a:pt x="40086" y="52923"/>
                  </a:cubicBezTo>
                  <a:lnTo>
                    <a:pt x="40086" y="52923"/>
                  </a:lnTo>
                  <a:cubicBezTo>
                    <a:pt x="41093" y="53646"/>
                    <a:pt x="42320" y="54055"/>
                    <a:pt x="43578" y="54118"/>
                  </a:cubicBezTo>
                  <a:cubicBezTo>
                    <a:pt x="42162" y="53300"/>
                    <a:pt x="40935" y="52199"/>
                    <a:pt x="39991" y="50877"/>
                  </a:cubicBezTo>
                  <a:lnTo>
                    <a:pt x="39991" y="50877"/>
                  </a:lnTo>
                  <a:lnTo>
                    <a:pt x="43578" y="53332"/>
                  </a:lnTo>
                  <a:cubicBezTo>
                    <a:pt x="41596" y="50468"/>
                    <a:pt x="40023" y="47354"/>
                    <a:pt x="38890" y="44050"/>
                  </a:cubicBezTo>
                  <a:lnTo>
                    <a:pt x="38890" y="44050"/>
                  </a:lnTo>
                  <a:cubicBezTo>
                    <a:pt x="43264" y="48297"/>
                    <a:pt x="48550" y="51507"/>
                    <a:pt x="54370" y="53363"/>
                  </a:cubicBezTo>
                  <a:cubicBezTo>
                    <a:pt x="48266" y="48455"/>
                    <a:pt x="41942" y="43232"/>
                    <a:pt x="38922" y="36026"/>
                  </a:cubicBezTo>
                  <a:lnTo>
                    <a:pt x="38922" y="36026"/>
                  </a:lnTo>
                  <a:cubicBezTo>
                    <a:pt x="41502" y="37788"/>
                    <a:pt x="44271" y="39204"/>
                    <a:pt x="47228" y="40211"/>
                  </a:cubicBezTo>
                  <a:cubicBezTo>
                    <a:pt x="44774" y="38669"/>
                    <a:pt x="42634" y="36687"/>
                    <a:pt x="40872" y="34390"/>
                  </a:cubicBezTo>
                  <a:lnTo>
                    <a:pt x="40872" y="34390"/>
                  </a:lnTo>
                  <a:cubicBezTo>
                    <a:pt x="42131" y="35271"/>
                    <a:pt x="43515" y="35932"/>
                    <a:pt x="44963" y="36373"/>
                  </a:cubicBezTo>
                  <a:cubicBezTo>
                    <a:pt x="43138" y="34862"/>
                    <a:pt x="41722" y="32943"/>
                    <a:pt x="40810" y="30772"/>
                  </a:cubicBezTo>
                  <a:lnTo>
                    <a:pt x="40810" y="30772"/>
                  </a:lnTo>
                  <a:cubicBezTo>
                    <a:pt x="45152" y="34233"/>
                    <a:pt x="50343" y="36467"/>
                    <a:pt x="55881" y="37159"/>
                  </a:cubicBezTo>
                  <a:cubicBezTo>
                    <a:pt x="49903" y="33289"/>
                    <a:pt x="45120" y="27846"/>
                    <a:pt x="42037" y="21427"/>
                  </a:cubicBezTo>
                  <a:lnTo>
                    <a:pt x="42037" y="21427"/>
                  </a:lnTo>
                  <a:cubicBezTo>
                    <a:pt x="43767" y="23504"/>
                    <a:pt x="46158" y="24920"/>
                    <a:pt x="48833" y="25455"/>
                  </a:cubicBezTo>
                  <a:cubicBezTo>
                    <a:pt x="45781" y="23378"/>
                    <a:pt x="43390" y="20483"/>
                    <a:pt x="41848" y="17148"/>
                  </a:cubicBezTo>
                  <a:lnTo>
                    <a:pt x="41848" y="17148"/>
                  </a:lnTo>
                  <a:cubicBezTo>
                    <a:pt x="43138" y="19256"/>
                    <a:pt x="45246" y="20735"/>
                    <a:pt x="47669" y="21270"/>
                  </a:cubicBezTo>
                  <a:cubicBezTo>
                    <a:pt x="45624" y="19508"/>
                    <a:pt x="43830" y="17431"/>
                    <a:pt x="42351" y="15166"/>
                  </a:cubicBezTo>
                  <a:lnTo>
                    <a:pt x="42351" y="15166"/>
                  </a:lnTo>
                  <a:cubicBezTo>
                    <a:pt x="45875" y="17620"/>
                    <a:pt x="49714" y="19539"/>
                    <a:pt x="53741" y="20955"/>
                  </a:cubicBezTo>
                  <a:cubicBezTo>
                    <a:pt x="46819" y="16676"/>
                    <a:pt x="43673" y="8118"/>
                    <a:pt x="43075" y="0"/>
                  </a:cubicBezTo>
                  <a:close/>
                </a:path>
              </a:pathLst>
            </a:custGeom>
            <a:solidFill>
              <a:srgbClr val="0617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8"/>
            <p:cNvSpPr/>
            <p:nvPr/>
          </p:nvSpPr>
          <p:spPr>
            <a:xfrm>
              <a:off x="3064275" y="3085600"/>
              <a:ext cx="1257000" cy="1806050"/>
            </a:xfrm>
            <a:custGeom>
              <a:avLst/>
              <a:gdLst/>
              <a:ahLst/>
              <a:cxnLst/>
              <a:rect l="l" t="t" r="r" b="b"/>
              <a:pathLst>
                <a:path w="50280" h="72242" extrusionOk="0">
                  <a:moveTo>
                    <a:pt x="26619" y="1"/>
                  </a:moveTo>
                  <a:cubicBezTo>
                    <a:pt x="26179" y="3241"/>
                    <a:pt x="25486" y="6482"/>
                    <a:pt x="24071" y="9408"/>
                  </a:cubicBezTo>
                  <a:cubicBezTo>
                    <a:pt x="23001" y="11579"/>
                    <a:pt x="20295" y="16834"/>
                    <a:pt x="17652" y="17432"/>
                  </a:cubicBezTo>
                  <a:cubicBezTo>
                    <a:pt x="18911" y="17148"/>
                    <a:pt x="20138" y="16645"/>
                    <a:pt x="21239" y="15984"/>
                  </a:cubicBezTo>
                  <a:lnTo>
                    <a:pt x="21239" y="15984"/>
                  </a:lnTo>
                  <a:cubicBezTo>
                    <a:pt x="18502" y="21459"/>
                    <a:pt x="14411" y="26116"/>
                    <a:pt x="9346" y="29577"/>
                  </a:cubicBezTo>
                  <a:lnTo>
                    <a:pt x="17212" y="26084"/>
                  </a:lnTo>
                  <a:lnTo>
                    <a:pt x="17212" y="26084"/>
                  </a:lnTo>
                  <a:cubicBezTo>
                    <a:pt x="14978" y="32346"/>
                    <a:pt x="11202" y="37978"/>
                    <a:pt x="6262" y="42414"/>
                  </a:cubicBezTo>
                  <a:lnTo>
                    <a:pt x="14726" y="38355"/>
                  </a:lnTo>
                  <a:lnTo>
                    <a:pt x="14726" y="38355"/>
                  </a:lnTo>
                  <a:cubicBezTo>
                    <a:pt x="13467" y="40558"/>
                    <a:pt x="11863" y="42508"/>
                    <a:pt x="9943" y="44144"/>
                  </a:cubicBezTo>
                  <a:cubicBezTo>
                    <a:pt x="11265" y="43326"/>
                    <a:pt x="12649" y="42634"/>
                    <a:pt x="14097" y="42099"/>
                  </a:cubicBezTo>
                  <a:lnTo>
                    <a:pt x="14097" y="42099"/>
                  </a:lnTo>
                  <a:cubicBezTo>
                    <a:pt x="13184" y="43106"/>
                    <a:pt x="12492" y="44239"/>
                    <a:pt x="11957" y="45466"/>
                  </a:cubicBezTo>
                  <a:cubicBezTo>
                    <a:pt x="13310" y="44774"/>
                    <a:pt x="14631" y="44050"/>
                    <a:pt x="15890" y="43295"/>
                  </a:cubicBezTo>
                  <a:lnTo>
                    <a:pt x="15890" y="43295"/>
                  </a:lnTo>
                  <a:cubicBezTo>
                    <a:pt x="12460" y="49462"/>
                    <a:pt x="7269" y="54433"/>
                    <a:pt x="945" y="57580"/>
                  </a:cubicBezTo>
                  <a:cubicBezTo>
                    <a:pt x="5255" y="56541"/>
                    <a:pt x="9503" y="55220"/>
                    <a:pt x="13625" y="53584"/>
                  </a:cubicBezTo>
                  <a:lnTo>
                    <a:pt x="13625" y="53584"/>
                  </a:lnTo>
                  <a:lnTo>
                    <a:pt x="7898" y="58995"/>
                  </a:lnTo>
                  <a:lnTo>
                    <a:pt x="7898" y="58995"/>
                  </a:lnTo>
                  <a:lnTo>
                    <a:pt x="13813" y="57234"/>
                  </a:lnTo>
                  <a:lnTo>
                    <a:pt x="13813" y="57234"/>
                  </a:lnTo>
                  <a:cubicBezTo>
                    <a:pt x="12901" y="57737"/>
                    <a:pt x="12146" y="58461"/>
                    <a:pt x="11548" y="59310"/>
                  </a:cubicBezTo>
                  <a:lnTo>
                    <a:pt x="14537" y="59090"/>
                  </a:lnTo>
                  <a:lnTo>
                    <a:pt x="14537" y="59090"/>
                  </a:lnTo>
                  <a:cubicBezTo>
                    <a:pt x="10950" y="64690"/>
                    <a:pt x="5916" y="69221"/>
                    <a:pt x="1" y="72242"/>
                  </a:cubicBezTo>
                  <a:cubicBezTo>
                    <a:pt x="8905" y="70732"/>
                    <a:pt x="17589" y="67994"/>
                    <a:pt x="25770" y="64093"/>
                  </a:cubicBezTo>
                  <a:cubicBezTo>
                    <a:pt x="29703" y="67491"/>
                    <a:pt x="34580" y="69662"/>
                    <a:pt x="39771" y="70323"/>
                  </a:cubicBezTo>
                  <a:cubicBezTo>
                    <a:pt x="42949" y="70732"/>
                    <a:pt x="46316" y="70543"/>
                    <a:pt x="49210" y="71990"/>
                  </a:cubicBezTo>
                  <a:cubicBezTo>
                    <a:pt x="44711" y="68214"/>
                    <a:pt x="40369" y="64219"/>
                    <a:pt x="36247" y="60065"/>
                  </a:cubicBezTo>
                  <a:lnTo>
                    <a:pt x="36247" y="60065"/>
                  </a:lnTo>
                  <a:cubicBezTo>
                    <a:pt x="40117" y="61890"/>
                    <a:pt x="44270" y="62991"/>
                    <a:pt x="48518" y="63338"/>
                  </a:cubicBezTo>
                  <a:cubicBezTo>
                    <a:pt x="44302" y="61890"/>
                    <a:pt x="40432" y="59625"/>
                    <a:pt x="37128" y="56636"/>
                  </a:cubicBezTo>
                  <a:lnTo>
                    <a:pt x="37128" y="56636"/>
                  </a:lnTo>
                  <a:cubicBezTo>
                    <a:pt x="41061" y="58838"/>
                    <a:pt x="45372" y="60317"/>
                    <a:pt x="49840" y="61009"/>
                  </a:cubicBezTo>
                  <a:cubicBezTo>
                    <a:pt x="44868" y="58807"/>
                    <a:pt x="40306" y="55818"/>
                    <a:pt x="36310" y="52136"/>
                  </a:cubicBezTo>
                  <a:lnTo>
                    <a:pt x="36310" y="52136"/>
                  </a:lnTo>
                  <a:cubicBezTo>
                    <a:pt x="37098" y="52435"/>
                    <a:pt x="37944" y="52589"/>
                    <a:pt x="38799" y="52589"/>
                  </a:cubicBezTo>
                  <a:cubicBezTo>
                    <a:pt x="39207" y="52589"/>
                    <a:pt x="39616" y="52554"/>
                    <a:pt x="40023" y="52482"/>
                  </a:cubicBezTo>
                  <a:cubicBezTo>
                    <a:pt x="38450" y="52010"/>
                    <a:pt x="37002" y="51224"/>
                    <a:pt x="35775" y="50154"/>
                  </a:cubicBezTo>
                  <a:lnTo>
                    <a:pt x="35775" y="50154"/>
                  </a:lnTo>
                  <a:lnTo>
                    <a:pt x="39803" y="51696"/>
                  </a:lnTo>
                  <a:cubicBezTo>
                    <a:pt x="37191" y="49368"/>
                    <a:pt x="34926" y="46693"/>
                    <a:pt x="33069" y="43767"/>
                  </a:cubicBezTo>
                  <a:lnTo>
                    <a:pt x="33069" y="43767"/>
                  </a:lnTo>
                  <a:cubicBezTo>
                    <a:pt x="38324" y="46882"/>
                    <a:pt x="44207" y="48707"/>
                    <a:pt x="50280" y="49147"/>
                  </a:cubicBezTo>
                  <a:cubicBezTo>
                    <a:pt x="43201" y="45812"/>
                    <a:pt x="35838" y="42257"/>
                    <a:pt x="31181" y="35995"/>
                  </a:cubicBezTo>
                  <a:lnTo>
                    <a:pt x="31181" y="35995"/>
                  </a:lnTo>
                  <a:cubicBezTo>
                    <a:pt x="34076" y="37097"/>
                    <a:pt x="37128" y="37789"/>
                    <a:pt x="40212" y="38072"/>
                  </a:cubicBezTo>
                  <a:cubicBezTo>
                    <a:pt x="37474" y="37159"/>
                    <a:pt x="34926" y="35744"/>
                    <a:pt x="32692" y="33919"/>
                  </a:cubicBezTo>
                  <a:lnTo>
                    <a:pt x="32692" y="33919"/>
                  </a:lnTo>
                  <a:cubicBezTo>
                    <a:pt x="34108" y="34485"/>
                    <a:pt x="35586" y="34800"/>
                    <a:pt x="37128" y="34894"/>
                  </a:cubicBezTo>
                  <a:cubicBezTo>
                    <a:pt x="34989" y="33856"/>
                    <a:pt x="33164" y="32314"/>
                    <a:pt x="31748" y="30426"/>
                  </a:cubicBezTo>
                  <a:lnTo>
                    <a:pt x="31748" y="30426"/>
                  </a:lnTo>
                  <a:cubicBezTo>
                    <a:pt x="35748" y="32301"/>
                    <a:pt x="40106" y="33263"/>
                    <a:pt x="44506" y="33263"/>
                  </a:cubicBezTo>
                  <a:cubicBezTo>
                    <a:pt x="45643" y="33263"/>
                    <a:pt x="46783" y="33198"/>
                    <a:pt x="47920" y="33069"/>
                  </a:cubicBezTo>
                  <a:cubicBezTo>
                    <a:pt x="41187" y="30709"/>
                    <a:pt x="35240" y="26556"/>
                    <a:pt x="30709" y="21081"/>
                  </a:cubicBezTo>
                  <a:lnTo>
                    <a:pt x="30709" y="21081"/>
                  </a:lnTo>
                  <a:cubicBezTo>
                    <a:pt x="32798" y="22573"/>
                    <a:pt x="35281" y="23386"/>
                    <a:pt x="37840" y="23386"/>
                  </a:cubicBezTo>
                  <a:cubicBezTo>
                    <a:pt x="37980" y="23386"/>
                    <a:pt x="38120" y="23383"/>
                    <a:pt x="38261" y="23378"/>
                  </a:cubicBezTo>
                  <a:cubicBezTo>
                    <a:pt x="34831" y="22057"/>
                    <a:pt x="31779" y="19854"/>
                    <a:pt x="29482" y="16960"/>
                  </a:cubicBezTo>
                  <a:lnTo>
                    <a:pt x="29482" y="16960"/>
                  </a:lnTo>
                  <a:cubicBezTo>
                    <a:pt x="31220" y="18636"/>
                    <a:pt x="33518" y="19574"/>
                    <a:pt x="35919" y="19574"/>
                  </a:cubicBezTo>
                  <a:cubicBezTo>
                    <a:pt x="35997" y="19574"/>
                    <a:pt x="36075" y="19573"/>
                    <a:pt x="36153" y="19571"/>
                  </a:cubicBezTo>
                  <a:cubicBezTo>
                    <a:pt x="33730" y="18344"/>
                    <a:pt x="31496" y="16771"/>
                    <a:pt x="29514" y="14914"/>
                  </a:cubicBezTo>
                  <a:lnTo>
                    <a:pt x="29514" y="14914"/>
                  </a:lnTo>
                  <a:cubicBezTo>
                    <a:pt x="33510" y="16456"/>
                    <a:pt x="37694" y="17432"/>
                    <a:pt x="41974" y="17841"/>
                  </a:cubicBezTo>
                  <a:cubicBezTo>
                    <a:pt x="34233" y="15324"/>
                    <a:pt x="29136" y="7772"/>
                    <a:pt x="26619" y="1"/>
                  </a:cubicBezTo>
                  <a:close/>
                </a:path>
              </a:pathLst>
            </a:custGeom>
            <a:solidFill>
              <a:srgbClr val="0617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8"/>
            <p:cNvSpPr/>
            <p:nvPr/>
          </p:nvSpPr>
          <p:spPr>
            <a:xfrm>
              <a:off x="3614900" y="3165050"/>
              <a:ext cx="1150025" cy="1518500"/>
            </a:xfrm>
            <a:custGeom>
              <a:avLst/>
              <a:gdLst/>
              <a:ahLst/>
              <a:cxnLst/>
              <a:rect l="l" t="t" r="r" b="b"/>
              <a:pathLst>
                <a:path w="46001" h="60740" extrusionOk="0">
                  <a:moveTo>
                    <a:pt x="30418" y="22021"/>
                  </a:moveTo>
                  <a:cubicBezTo>
                    <a:pt x="30421" y="22022"/>
                    <a:pt x="30423" y="22024"/>
                    <a:pt x="30426" y="22025"/>
                  </a:cubicBezTo>
                  <a:lnTo>
                    <a:pt x="30418" y="22021"/>
                  </a:lnTo>
                  <a:close/>
                  <a:moveTo>
                    <a:pt x="34320" y="32620"/>
                  </a:moveTo>
                  <a:cubicBezTo>
                    <a:pt x="34479" y="32741"/>
                    <a:pt x="34638" y="32859"/>
                    <a:pt x="34799" y="32975"/>
                  </a:cubicBezTo>
                  <a:cubicBezTo>
                    <a:pt x="34640" y="32855"/>
                    <a:pt x="34481" y="32737"/>
                    <a:pt x="34320" y="32620"/>
                  </a:cubicBezTo>
                  <a:close/>
                  <a:moveTo>
                    <a:pt x="40412" y="44586"/>
                  </a:moveTo>
                  <a:cubicBezTo>
                    <a:pt x="40659" y="44736"/>
                    <a:pt x="40906" y="44882"/>
                    <a:pt x="41155" y="45025"/>
                  </a:cubicBezTo>
                  <a:cubicBezTo>
                    <a:pt x="40911" y="44868"/>
                    <a:pt x="40663" y="44722"/>
                    <a:pt x="40412" y="44586"/>
                  </a:cubicBezTo>
                  <a:close/>
                  <a:moveTo>
                    <a:pt x="20924" y="0"/>
                  </a:moveTo>
                  <a:cubicBezTo>
                    <a:pt x="19823" y="2392"/>
                    <a:pt x="18627" y="4751"/>
                    <a:pt x="17274" y="7048"/>
                  </a:cubicBezTo>
                  <a:cubicBezTo>
                    <a:pt x="15905" y="9408"/>
                    <a:pt x="14051" y="11848"/>
                    <a:pt x="11886" y="11848"/>
                  </a:cubicBezTo>
                  <a:cubicBezTo>
                    <a:pt x="11712" y="11848"/>
                    <a:pt x="11537" y="11832"/>
                    <a:pt x="11359" y="11799"/>
                  </a:cubicBezTo>
                  <a:lnTo>
                    <a:pt x="11359" y="11799"/>
                  </a:lnTo>
                  <a:cubicBezTo>
                    <a:pt x="12999" y="12254"/>
                    <a:pt x="14701" y="12485"/>
                    <a:pt x="16410" y="12485"/>
                  </a:cubicBezTo>
                  <a:cubicBezTo>
                    <a:pt x="17423" y="12485"/>
                    <a:pt x="18438" y="12404"/>
                    <a:pt x="19445" y="12240"/>
                  </a:cubicBezTo>
                  <a:lnTo>
                    <a:pt x="19445" y="12240"/>
                  </a:lnTo>
                  <a:cubicBezTo>
                    <a:pt x="16928" y="14726"/>
                    <a:pt x="13876" y="16236"/>
                    <a:pt x="10761" y="16519"/>
                  </a:cubicBezTo>
                  <a:cubicBezTo>
                    <a:pt x="13436" y="16488"/>
                    <a:pt x="16110" y="16362"/>
                    <a:pt x="18784" y="16173"/>
                  </a:cubicBezTo>
                  <a:lnTo>
                    <a:pt x="18784" y="16173"/>
                  </a:lnTo>
                  <a:cubicBezTo>
                    <a:pt x="16582" y="17903"/>
                    <a:pt x="13970" y="19068"/>
                    <a:pt x="11202" y="19477"/>
                  </a:cubicBezTo>
                  <a:cubicBezTo>
                    <a:pt x="13876" y="19445"/>
                    <a:pt x="16519" y="19288"/>
                    <a:pt x="19162" y="19005"/>
                  </a:cubicBezTo>
                  <a:lnTo>
                    <a:pt x="19162" y="19005"/>
                  </a:lnTo>
                  <a:cubicBezTo>
                    <a:pt x="17337" y="21364"/>
                    <a:pt x="15449" y="23787"/>
                    <a:pt x="13027" y="25046"/>
                  </a:cubicBezTo>
                  <a:cubicBezTo>
                    <a:pt x="10635" y="26336"/>
                    <a:pt x="7866" y="26336"/>
                    <a:pt x="5633" y="28066"/>
                  </a:cubicBezTo>
                  <a:cubicBezTo>
                    <a:pt x="6148" y="28097"/>
                    <a:pt x="6663" y="28113"/>
                    <a:pt x="7178" y="28113"/>
                  </a:cubicBezTo>
                  <a:cubicBezTo>
                    <a:pt x="10340" y="28113"/>
                    <a:pt x="13475" y="27531"/>
                    <a:pt x="16425" y="26367"/>
                  </a:cubicBezTo>
                  <a:lnTo>
                    <a:pt x="16425" y="26367"/>
                  </a:lnTo>
                  <a:cubicBezTo>
                    <a:pt x="14946" y="28412"/>
                    <a:pt x="13215" y="30206"/>
                    <a:pt x="11265" y="31748"/>
                  </a:cubicBezTo>
                  <a:cubicBezTo>
                    <a:pt x="11446" y="31766"/>
                    <a:pt x="11627" y="31775"/>
                    <a:pt x="11807" y="31775"/>
                  </a:cubicBezTo>
                  <a:cubicBezTo>
                    <a:pt x="13195" y="31775"/>
                    <a:pt x="14545" y="31247"/>
                    <a:pt x="15575" y="30300"/>
                  </a:cubicBezTo>
                  <a:lnTo>
                    <a:pt x="15575" y="30300"/>
                  </a:lnTo>
                  <a:cubicBezTo>
                    <a:pt x="13467" y="32880"/>
                    <a:pt x="10635" y="34831"/>
                    <a:pt x="7457" y="35838"/>
                  </a:cubicBezTo>
                  <a:cubicBezTo>
                    <a:pt x="8006" y="35896"/>
                    <a:pt x="8554" y="35925"/>
                    <a:pt x="9100" y="35925"/>
                  </a:cubicBezTo>
                  <a:cubicBezTo>
                    <a:pt x="11814" y="35925"/>
                    <a:pt x="14476" y="35212"/>
                    <a:pt x="16834" y="33824"/>
                  </a:cubicBezTo>
                  <a:lnTo>
                    <a:pt x="16834" y="33824"/>
                  </a:lnTo>
                  <a:cubicBezTo>
                    <a:pt x="12586" y="38827"/>
                    <a:pt x="7457" y="43043"/>
                    <a:pt x="1731" y="46190"/>
                  </a:cubicBezTo>
                  <a:cubicBezTo>
                    <a:pt x="1923" y="46195"/>
                    <a:pt x="2115" y="46198"/>
                    <a:pt x="2307" y="46198"/>
                  </a:cubicBezTo>
                  <a:cubicBezTo>
                    <a:pt x="6511" y="46198"/>
                    <a:pt x="10604" y="44881"/>
                    <a:pt x="14065" y="42414"/>
                  </a:cubicBezTo>
                  <a:lnTo>
                    <a:pt x="14065" y="42414"/>
                  </a:lnTo>
                  <a:lnTo>
                    <a:pt x="8244" y="46913"/>
                  </a:lnTo>
                  <a:cubicBezTo>
                    <a:pt x="10384" y="46630"/>
                    <a:pt x="12492" y="46001"/>
                    <a:pt x="14442" y="45088"/>
                  </a:cubicBezTo>
                  <a:lnTo>
                    <a:pt x="14442" y="45088"/>
                  </a:lnTo>
                  <a:cubicBezTo>
                    <a:pt x="11988" y="47794"/>
                    <a:pt x="8936" y="49934"/>
                    <a:pt x="5507" y="51287"/>
                  </a:cubicBezTo>
                  <a:cubicBezTo>
                    <a:pt x="5948" y="51361"/>
                    <a:pt x="6392" y="51398"/>
                    <a:pt x="6836" y="51398"/>
                  </a:cubicBezTo>
                  <a:cubicBezTo>
                    <a:pt x="9186" y="51398"/>
                    <a:pt x="11524" y="50371"/>
                    <a:pt x="13386" y="48482"/>
                  </a:cubicBezTo>
                  <a:lnTo>
                    <a:pt x="13386" y="48482"/>
                  </a:lnTo>
                  <a:cubicBezTo>
                    <a:pt x="9271" y="52904"/>
                    <a:pt x="4781" y="57003"/>
                    <a:pt x="0" y="60694"/>
                  </a:cubicBezTo>
                  <a:cubicBezTo>
                    <a:pt x="975" y="60721"/>
                    <a:pt x="1955" y="60739"/>
                    <a:pt x="2938" y="60739"/>
                  </a:cubicBezTo>
                  <a:cubicBezTo>
                    <a:pt x="8998" y="60739"/>
                    <a:pt x="15136" y="60040"/>
                    <a:pt x="20389" y="56195"/>
                  </a:cubicBezTo>
                  <a:cubicBezTo>
                    <a:pt x="21018" y="55755"/>
                    <a:pt x="21585" y="55220"/>
                    <a:pt x="22371" y="55157"/>
                  </a:cubicBezTo>
                  <a:cubicBezTo>
                    <a:pt x="22419" y="55153"/>
                    <a:pt x="22467" y="55151"/>
                    <a:pt x="22514" y="55151"/>
                  </a:cubicBezTo>
                  <a:cubicBezTo>
                    <a:pt x="23246" y="55151"/>
                    <a:pt x="23924" y="55593"/>
                    <a:pt x="24574" y="56006"/>
                  </a:cubicBezTo>
                  <a:cubicBezTo>
                    <a:pt x="29688" y="59109"/>
                    <a:pt x="35325" y="60717"/>
                    <a:pt x="40967" y="60717"/>
                  </a:cubicBezTo>
                  <a:cubicBezTo>
                    <a:pt x="42649" y="60717"/>
                    <a:pt x="44331" y="60574"/>
                    <a:pt x="46001" y="60285"/>
                  </a:cubicBezTo>
                  <a:cubicBezTo>
                    <a:pt x="40809" y="59404"/>
                    <a:pt x="35806" y="56667"/>
                    <a:pt x="31716" y="52325"/>
                  </a:cubicBezTo>
                  <a:lnTo>
                    <a:pt x="31716" y="52325"/>
                  </a:lnTo>
                  <a:cubicBezTo>
                    <a:pt x="34328" y="52545"/>
                    <a:pt x="36876" y="53206"/>
                    <a:pt x="39236" y="54339"/>
                  </a:cubicBezTo>
                  <a:cubicBezTo>
                    <a:pt x="36027" y="52231"/>
                    <a:pt x="33006" y="49839"/>
                    <a:pt x="30269" y="47165"/>
                  </a:cubicBezTo>
                  <a:lnTo>
                    <a:pt x="30269" y="47165"/>
                  </a:lnTo>
                  <a:lnTo>
                    <a:pt x="40715" y="50846"/>
                  </a:lnTo>
                  <a:cubicBezTo>
                    <a:pt x="36247" y="47763"/>
                    <a:pt x="32251" y="44081"/>
                    <a:pt x="28853" y="39865"/>
                  </a:cubicBezTo>
                  <a:lnTo>
                    <a:pt x="28853" y="39865"/>
                  </a:lnTo>
                  <a:cubicBezTo>
                    <a:pt x="32331" y="42607"/>
                    <a:pt x="36693" y="42559"/>
                    <a:pt x="40412" y="44586"/>
                  </a:cubicBezTo>
                  <a:lnTo>
                    <a:pt x="40412" y="44586"/>
                  </a:lnTo>
                  <a:cubicBezTo>
                    <a:pt x="35609" y="41657"/>
                    <a:pt x="31258" y="37326"/>
                    <a:pt x="27846" y="31999"/>
                  </a:cubicBezTo>
                  <a:lnTo>
                    <a:pt x="27846" y="31999"/>
                  </a:lnTo>
                  <a:cubicBezTo>
                    <a:pt x="29639" y="32534"/>
                    <a:pt x="31276" y="33478"/>
                    <a:pt x="32628" y="34768"/>
                  </a:cubicBezTo>
                  <a:cubicBezTo>
                    <a:pt x="30772" y="32849"/>
                    <a:pt x="29073" y="30772"/>
                    <a:pt x="27563" y="28601"/>
                  </a:cubicBezTo>
                  <a:lnTo>
                    <a:pt x="27563" y="28601"/>
                  </a:lnTo>
                  <a:cubicBezTo>
                    <a:pt x="29932" y="29742"/>
                    <a:pt x="32193" y="31073"/>
                    <a:pt x="34320" y="32620"/>
                  </a:cubicBezTo>
                  <a:lnTo>
                    <a:pt x="34320" y="32620"/>
                  </a:lnTo>
                  <a:cubicBezTo>
                    <a:pt x="31100" y="30167"/>
                    <a:pt x="28387" y="26565"/>
                    <a:pt x="26587" y="22277"/>
                  </a:cubicBezTo>
                  <a:lnTo>
                    <a:pt x="26587" y="22277"/>
                  </a:lnTo>
                  <a:lnTo>
                    <a:pt x="30143" y="25423"/>
                  </a:lnTo>
                  <a:cubicBezTo>
                    <a:pt x="28979" y="23598"/>
                    <a:pt x="27815" y="21773"/>
                    <a:pt x="26650" y="19980"/>
                  </a:cubicBezTo>
                  <a:lnTo>
                    <a:pt x="26650" y="19980"/>
                  </a:lnTo>
                  <a:lnTo>
                    <a:pt x="30418" y="22021"/>
                  </a:lnTo>
                  <a:lnTo>
                    <a:pt x="30418" y="22021"/>
                  </a:lnTo>
                  <a:cubicBezTo>
                    <a:pt x="27683" y="20536"/>
                    <a:pt x="24856" y="14911"/>
                    <a:pt x="23535" y="11642"/>
                  </a:cubicBezTo>
                  <a:cubicBezTo>
                    <a:pt x="22214" y="8338"/>
                    <a:pt x="21302" y="3650"/>
                    <a:pt x="20924" y="0"/>
                  </a:cubicBezTo>
                  <a:close/>
                </a:path>
              </a:pathLst>
            </a:custGeom>
            <a:solidFill>
              <a:srgbClr val="0617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38"/>
            <p:cNvSpPr/>
            <p:nvPr/>
          </p:nvSpPr>
          <p:spPr>
            <a:xfrm>
              <a:off x="3577925" y="2192025"/>
              <a:ext cx="79475" cy="88125"/>
            </a:xfrm>
            <a:custGeom>
              <a:avLst/>
              <a:gdLst/>
              <a:ahLst/>
              <a:cxnLst/>
              <a:rect l="l" t="t" r="r" b="b"/>
              <a:pathLst>
                <a:path w="3179" h="3525" extrusionOk="0">
                  <a:moveTo>
                    <a:pt x="3179" y="0"/>
                  </a:moveTo>
                  <a:lnTo>
                    <a:pt x="3179" y="0"/>
                  </a:lnTo>
                  <a:cubicBezTo>
                    <a:pt x="2644" y="535"/>
                    <a:pt x="2109" y="1039"/>
                    <a:pt x="1542" y="1542"/>
                  </a:cubicBezTo>
                  <a:cubicBezTo>
                    <a:pt x="1542" y="1668"/>
                    <a:pt x="1511" y="1762"/>
                    <a:pt x="1448" y="1888"/>
                  </a:cubicBezTo>
                  <a:cubicBezTo>
                    <a:pt x="1417" y="1983"/>
                    <a:pt x="1354" y="2109"/>
                    <a:pt x="1291" y="2203"/>
                  </a:cubicBezTo>
                  <a:cubicBezTo>
                    <a:pt x="1259" y="2172"/>
                    <a:pt x="1228" y="2140"/>
                    <a:pt x="1196" y="2109"/>
                  </a:cubicBezTo>
                  <a:cubicBezTo>
                    <a:pt x="1178" y="2099"/>
                    <a:pt x="1159" y="2096"/>
                    <a:pt x="1142" y="2096"/>
                  </a:cubicBezTo>
                  <a:cubicBezTo>
                    <a:pt x="1099" y="2096"/>
                    <a:pt x="1061" y="2118"/>
                    <a:pt x="1039" y="2140"/>
                  </a:cubicBezTo>
                  <a:cubicBezTo>
                    <a:pt x="976" y="2486"/>
                    <a:pt x="661" y="2675"/>
                    <a:pt x="473" y="2927"/>
                  </a:cubicBezTo>
                  <a:cubicBezTo>
                    <a:pt x="315" y="3147"/>
                    <a:pt x="189" y="3336"/>
                    <a:pt x="1" y="3524"/>
                  </a:cubicBezTo>
                  <a:cubicBezTo>
                    <a:pt x="976" y="2612"/>
                    <a:pt x="1983" y="1731"/>
                    <a:pt x="3053" y="913"/>
                  </a:cubicBezTo>
                  <a:cubicBezTo>
                    <a:pt x="3053" y="850"/>
                    <a:pt x="3084" y="819"/>
                    <a:pt x="3084" y="756"/>
                  </a:cubicBezTo>
                  <a:cubicBezTo>
                    <a:pt x="3116" y="504"/>
                    <a:pt x="3147" y="252"/>
                    <a:pt x="3179" y="0"/>
                  </a:cubicBezTo>
                  <a:close/>
                </a:path>
              </a:pathLst>
            </a:custGeom>
            <a:solidFill>
              <a:srgbClr val="0E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38"/>
            <p:cNvSpPr/>
            <p:nvPr/>
          </p:nvSpPr>
          <p:spPr>
            <a:xfrm>
              <a:off x="3618050" y="2174725"/>
              <a:ext cx="40125" cy="41700"/>
            </a:xfrm>
            <a:custGeom>
              <a:avLst/>
              <a:gdLst/>
              <a:ahLst/>
              <a:cxnLst/>
              <a:rect l="l" t="t" r="r" b="b"/>
              <a:pathLst>
                <a:path w="1605" h="1668" extrusionOk="0">
                  <a:moveTo>
                    <a:pt x="1605" y="0"/>
                  </a:moveTo>
                  <a:cubicBezTo>
                    <a:pt x="1102" y="378"/>
                    <a:pt x="598" y="787"/>
                    <a:pt x="95" y="1164"/>
                  </a:cubicBezTo>
                  <a:cubicBezTo>
                    <a:pt x="32" y="1353"/>
                    <a:pt x="0" y="1511"/>
                    <a:pt x="0" y="1668"/>
                  </a:cubicBezTo>
                  <a:cubicBezTo>
                    <a:pt x="535" y="1133"/>
                    <a:pt x="1070" y="630"/>
                    <a:pt x="1605" y="95"/>
                  </a:cubicBezTo>
                  <a:lnTo>
                    <a:pt x="1605" y="0"/>
                  </a:lnTo>
                  <a:close/>
                </a:path>
              </a:pathLst>
            </a:custGeom>
            <a:solidFill>
              <a:srgbClr val="0E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38"/>
            <p:cNvSpPr/>
            <p:nvPr/>
          </p:nvSpPr>
          <p:spPr>
            <a:xfrm>
              <a:off x="3625900" y="2151125"/>
              <a:ext cx="33075" cy="36200"/>
            </a:xfrm>
            <a:custGeom>
              <a:avLst/>
              <a:gdLst/>
              <a:ahLst/>
              <a:cxnLst/>
              <a:rect l="l" t="t" r="r" b="b"/>
              <a:pathLst>
                <a:path w="1323" h="1448" extrusionOk="0">
                  <a:moveTo>
                    <a:pt x="1322" y="0"/>
                  </a:moveTo>
                  <a:cubicBezTo>
                    <a:pt x="945" y="315"/>
                    <a:pt x="536" y="661"/>
                    <a:pt x="158" y="976"/>
                  </a:cubicBezTo>
                  <a:cubicBezTo>
                    <a:pt x="95" y="1133"/>
                    <a:pt x="64" y="1290"/>
                    <a:pt x="1" y="1448"/>
                  </a:cubicBezTo>
                  <a:cubicBezTo>
                    <a:pt x="441" y="1102"/>
                    <a:pt x="882" y="755"/>
                    <a:pt x="1322" y="441"/>
                  </a:cubicBezTo>
                  <a:cubicBezTo>
                    <a:pt x="1322" y="284"/>
                    <a:pt x="1322" y="126"/>
                    <a:pt x="1322" y="0"/>
                  </a:cubicBezTo>
                  <a:close/>
                </a:path>
              </a:pathLst>
            </a:custGeom>
            <a:solidFill>
              <a:srgbClr val="0E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38"/>
            <p:cNvSpPr/>
            <p:nvPr/>
          </p:nvSpPr>
          <p:spPr>
            <a:xfrm>
              <a:off x="3511075" y="2260450"/>
              <a:ext cx="176225" cy="203775"/>
            </a:xfrm>
            <a:custGeom>
              <a:avLst/>
              <a:gdLst/>
              <a:ahLst/>
              <a:cxnLst/>
              <a:rect l="l" t="t" r="r" b="b"/>
              <a:pathLst>
                <a:path w="7049" h="8151" extrusionOk="0">
                  <a:moveTo>
                    <a:pt x="7017" y="1"/>
                  </a:moveTo>
                  <a:lnTo>
                    <a:pt x="5884" y="1165"/>
                  </a:lnTo>
                  <a:cubicBezTo>
                    <a:pt x="5853" y="1196"/>
                    <a:pt x="5853" y="1228"/>
                    <a:pt x="5821" y="1259"/>
                  </a:cubicBezTo>
                  <a:cubicBezTo>
                    <a:pt x="5695" y="1385"/>
                    <a:pt x="5569" y="1480"/>
                    <a:pt x="5475" y="1606"/>
                  </a:cubicBezTo>
                  <a:cubicBezTo>
                    <a:pt x="4342" y="2770"/>
                    <a:pt x="3210" y="3965"/>
                    <a:pt x="2077" y="5192"/>
                  </a:cubicBezTo>
                  <a:cubicBezTo>
                    <a:pt x="1385" y="5948"/>
                    <a:pt x="661" y="6671"/>
                    <a:pt x="0" y="7458"/>
                  </a:cubicBezTo>
                  <a:lnTo>
                    <a:pt x="95" y="7615"/>
                  </a:lnTo>
                  <a:cubicBezTo>
                    <a:pt x="220" y="7804"/>
                    <a:pt x="346" y="7993"/>
                    <a:pt x="472" y="8150"/>
                  </a:cubicBezTo>
                  <a:cubicBezTo>
                    <a:pt x="1353" y="7238"/>
                    <a:pt x="2266" y="6357"/>
                    <a:pt x="3115" y="5444"/>
                  </a:cubicBezTo>
                  <a:cubicBezTo>
                    <a:pt x="3870" y="4658"/>
                    <a:pt x="4594" y="3871"/>
                    <a:pt x="5381" y="3084"/>
                  </a:cubicBezTo>
                  <a:cubicBezTo>
                    <a:pt x="5632" y="2738"/>
                    <a:pt x="5853" y="2392"/>
                    <a:pt x="6104" y="2046"/>
                  </a:cubicBezTo>
                  <a:lnTo>
                    <a:pt x="6199" y="1920"/>
                  </a:lnTo>
                  <a:cubicBezTo>
                    <a:pt x="6293" y="1857"/>
                    <a:pt x="6356" y="1763"/>
                    <a:pt x="6450" y="1700"/>
                  </a:cubicBezTo>
                  <a:cubicBezTo>
                    <a:pt x="6608" y="1574"/>
                    <a:pt x="6765" y="1417"/>
                    <a:pt x="6891" y="1259"/>
                  </a:cubicBezTo>
                  <a:cubicBezTo>
                    <a:pt x="7017" y="945"/>
                    <a:pt x="7048" y="567"/>
                    <a:pt x="6954" y="253"/>
                  </a:cubicBezTo>
                  <a:cubicBezTo>
                    <a:pt x="6985" y="158"/>
                    <a:pt x="6985" y="95"/>
                    <a:pt x="7017" y="1"/>
                  </a:cubicBezTo>
                  <a:close/>
                </a:path>
              </a:pathLst>
            </a:custGeom>
            <a:solidFill>
              <a:srgbClr val="0E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38"/>
            <p:cNvSpPr/>
            <p:nvPr/>
          </p:nvSpPr>
          <p:spPr>
            <a:xfrm>
              <a:off x="3475675" y="2280900"/>
              <a:ext cx="101500" cy="92850"/>
            </a:xfrm>
            <a:custGeom>
              <a:avLst/>
              <a:gdLst/>
              <a:ahLst/>
              <a:cxnLst/>
              <a:rect l="l" t="t" r="r" b="b"/>
              <a:pathLst>
                <a:path w="4060" h="3714" extrusionOk="0">
                  <a:moveTo>
                    <a:pt x="4059" y="1"/>
                  </a:moveTo>
                  <a:cubicBezTo>
                    <a:pt x="3745" y="284"/>
                    <a:pt x="3367" y="504"/>
                    <a:pt x="3084" y="819"/>
                  </a:cubicBezTo>
                  <a:lnTo>
                    <a:pt x="2927" y="662"/>
                  </a:lnTo>
                  <a:cubicBezTo>
                    <a:pt x="2927" y="599"/>
                    <a:pt x="2927" y="504"/>
                    <a:pt x="2927" y="441"/>
                  </a:cubicBezTo>
                  <a:cubicBezTo>
                    <a:pt x="1920" y="1322"/>
                    <a:pt x="913" y="2235"/>
                    <a:pt x="0" y="3210"/>
                  </a:cubicBezTo>
                  <a:cubicBezTo>
                    <a:pt x="0" y="3368"/>
                    <a:pt x="0" y="3556"/>
                    <a:pt x="32" y="3714"/>
                  </a:cubicBezTo>
                  <a:cubicBezTo>
                    <a:pt x="881" y="2959"/>
                    <a:pt x="1731" y="2172"/>
                    <a:pt x="2580" y="1385"/>
                  </a:cubicBezTo>
                  <a:lnTo>
                    <a:pt x="4059" y="1"/>
                  </a:lnTo>
                  <a:close/>
                </a:path>
              </a:pathLst>
            </a:custGeom>
            <a:solidFill>
              <a:srgbClr val="0E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38"/>
            <p:cNvSpPr/>
            <p:nvPr/>
          </p:nvSpPr>
          <p:spPr>
            <a:xfrm>
              <a:off x="3635350" y="2074025"/>
              <a:ext cx="32275" cy="29150"/>
            </a:xfrm>
            <a:custGeom>
              <a:avLst/>
              <a:gdLst/>
              <a:ahLst/>
              <a:cxnLst/>
              <a:rect l="l" t="t" r="r" b="b"/>
              <a:pathLst>
                <a:path w="1291" h="1166" extrusionOk="0">
                  <a:moveTo>
                    <a:pt x="1291" y="1"/>
                  </a:moveTo>
                  <a:cubicBezTo>
                    <a:pt x="850" y="253"/>
                    <a:pt x="441" y="536"/>
                    <a:pt x="1" y="787"/>
                  </a:cubicBezTo>
                  <a:cubicBezTo>
                    <a:pt x="1" y="850"/>
                    <a:pt x="1" y="913"/>
                    <a:pt x="1" y="945"/>
                  </a:cubicBezTo>
                  <a:cubicBezTo>
                    <a:pt x="32" y="1008"/>
                    <a:pt x="32" y="1102"/>
                    <a:pt x="32" y="1165"/>
                  </a:cubicBezTo>
                  <a:lnTo>
                    <a:pt x="1228" y="253"/>
                  </a:lnTo>
                  <a:lnTo>
                    <a:pt x="1291" y="1"/>
                  </a:lnTo>
                  <a:close/>
                </a:path>
              </a:pathLst>
            </a:custGeom>
            <a:solidFill>
              <a:srgbClr val="0E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38"/>
            <p:cNvSpPr/>
            <p:nvPr/>
          </p:nvSpPr>
          <p:spPr>
            <a:xfrm>
              <a:off x="3459950" y="2258100"/>
              <a:ext cx="71600" cy="66100"/>
            </a:xfrm>
            <a:custGeom>
              <a:avLst/>
              <a:gdLst/>
              <a:ahLst/>
              <a:cxnLst/>
              <a:rect l="l" t="t" r="r" b="b"/>
              <a:pathLst>
                <a:path w="2864" h="2644" extrusionOk="0">
                  <a:moveTo>
                    <a:pt x="2675" y="0"/>
                  </a:moveTo>
                  <a:cubicBezTo>
                    <a:pt x="1731" y="787"/>
                    <a:pt x="850" y="1574"/>
                    <a:pt x="0" y="2423"/>
                  </a:cubicBezTo>
                  <a:cubicBezTo>
                    <a:pt x="32" y="2486"/>
                    <a:pt x="94" y="2581"/>
                    <a:pt x="126" y="2643"/>
                  </a:cubicBezTo>
                  <a:cubicBezTo>
                    <a:pt x="1038" y="1857"/>
                    <a:pt x="1951" y="1039"/>
                    <a:pt x="2863" y="252"/>
                  </a:cubicBezTo>
                  <a:lnTo>
                    <a:pt x="2800" y="126"/>
                  </a:lnTo>
                  <a:cubicBezTo>
                    <a:pt x="2769" y="63"/>
                    <a:pt x="2706" y="32"/>
                    <a:pt x="2675" y="0"/>
                  </a:cubicBezTo>
                  <a:close/>
                </a:path>
              </a:pathLst>
            </a:custGeom>
            <a:solidFill>
              <a:srgbClr val="0E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8"/>
            <p:cNvSpPr/>
            <p:nvPr/>
          </p:nvSpPr>
          <p:spPr>
            <a:xfrm>
              <a:off x="3469375" y="2272250"/>
              <a:ext cx="76325" cy="69250"/>
            </a:xfrm>
            <a:custGeom>
              <a:avLst/>
              <a:gdLst/>
              <a:ahLst/>
              <a:cxnLst/>
              <a:rect l="l" t="t" r="r" b="b"/>
              <a:pathLst>
                <a:path w="3053" h="2770" extrusionOk="0">
                  <a:moveTo>
                    <a:pt x="2707" y="1"/>
                  </a:moveTo>
                  <a:cubicBezTo>
                    <a:pt x="1794" y="787"/>
                    <a:pt x="882" y="1574"/>
                    <a:pt x="1" y="2392"/>
                  </a:cubicBezTo>
                  <a:cubicBezTo>
                    <a:pt x="127" y="2549"/>
                    <a:pt x="284" y="2675"/>
                    <a:pt x="441" y="2770"/>
                  </a:cubicBezTo>
                  <a:cubicBezTo>
                    <a:pt x="1291" y="1952"/>
                    <a:pt x="2172" y="1165"/>
                    <a:pt x="3053" y="347"/>
                  </a:cubicBezTo>
                  <a:cubicBezTo>
                    <a:pt x="2927" y="221"/>
                    <a:pt x="2832" y="127"/>
                    <a:pt x="2707" y="1"/>
                  </a:cubicBezTo>
                  <a:close/>
                </a:path>
              </a:pathLst>
            </a:custGeom>
            <a:solidFill>
              <a:srgbClr val="0E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8"/>
            <p:cNvSpPr/>
            <p:nvPr/>
          </p:nvSpPr>
          <p:spPr>
            <a:xfrm>
              <a:off x="3529950" y="2376875"/>
              <a:ext cx="100700" cy="107800"/>
            </a:xfrm>
            <a:custGeom>
              <a:avLst/>
              <a:gdLst/>
              <a:ahLst/>
              <a:cxnLst/>
              <a:rect l="l" t="t" r="r" b="b"/>
              <a:pathLst>
                <a:path w="4028" h="4312" extrusionOk="0">
                  <a:moveTo>
                    <a:pt x="3619" y="1"/>
                  </a:moveTo>
                  <a:cubicBezTo>
                    <a:pt x="3084" y="598"/>
                    <a:pt x="2517" y="1196"/>
                    <a:pt x="1951" y="1763"/>
                  </a:cubicBezTo>
                  <a:cubicBezTo>
                    <a:pt x="1290" y="2423"/>
                    <a:pt x="661" y="3115"/>
                    <a:pt x="0" y="3776"/>
                  </a:cubicBezTo>
                  <a:cubicBezTo>
                    <a:pt x="158" y="3965"/>
                    <a:pt x="346" y="4154"/>
                    <a:pt x="535" y="4311"/>
                  </a:cubicBezTo>
                  <a:cubicBezTo>
                    <a:pt x="1007" y="3776"/>
                    <a:pt x="1479" y="3210"/>
                    <a:pt x="1951" y="2675"/>
                  </a:cubicBezTo>
                  <a:cubicBezTo>
                    <a:pt x="2612" y="1920"/>
                    <a:pt x="3304" y="1196"/>
                    <a:pt x="4028" y="441"/>
                  </a:cubicBezTo>
                  <a:cubicBezTo>
                    <a:pt x="3933" y="347"/>
                    <a:pt x="3839" y="221"/>
                    <a:pt x="3745" y="126"/>
                  </a:cubicBezTo>
                  <a:cubicBezTo>
                    <a:pt x="3650" y="63"/>
                    <a:pt x="3682" y="63"/>
                    <a:pt x="3619" y="1"/>
                  </a:cubicBezTo>
                  <a:close/>
                </a:path>
              </a:pathLst>
            </a:custGeom>
            <a:solidFill>
              <a:srgbClr val="0E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38"/>
            <p:cNvSpPr/>
            <p:nvPr/>
          </p:nvSpPr>
          <p:spPr>
            <a:xfrm>
              <a:off x="3550400" y="2172575"/>
              <a:ext cx="435800" cy="359375"/>
            </a:xfrm>
            <a:custGeom>
              <a:avLst/>
              <a:gdLst/>
              <a:ahLst/>
              <a:cxnLst/>
              <a:rect l="l" t="t" r="r" b="b"/>
              <a:pathLst>
                <a:path w="17432" h="14375" extrusionOk="0">
                  <a:moveTo>
                    <a:pt x="10411" y="0"/>
                  </a:moveTo>
                  <a:cubicBezTo>
                    <a:pt x="10331" y="0"/>
                    <a:pt x="10256" y="25"/>
                    <a:pt x="10195" y="86"/>
                  </a:cubicBezTo>
                  <a:cubicBezTo>
                    <a:pt x="9974" y="307"/>
                    <a:pt x="10163" y="621"/>
                    <a:pt x="10289" y="810"/>
                  </a:cubicBezTo>
                  <a:cubicBezTo>
                    <a:pt x="10509" y="1030"/>
                    <a:pt x="10635" y="1282"/>
                    <a:pt x="10761" y="1534"/>
                  </a:cubicBezTo>
                  <a:cubicBezTo>
                    <a:pt x="10824" y="1817"/>
                    <a:pt x="10824" y="2100"/>
                    <a:pt x="10761" y="2383"/>
                  </a:cubicBezTo>
                  <a:cubicBezTo>
                    <a:pt x="10698" y="2540"/>
                    <a:pt x="10667" y="2761"/>
                    <a:pt x="10667" y="2950"/>
                  </a:cubicBezTo>
                  <a:cubicBezTo>
                    <a:pt x="10667" y="2981"/>
                    <a:pt x="10667" y="3012"/>
                    <a:pt x="10667" y="3044"/>
                  </a:cubicBezTo>
                  <a:cubicBezTo>
                    <a:pt x="10651" y="3028"/>
                    <a:pt x="10643" y="3020"/>
                    <a:pt x="10635" y="3020"/>
                  </a:cubicBezTo>
                  <a:cubicBezTo>
                    <a:pt x="10627" y="3020"/>
                    <a:pt x="10619" y="3028"/>
                    <a:pt x="10604" y="3044"/>
                  </a:cubicBezTo>
                  <a:cubicBezTo>
                    <a:pt x="10226" y="3233"/>
                    <a:pt x="9912" y="3516"/>
                    <a:pt x="9534" y="3736"/>
                  </a:cubicBezTo>
                  <a:cubicBezTo>
                    <a:pt x="9188" y="3956"/>
                    <a:pt x="8810" y="4208"/>
                    <a:pt x="8433" y="4397"/>
                  </a:cubicBezTo>
                  <a:lnTo>
                    <a:pt x="6639" y="5467"/>
                  </a:lnTo>
                  <a:cubicBezTo>
                    <a:pt x="6010" y="6253"/>
                    <a:pt x="5286" y="6977"/>
                    <a:pt x="4563" y="7701"/>
                  </a:cubicBezTo>
                  <a:cubicBezTo>
                    <a:pt x="4405" y="8141"/>
                    <a:pt x="4248" y="8582"/>
                    <a:pt x="4122" y="9022"/>
                  </a:cubicBezTo>
                  <a:lnTo>
                    <a:pt x="3870" y="9022"/>
                  </a:lnTo>
                  <a:cubicBezTo>
                    <a:pt x="3713" y="8991"/>
                    <a:pt x="3587" y="8928"/>
                    <a:pt x="3461" y="8833"/>
                  </a:cubicBezTo>
                  <a:cubicBezTo>
                    <a:pt x="2958" y="9368"/>
                    <a:pt x="2455" y="9903"/>
                    <a:pt x="1983" y="10469"/>
                  </a:cubicBezTo>
                  <a:cubicBezTo>
                    <a:pt x="1353" y="11225"/>
                    <a:pt x="661" y="11948"/>
                    <a:pt x="0" y="12735"/>
                  </a:cubicBezTo>
                  <a:lnTo>
                    <a:pt x="221" y="12892"/>
                  </a:lnTo>
                  <a:cubicBezTo>
                    <a:pt x="567" y="13144"/>
                    <a:pt x="944" y="13333"/>
                    <a:pt x="1322" y="13521"/>
                  </a:cubicBezTo>
                  <a:cubicBezTo>
                    <a:pt x="1762" y="13836"/>
                    <a:pt x="2297" y="14056"/>
                    <a:pt x="2864" y="14182"/>
                  </a:cubicBezTo>
                  <a:cubicBezTo>
                    <a:pt x="3330" y="14279"/>
                    <a:pt x="3894" y="14375"/>
                    <a:pt x="4448" y="14375"/>
                  </a:cubicBezTo>
                  <a:cubicBezTo>
                    <a:pt x="4979" y="14375"/>
                    <a:pt x="5500" y="14287"/>
                    <a:pt x="5916" y="14025"/>
                  </a:cubicBezTo>
                  <a:cubicBezTo>
                    <a:pt x="6325" y="13742"/>
                    <a:pt x="6639" y="13364"/>
                    <a:pt x="6828" y="12924"/>
                  </a:cubicBezTo>
                  <a:cubicBezTo>
                    <a:pt x="7143" y="12389"/>
                    <a:pt x="7394" y="11822"/>
                    <a:pt x="7709" y="11287"/>
                  </a:cubicBezTo>
                  <a:cubicBezTo>
                    <a:pt x="8055" y="10721"/>
                    <a:pt x="8433" y="10155"/>
                    <a:pt x="8842" y="9651"/>
                  </a:cubicBezTo>
                  <a:cubicBezTo>
                    <a:pt x="9156" y="9337"/>
                    <a:pt x="9408" y="8991"/>
                    <a:pt x="9534" y="8582"/>
                  </a:cubicBezTo>
                  <a:lnTo>
                    <a:pt x="9691" y="8676"/>
                  </a:lnTo>
                  <a:cubicBezTo>
                    <a:pt x="9708" y="8684"/>
                    <a:pt x="9727" y="8688"/>
                    <a:pt x="9747" y="8688"/>
                  </a:cubicBezTo>
                  <a:cubicBezTo>
                    <a:pt x="9800" y="8688"/>
                    <a:pt x="9857" y="8659"/>
                    <a:pt x="9880" y="8613"/>
                  </a:cubicBezTo>
                  <a:cubicBezTo>
                    <a:pt x="10053" y="8377"/>
                    <a:pt x="10297" y="8314"/>
                    <a:pt x="10557" y="8314"/>
                  </a:cubicBezTo>
                  <a:cubicBezTo>
                    <a:pt x="10816" y="8314"/>
                    <a:pt x="11091" y="8377"/>
                    <a:pt x="11327" y="8393"/>
                  </a:cubicBezTo>
                  <a:cubicBezTo>
                    <a:pt x="11495" y="8414"/>
                    <a:pt x="11663" y="8424"/>
                    <a:pt x="11830" y="8424"/>
                  </a:cubicBezTo>
                  <a:cubicBezTo>
                    <a:pt x="12163" y="8424"/>
                    <a:pt x="12492" y="8382"/>
                    <a:pt x="12806" y="8298"/>
                  </a:cubicBezTo>
                  <a:lnTo>
                    <a:pt x="14411" y="8015"/>
                  </a:lnTo>
                  <a:cubicBezTo>
                    <a:pt x="14788" y="7921"/>
                    <a:pt x="15292" y="7921"/>
                    <a:pt x="15607" y="7701"/>
                  </a:cubicBezTo>
                  <a:cubicBezTo>
                    <a:pt x="15870" y="7823"/>
                    <a:pt x="16162" y="7887"/>
                    <a:pt x="16457" y="7887"/>
                  </a:cubicBezTo>
                  <a:cubicBezTo>
                    <a:pt x="16690" y="7887"/>
                    <a:pt x="16925" y="7847"/>
                    <a:pt x="17148" y="7763"/>
                  </a:cubicBezTo>
                  <a:cubicBezTo>
                    <a:pt x="17211" y="7763"/>
                    <a:pt x="17243" y="7732"/>
                    <a:pt x="17243" y="7669"/>
                  </a:cubicBezTo>
                  <a:cubicBezTo>
                    <a:pt x="17337" y="6882"/>
                    <a:pt x="17368" y="6064"/>
                    <a:pt x="17400" y="5278"/>
                  </a:cubicBezTo>
                  <a:cubicBezTo>
                    <a:pt x="17431" y="4869"/>
                    <a:pt x="17431" y="4460"/>
                    <a:pt x="17431" y="4051"/>
                  </a:cubicBezTo>
                  <a:cubicBezTo>
                    <a:pt x="17431" y="3830"/>
                    <a:pt x="17400" y="3610"/>
                    <a:pt x="17274" y="3390"/>
                  </a:cubicBezTo>
                  <a:cubicBezTo>
                    <a:pt x="17180" y="3264"/>
                    <a:pt x="17022" y="3201"/>
                    <a:pt x="16865" y="3201"/>
                  </a:cubicBezTo>
                  <a:cubicBezTo>
                    <a:pt x="16645" y="3233"/>
                    <a:pt x="16645" y="3359"/>
                    <a:pt x="16645" y="3547"/>
                  </a:cubicBezTo>
                  <a:cubicBezTo>
                    <a:pt x="16613" y="3956"/>
                    <a:pt x="16487" y="4365"/>
                    <a:pt x="16299" y="4743"/>
                  </a:cubicBezTo>
                  <a:cubicBezTo>
                    <a:pt x="16110" y="5058"/>
                    <a:pt x="15858" y="5530"/>
                    <a:pt x="15449" y="5687"/>
                  </a:cubicBezTo>
                  <a:cubicBezTo>
                    <a:pt x="15418" y="5561"/>
                    <a:pt x="15386" y="5435"/>
                    <a:pt x="15355" y="5309"/>
                  </a:cubicBezTo>
                  <a:cubicBezTo>
                    <a:pt x="15355" y="5246"/>
                    <a:pt x="15292" y="5215"/>
                    <a:pt x="15229" y="5215"/>
                  </a:cubicBezTo>
                  <a:cubicBezTo>
                    <a:pt x="14285" y="5341"/>
                    <a:pt x="13341" y="5498"/>
                    <a:pt x="12397" y="5655"/>
                  </a:cubicBezTo>
                  <a:cubicBezTo>
                    <a:pt x="11925" y="5750"/>
                    <a:pt x="11485" y="5844"/>
                    <a:pt x="11044" y="5939"/>
                  </a:cubicBezTo>
                  <a:cubicBezTo>
                    <a:pt x="10761" y="6002"/>
                    <a:pt x="10509" y="6064"/>
                    <a:pt x="10258" y="6064"/>
                  </a:cubicBezTo>
                  <a:cubicBezTo>
                    <a:pt x="10100" y="6064"/>
                    <a:pt x="9974" y="6064"/>
                    <a:pt x="9817" y="6096"/>
                  </a:cubicBezTo>
                  <a:cubicBezTo>
                    <a:pt x="10132" y="5844"/>
                    <a:pt x="10446" y="5624"/>
                    <a:pt x="10793" y="5372"/>
                  </a:cubicBezTo>
                  <a:cubicBezTo>
                    <a:pt x="11107" y="5152"/>
                    <a:pt x="11485" y="4963"/>
                    <a:pt x="11799" y="4711"/>
                  </a:cubicBezTo>
                  <a:cubicBezTo>
                    <a:pt x="11957" y="4586"/>
                    <a:pt x="12083" y="4428"/>
                    <a:pt x="12020" y="4240"/>
                  </a:cubicBezTo>
                  <a:cubicBezTo>
                    <a:pt x="12083" y="4208"/>
                    <a:pt x="12145" y="4177"/>
                    <a:pt x="12177" y="4114"/>
                  </a:cubicBezTo>
                  <a:cubicBezTo>
                    <a:pt x="12240" y="4177"/>
                    <a:pt x="12303" y="4208"/>
                    <a:pt x="12334" y="4271"/>
                  </a:cubicBezTo>
                  <a:cubicBezTo>
                    <a:pt x="12366" y="4302"/>
                    <a:pt x="12429" y="4302"/>
                    <a:pt x="12460" y="4302"/>
                  </a:cubicBezTo>
                  <a:cubicBezTo>
                    <a:pt x="12743" y="4114"/>
                    <a:pt x="13278" y="3768"/>
                    <a:pt x="13310" y="3421"/>
                  </a:cubicBezTo>
                  <a:cubicBezTo>
                    <a:pt x="13373" y="3044"/>
                    <a:pt x="12995" y="2698"/>
                    <a:pt x="12838" y="2446"/>
                  </a:cubicBezTo>
                  <a:cubicBezTo>
                    <a:pt x="12334" y="1597"/>
                    <a:pt x="11642" y="841"/>
                    <a:pt x="10887" y="212"/>
                  </a:cubicBezTo>
                  <a:cubicBezTo>
                    <a:pt x="10760" y="106"/>
                    <a:pt x="10575" y="0"/>
                    <a:pt x="10411" y="0"/>
                  </a:cubicBezTo>
                  <a:close/>
                </a:path>
              </a:pathLst>
            </a:custGeom>
            <a:solidFill>
              <a:srgbClr val="0E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38"/>
            <p:cNvSpPr/>
            <p:nvPr/>
          </p:nvSpPr>
          <p:spPr>
            <a:xfrm>
              <a:off x="3658150" y="2222800"/>
              <a:ext cx="26525" cy="45550"/>
            </a:xfrm>
            <a:custGeom>
              <a:avLst/>
              <a:gdLst/>
              <a:ahLst/>
              <a:cxnLst/>
              <a:rect l="l" t="t" r="r" b="b"/>
              <a:pathLst>
                <a:path w="1061" h="1822" extrusionOk="0">
                  <a:moveTo>
                    <a:pt x="911" y="0"/>
                  </a:moveTo>
                  <a:cubicBezTo>
                    <a:pt x="875" y="0"/>
                    <a:pt x="840" y="18"/>
                    <a:pt x="819" y="60"/>
                  </a:cubicBezTo>
                  <a:cubicBezTo>
                    <a:pt x="693" y="311"/>
                    <a:pt x="630" y="563"/>
                    <a:pt x="599" y="846"/>
                  </a:cubicBezTo>
                  <a:lnTo>
                    <a:pt x="599" y="720"/>
                  </a:lnTo>
                  <a:lnTo>
                    <a:pt x="599" y="469"/>
                  </a:lnTo>
                  <a:cubicBezTo>
                    <a:pt x="630" y="343"/>
                    <a:pt x="662" y="217"/>
                    <a:pt x="693" y="60"/>
                  </a:cubicBezTo>
                  <a:lnTo>
                    <a:pt x="693" y="60"/>
                  </a:lnTo>
                  <a:lnTo>
                    <a:pt x="64" y="626"/>
                  </a:lnTo>
                  <a:cubicBezTo>
                    <a:pt x="64" y="815"/>
                    <a:pt x="32" y="972"/>
                    <a:pt x="1" y="1129"/>
                  </a:cubicBezTo>
                  <a:cubicBezTo>
                    <a:pt x="1" y="1381"/>
                    <a:pt x="1" y="1601"/>
                    <a:pt x="64" y="1821"/>
                  </a:cubicBezTo>
                  <a:cubicBezTo>
                    <a:pt x="316" y="1570"/>
                    <a:pt x="567" y="1350"/>
                    <a:pt x="851" y="1098"/>
                  </a:cubicBezTo>
                  <a:cubicBezTo>
                    <a:pt x="882" y="783"/>
                    <a:pt x="945" y="469"/>
                    <a:pt x="1039" y="154"/>
                  </a:cubicBezTo>
                  <a:cubicBezTo>
                    <a:pt x="1060" y="70"/>
                    <a:pt x="983" y="0"/>
                    <a:pt x="911" y="0"/>
                  </a:cubicBezTo>
                  <a:close/>
                </a:path>
              </a:pathLst>
            </a:custGeom>
            <a:solidFill>
              <a:srgbClr val="0E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8"/>
            <p:cNvSpPr/>
            <p:nvPr/>
          </p:nvSpPr>
          <p:spPr>
            <a:xfrm>
              <a:off x="3487475" y="2266750"/>
              <a:ext cx="147125" cy="156550"/>
            </a:xfrm>
            <a:custGeom>
              <a:avLst/>
              <a:gdLst/>
              <a:ahLst/>
              <a:cxnLst/>
              <a:rect l="l" t="t" r="r" b="b"/>
              <a:pathLst>
                <a:path w="5885" h="6262" extrusionOk="0">
                  <a:moveTo>
                    <a:pt x="5727" y="1"/>
                  </a:moveTo>
                  <a:lnTo>
                    <a:pt x="5727" y="1"/>
                  </a:lnTo>
                  <a:cubicBezTo>
                    <a:pt x="4720" y="913"/>
                    <a:pt x="3745" y="1857"/>
                    <a:pt x="2801" y="2801"/>
                  </a:cubicBezTo>
                  <a:cubicBezTo>
                    <a:pt x="1951" y="3713"/>
                    <a:pt x="913" y="4563"/>
                    <a:pt x="0" y="5538"/>
                  </a:cubicBezTo>
                  <a:cubicBezTo>
                    <a:pt x="95" y="5758"/>
                    <a:pt x="221" y="6010"/>
                    <a:pt x="346" y="6262"/>
                  </a:cubicBezTo>
                  <a:cubicBezTo>
                    <a:pt x="2108" y="4689"/>
                    <a:pt x="3776" y="3021"/>
                    <a:pt x="5475" y="1416"/>
                  </a:cubicBezTo>
                  <a:cubicBezTo>
                    <a:pt x="5569" y="1228"/>
                    <a:pt x="5695" y="1007"/>
                    <a:pt x="5758" y="819"/>
                  </a:cubicBezTo>
                  <a:cubicBezTo>
                    <a:pt x="5884" y="598"/>
                    <a:pt x="5821" y="315"/>
                    <a:pt x="5632" y="158"/>
                  </a:cubicBezTo>
                  <a:lnTo>
                    <a:pt x="5664" y="95"/>
                  </a:lnTo>
                  <a:lnTo>
                    <a:pt x="5727" y="1"/>
                  </a:lnTo>
                  <a:close/>
                </a:path>
              </a:pathLst>
            </a:custGeom>
            <a:solidFill>
              <a:srgbClr val="0E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8"/>
            <p:cNvSpPr/>
            <p:nvPr/>
          </p:nvSpPr>
          <p:spPr>
            <a:xfrm>
              <a:off x="3501625" y="2360350"/>
              <a:ext cx="75550" cy="78700"/>
            </a:xfrm>
            <a:custGeom>
              <a:avLst/>
              <a:gdLst/>
              <a:ahLst/>
              <a:cxnLst/>
              <a:rect l="l" t="t" r="r" b="b"/>
              <a:pathLst>
                <a:path w="3022" h="3148" extrusionOk="0">
                  <a:moveTo>
                    <a:pt x="3021" y="1"/>
                  </a:moveTo>
                  <a:cubicBezTo>
                    <a:pt x="2046" y="976"/>
                    <a:pt x="1039" y="1952"/>
                    <a:pt x="1" y="2864"/>
                  </a:cubicBezTo>
                  <a:cubicBezTo>
                    <a:pt x="32" y="2958"/>
                    <a:pt x="95" y="3053"/>
                    <a:pt x="158" y="3147"/>
                  </a:cubicBezTo>
                  <a:cubicBezTo>
                    <a:pt x="693" y="2518"/>
                    <a:pt x="1228" y="1952"/>
                    <a:pt x="1763" y="1354"/>
                  </a:cubicBezTo>
                  <a:lnTo>
                    <a:pt x="3021" y="1"/>
                  </a:lnTo>
                  <a:close/>
                </a:path>
              </a:pathLst>
            </a:custGeom>
            <a:solidFill>
              <a:srgbClr val="0E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38"/>
            <p:cNvSpPr/>
            <p:nvPr/>
          </p:nvSpPr>
          <p:spPr>
            <a:xfrm>
              <a:off x="3478825" y="2230575"/>
              <a:ext cx="171500" cy="165200"/>
            </a:xfrm>
            <a:custGeom>
              <a:avLst/>
              <a:gdLst/>
              <a:ahLst/>
              <a:cxnLst/>
              <a:rect l="l" t="t" r="r" b="b"/>
              <a:pathLst>
                <a:path w="6860" h="6608" extrusionOk="0">
                  <a:moveTo>
                    <a:pt x="6859" y="0"/>
                  </a:moveTo>
                  <a:lnTo>
                    <a:pt x="6859" y="0"/>
                  </a:lnTo>
                  <a:cubicBezTo>
                    <a:pt x="5192" y="1353"/>
                    <a:pt x="3619" y="2863"/>
                    <a:pt x="2045" y="4279"/>
                  </a:cubicBezTo>
                  <a:cubicBezTo>
                    <a:pt x="1385" y="4909"/>
                    <a:pt x="692" y="5538"/>
                    <a:pt x="0" y="6167"/>
                  </a:cubicBezTo>
                  <a:cubicBezTo>
                    <a:pt x="32" y="6293"/>
                    <a:pt x="95" y="6387"/>
                    <a:pt x="126" y="6513"/>
                  </a:cubicBezTo>
                  <a:cubicBezTo>
                    <a:pt x="158" y="6545"/>
                    <a:pt x="158" y="6576"/>
                    <a:pt x="189" y="6608"/>
                  </a:cubicBezTo>
                  <a:cubicBezTo>
                    <a:pt x="913" y="5884"/>
                    <a:pt x="1699" y="5192"/>
                    <a:pt x="2391" y="4468"/>
                  </a:cubicBezTo>
                  <a:cubicBezTo>
                    <a:pt x="3807" y="3052"/>
                    <a:pt x="5255" y="1668"/>
                    <a:pt x="6733" y="315"/>
                  </a:cubicBezTo>
                  <a:cubicBezTo>
                    <a:pt x="6765" y="220"/>
                    <a:pt x="6828" y="95"/>
                    <a:pt x="6859" y="0"/>
                  </a:cubicBezTo>
                  <a:close/>
                </a:path>
              </a:pathLst>
            </a:custGeom>
            <a:solidFill>
              <a:srgbClr val="0E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8"/>
            <p:cNvSpPr/>
            <p:nvPr/>
          </p:nvSpPr>
          <p:spPr>
            <a:xfrm>
              <a:off x="3457575" y="2253375"/>
              <a:ext cx="56675" cy="54300"/>
            </a:xfrm>
            <a:custGeom>
              <a:avLst/>
              <a:gdLst/>
              <a:ahLst/>
              <a:cxnLst/>
              <a:rect l="l" t="t" r="r" b="b"/>
              <a:pathLst>
                <a:path w="2267" h="2172" extrusionOk="0">
                  <a:moveTo>
                    <a:pt x="1951" y="1"/>
                  </a:moveTo>
                  <a:cubicBezTo>
                    <a:pt x="1322" y="567"/>
                    <a:pt x="693" y="1102"/>
                    <a:pt x="64" y="1637"/>
                  </a:cubicBezTo>
                  <a:cubicBezTo>
                    <a:pt x="32" y="1826"/>
                    <a:pt x="1" y="2014"/>
                    <a:pt x="1" y="2172"/>
                  </a:cubicBezTo>
                  <a:cubicBezTo>
                    <a:pt x="724" y="1448"/>
                    <a:pt x="1480" y="756"/>
                    <a:pt x="2266" y="95"/>
                  </a:cubicBezTo>
                  <a:lnTo>
                    <a:pt x="2140" y="95"/>
                  </a:lnTo>
                  <a:cubicBezTo>
                    <a:pt x="2077" y="64"/>
                    <a:pt x="2014" y="32"/>
                    <a:pt x="1951" y="1"/>
                  </a:cubicBezTo>
                  <a:close/>
                </a:path>
              </a:pathLst>
            </a:custGeom>
            <a:solidFill>
              <a:srgbClr val="0E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38"/>
            <p:cNvSpPr/>
            <p:nvPr/>
          </p:nvSpPr>
          <p:spPr>
            <a:xfrm>
              <a:off x="1605800" y="396425"/>
              <a:ext cx="4172250" cy="550725"/>
            </a:xfrm>
            <a:custGeom>
              <a:avLst/>
              <a:gdLst/>
              <a:ahLst/>
              <a:cxnLst/>
              <a:rect l="l" t="t" r="r" b="b"/>
              <a:pathLst>
                <a:path w="166890" h="22029" extrusionOk="0">
                  <a:moveTo>
                    <a:pt x="85490" y="0"/>
                  </a:moveTo>
                  <a:cubicBezTo>
                    <a:pt x="68514" y="0"/>
                    <a:pt x="51479" y="3512"/>
                    <a:pt x="35277" y="8141"/>
                  </a:cubicBezTo>
                  <a:cubicBezTo>
                    <a:pt x="23352" y="11571"/>
                    <a:pt x="11679" y="15882"/>
                    <a:pt x="415" y="21073"/>
                  </a:cubicBezTo>
                  <a:cubicBezTo>
                    <a:pt x="1" y="21266"/>
                    <a:pt x="265" y="21799"/>
                    <a:pt x="655" y="21799"/>
                  </a:cubicBezTo>
                  <a:cubicBezTo>
                    <a:pt x="709" y="21799"/>
                    <a:pt x="766" y="21788"/>
                    <a:pt x="824" y="21765"/>
                  </a:cubicBezTo>
                  <a:cubicBezTo>
                    <a:pt x="20866" y="12483"/>
                    <a:pt x="42104" y="6033"/>
                    <a:pt x="63909" y="2572"/>
                  </a:cubicBezTo>
                  <a:cubicBezTo>
                    <a:pt x="71179" y="1454"/>
                    <a:pt x="78538" y="754"/>
                    <a:pt x="85889" y="754"/>
                  </a:cubicBezTo>
                  <a:cubicBezTo>
                    <a:pt x="90118" y="754"/>
                    <a:pt x="94345" y="985"/>
                    <a:pt x="98551" y="1503"/>
                  </a:cubicBezTo>
                  <a:cubicBezTo>
                    <a:pt x="109657" y="2855"/>
                    <a:pt x="120701" y="5593"/>
                    <a:pt x="131430" y="8802"/>
                  </a:cubicBezTo>
                  <a:cubicBezTo>
                    <a:pt x="143292" y="12326"/>
                    <a:pt x="154871" y="16731"/>
                    <a:pt x="166103" y="21986"/>
                  </a:cubicBezTo>
                  <a:cubicBezTo>
                    <a:pt x="166163" y="22015"/>
                    <a:pt x="166221" y="22028"/>
                    <a:pt x="166277" y="22028"/>
                  </a:cubicBezTo>
                  <a:cubicBezTo>
                    <a:pt x="166638" y="22028"/>
                    <a:pt x="166890" y="21484"/>
                    <a:pt x="166481" y="21293"/>
                  </a:cubicBezTo>
                  <a:cubicBezTo>
                    <a:pt x="146250" y="11854"/>
                    <a:pt x="124477" y="4680"/>
                    <a:pt x="102358" y="1251"/>
                  </a:cubicBezTo>
                  <a:cubicBezTo>
                    <a:pt x="96763" y="388"/>
                    <a:pt x="91130" y="0"/>
                    <a:pt x="854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38"/>
            <p:cNvSpPr/>
            <p:nvPr/>
          </p:nvSpPr>
          <p:spPr>
            <a:xfrm>
              <a:off x="1606725" y="925425"/>
              <a:ext cx="1521300" cy="97025"/>
            </a:xfrm>
            <a:custGeom>
              <a:avLst/>
              <a:gdLst/>
              <a:ahLst/>
              <a:cxnLst/>
              <a:rect l="l" t="t" r="r" b="b"/>
              <a:pathLst>
                <a:path w="60852" h="3881" extrusionOk="0">
                  <a:moveTo>
                    <a:pt x="743" y="1"/>
                  </a:moveTo>
                  <a:cubicBezTo>
                    <a:pt x="624" y="1"/>
                    <a:pt x="510" y="59"/>
                    <a:pt x="441" y="196"/>
                  </a:cubicBezTo>
                  <a:cubicBezTo>
                    <a:pt x="0" y="1046"/>
                    <a:pt x="535" y="1486"/>
                    <a:pt x="1385" y="1644"/>
                  </a:cubicBezTo>
                  <a:cubicBezTo>
                    <a:pt x="3902" y="2147"/>
                    <a:pt x="6671" y="2053"/>
                    <a:pt x="9219" y="2210"/>
                  </a:cubicBezTo>
                  <a:cubicBezTo>
                    <a:pt x="14883" y="2619"/>
                    <a:pt x="20578" y="2934"/>
                    <a:pt x="26241" y="3185"/>
                  </a:cubicBezTo>
                  <a:cubicBezTo>
                    <a:pt x="36892" y="3657"/>
                    <a:pt x="47544" y="3881"/>
                    <a:pt x="58221" y="3881"/>
                  </a:cubicBezTo>
                  <a:cubicBezTo>
                    <a:pt x="58930" y="3881"/>
                    <a:pt x="59639" y="3880"/>
                    <a:pt x="60348" y="3878"/>
                  </a:cubicBezTo>
                  <a:cubicBezTo>
                    <a:pt x="60851" y="3878"/>
                    <a:pt x="60851" y="3091"/>
                    <a:pt x="60348" y="3091"/>
                  </a:cubicBezTo>
                  <a:cubicBezTo>
                    <a:pt x="59535" y="3094"/>
                    <a:pt x="58723" y="3095"/>
                    <a:pt x="57911" y="3095"/>
                  </a:cubicBezTo>
                  <a:cubicBezTo>
                    <a:pt x="48906" y="3095"/>
                    <a:pt x="39902" y="2934"/>
                    <a:pt x="30898" y="2588"/>
                  </a:cubicBezTo>
                  <a:cubicBezTo>
                    <a:pt x="26115" y="2399"/>
                    <a:pt x="21333" y="2179"/>
                    <a:pt x="16582" y="1895"/>
                  </a:cubicBezTo>
                  <a:cubicBezTo>
                    <a:pt x="14128" y="1769"/>
                    <a:pt x="11673" y="1612"/>
                    <a:pt x="9219" y="1423"/>
                  </a:cubicBezTo>
                  <a:cubicBezTo>
                    <a:pt x="7929" y="1360"/>
                    <a:pt x="6639" y="1266"/>
                    <a:pt x="5349" y="1172"/>
                  </a:cubicBezTo>
                  <a:cubicBezTo>
                    <a:pt x="4940" y="1140"/>
                    <a:pt x="1070" y="731"/>
                    <a:pt x="1133" y="605"/>
                  </a:cubicBezTo>
                  <a:cubicBezTo>
                    <a:pt x="1284" y="281"/>
                    <a:pt x="1004" y="1"/>
                    <a:pt x="74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8"/>
            <p:cNvSpPr/>
            <p:nvPr/>
          </p:nvSpPr>
          <p:spPr>
            <a:xfrm>
              <a:off x="3138225" y="999550"/>
              <a:ext cx="25975" cy="19675"/>
            </a:xfrm>
            <a:custGeom>
              <a:avLst/>
              <a:gdLst/>
              <a:ahLst/>
              <a:cxnLst/>
              <a:rect l="l" t="t" r="r" b="b"/>
              <a:pathLst>
                <a:path w="1039" h="787" extrusionOk="0">
                  <a:moveTo>
                    <a:pt x="504" y="0"/>
                  </a:moveTo>
                  <a:cubicBezTo>
                    <a:pt x="0" y="0"/>
                    <a:pt x="0" y="787"/>
                    <a:pt x="504" y="787"/>
                  </a:cubicBezTo>
                  <a:cubicBezTo>
                    <a:pt x="1039" y="787"/>
                    <a:pt x="1039" y="0"/>
                    <a:pt x="50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38"/>
            <p:cNvSpPr/>
            <p:nvPr/>
          </p:nvSpPr>
          <p:spPr>
            <a:xfrm>
              <a:off x="3173625" y="999550"/>
              <a:ext cx="26775" cy="19675"/>
            </a:xfrm>
            <a:custGeom>
              <a:avLst/>
              <a:gdLst/>
              <a:ahLst/>
              <a:cxnLst/>
              <a:rect l="l" t="t" r="r" b="b"/>
              <a:pathLst>
                <a:path w="1071" h="787" extrusionOk="0">
                  <a:moveTo>
                    <a:pt x="535" y="0"/>
                  </a:moveTo>
                  <a:cubicBezTo>
                    <a:pt x="0" y="0"/>
                    <a:pt x="0" y="787"/>
                    <a:pt x="535" y="787"/>
                  </a:cubicBezTo>
                  <a:cubicBezTo>
                    <a:pt x="1070" y="787"/>
                    <a:pt x="1070" y="0"/>
                    <a:pt x="5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38"/>
            <p:cNvSpPr/>
            <p:nvPr/>
          </p:nvSpPr>
          <p:spPr>
            <a:xfrm>
              <a:off x="3203500" y="999550"/>
              <a:ext cx="26000" cy="19675"/>
            </a:xfrm>
            <a:custGeom>
              <a:avLst/>
              <a:gdLst/>
              <a:ahLst/>
              <a:cxnLst/>
              <a:rect l="l" t="t" r="r" b="b"/>
              <a:pathLst>
                <a:path w="1040" h="787" extrusionOk="0">
                  <a:moveTo>
                    <a:pt x="536" y="0"/>
                  </a:moveTo>
                  <a:cubicBezTo>
                    <a:pt x="1" y="0"/>
                    <a:pt x="1" y="787"/>
                    <a:pt x="536" y="787"/>
                  </a:cubicBezTo>
                  <a:cubicBezTo>
                    <a:pt x="1039" y="787"/>
                    <a:pt x="1039" y="0"/>
                    <a:pt x="53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8"/>
            <p:cNvSpPr/>
            <p:nvPr/>
          </p:nvSpPr>
          <p:spPr>
            <a:xfrm>
              <a:off x="4259125" y="932025"/>
              <a:ext cx="1514525" cy="89575"/>
            </a:xfrm>
            <a:custGeom>
              <a:avLst/>
              <a:gdLst/>
              <a:ahLst/>
              <a:cxnLst/>
              <a:rect l="l" t="t" r="r" b="b"/>
              <a:pathLst>
                <a:path w="60581" h="3583" extrusionOk="0">
                  <a:moveTo>
                    <a:pt x="60113" y="0"/>
                  </a:moveTo>
                  <a:cubicBezTo>
                    <a:pt x="59956" y="0"/>
                    <a:pt x="59801" y="93"/>
                    <a:pt x="59750" y="310"/>
                  </a:cubicBezTo>
                  <a:lnTo>
                    <a:pt x="59750" y="278"/>
                  </a:lnTo>
                  <a:cubicBezTo>
                    <a:pt x="59467" y="1191"/>
                    <a:pt x="52797" y="1034"/>
                    <a:pt x="51790" y="1065"/>
                  </a:cubicBezTo>
                  <a:cubicBezTo>
                    <a:pt x="49430" y="1191"/>
                    <a:pt x="47102" y="1317"/>
                    <a:pt x="44742" y="1443"/>
                  </a:cubicBezTo>
                  <a:cubicBezTo>
                    <a:pt x="39802" y="1663"/>
                    <a:pt x="34831" y="1883"/>
                    <a:pt x="29891" y="2072"/>
                  </a:cubicBezTo>
                  <a:cubicBezTo>
                    <a:pt x="20106" y="2418"/>
                    <a:pt x="10289" y="2670"/>
                    <a:pt x="504" y="2796"/>
                  </a:cubicBezTo>
                  <a:cubicBezTo>
                    <a:pt x="0" y="2796"/>
                    <a:pt x="0" y="3582"/>
                    <a:pt x="504" y="3582"/>
                  </a:cubicBezTo>
                  <a:cubicBezTo>
                    <a:pt x="11359" y="3425"/>
                    <a:pt x="22182" y="3142"/>
                    <a:pt x="33006" y="2733"/>
                  </a:cubicBezTo>
                  <a:cubicBezTo>
                    <a:pt x="38355" y="2512"/>
                    <a:pt x="43704" y="2292"/>
                    <a:pt x="49053" y="2009"/>
                  </a:cubicBezTo>
                  <a:cubicBezTo>
                    <a:pt x="51664" y="1883"/>
                    <a:pt x="54244" y="1726"/>
                    <a:pt x="56856" y="1568"/>
                  </a:cubicBezTo>
                  <a:cubicBezTo>
                    <a:pt x="56961" y="1563"/>
                    <a:pt x="57075" y="1561"/>
                    <a:pt x="57195" y="1561"/>
                  </a:cubicBezTo>
                  <a:cubicBezTo>
                    <a:pt x="57471" y="1561"/>
                    <a:pt x="57780" y="1571"/>
                    <a:pt x="58097" y="1571"/>
                  </a:cubicBezTo>
                  <a:cubicBezTo>
                    <a:pt x="59122" y="1571"/>
                    <a:pt x="60222" y="1458"/>
                    <a:pt x="60505" y="499"/>
                  </a:cubicBezTo>
                  <a:cubicBezTo>
                    <a:pt x="60580" y="199"/>
                    <a:pt x="60344" y="0"/>
                    <a:pt x="601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38"/>
            <p:cNvSpPr/>
            <p:nvPr/>
          </p:nvSpPr>
          <p:spPr>
            <a:xfrm>
              <a:off x="4219800" y="996400"/>
              <a:ext cx="25975" cy="19675"/>
            </a:xfrm>
            <a:custGeom>
              <a:avLst/>
              <a:gdLst/>
              <a:ahLst/>
              <a:cxnLst/>
              <a:rect l="l" t="t" r="r" b="b"/>
              <a:pathLst>
                <a:path w="1039" h="787" extrusionOk="0">
                  <a:moveTo>
                    <a:pt x="504" y="0"/>
                  </a:moveTo>
                  <a:cubicBezTo>
                    <a:pt x="0" y="0"/>
                    <a:pt x="0" y="787"/>
                    <a:pt x="504" y="787"/>
                  </a:cubicBezTo>
                  <a:cubicBezTo>
                    <a:pt x="1038" y="787"/>
                    <a:pt x="1038" y="0"/>
                    <a:pt x="50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38"/>
            <p:cNvSpPr/>
            <p:nvPr/>
          </p:nvSpPr>
          <p:spPr>
            <a:xfrm>
              <a:off x="4183600" y="996600"/>
              <a:ext cx="19700" cy="23225"/>
            </a:xfrm>
            <a:custGeom>
              <a:avLst/>
              <a:gdLst/>
              <a:ahLst/>
              <a:cxnLst/>
              <a:rect l="l" t="t" r="r" b="b"/>
              <a:pathLst>
                <a:path w="788" h="929" extrusionOk="0">
                  <a:moveTo>
                    <a:pt x="394" y="0"/>
                  </a:moveTo>
                  <a:cubicBezTo>
                    <a:pt x="197" y="0"/>
                    <a:pt x="1" y="134"/>
                    <a:pt x="1" y="401"/>
                  </a:cubicBezTo>
                  <a:lnTo>
                    <a:pt x="1" y="527"/>
                  </a:lnTo>
                  <a:cubicBezTo>
                    <a:pt x="1" y="795"/>
                    <a:pt x="197" y="928"/>
                    <a:pt x="394" y="928"/>
                  </a:cubicBezTo>
                  <a:cubicBezTo>
                    <a:pt x="591" y="928"/>
                    <a:pt x="787" y="795"/>
                    <a:pt x="787" y="527"/>
                  </a:cubicBezTo>
                  <a:lnTo>
                    <a:pt x="787" y="401"/>
                  </a:lnTo>
                  <a:cubicBezTo>
                    <a:pt x="787" y="134"/>
                    <a:pt x="591" y="0"/>
                    <a:pt x="3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8"/>
            <p:cNvSpPr/>
            <p:nvPr/>
          </p:nvSpPr>
          <p:spPr>
            <a:xfrm>
              <a:off x="3240825" y="238075"/>
              <a:ext cx="899950" cy="211700"/>
            </a:xfrm>
            <a:custGeom>
              <a:avLst/>
              <a:gdLst/>
              <a:ahLst/>
              <a:cxnLst/>
              <a:rect l="l" t="t" r="r" b="b"/>
              <a:pathLst>
                <a:path w="35998" h="8468" extrusionOk="0">
                  <a:moveTo>
                    <a:pt x="17619" y="1"/>
                  </a:moveTo>
                  <a:cubicBezTo>
                    <a:pt x="17531" y="1"/>
                    <a:pt x="17443" y="1"/>
                    <a:pt x="17355" y="2"/>
                  </a:cubicBezTo>
                  <a:cubicBezTo>
                    <a:pt x="10936" y="65"/>
                    <a:pt x="3825" y="2204"/>
                    <a:pt x="175" y="7899"/>
                  </a:cubicBezTo>
                  <a:cubicBezTo>
                    <a:pt x="1" y="8183"/>
                    <a:pt x="265" y="8467"/>
                    <a:pt x="538" y="8467"/>
                  </a:cubicBezTo>
                  <a:cubicBezTo>
                    <a:pt x="659" y="8467"/>
                    <a:pt x="781" y="8412"/>
                    <a:pt x="868" y="8277"/>
                  </a:cubicBezTo>
                  <a:cubicBezTo>
                    <a:pt x="4399" y="2763"/>
                    <a:pt x="11406" y="787"/>
                    <a:pt x="17657" y="787"/>
                  </a:cubicBezTo>
                  <a:cubicBezTo>
                    <a:pt x="17756" y="787"/>
                    <a:pt x="17854" y="788"/>
                    <a:pt x="17953" y="789"/>
                  </a:cubicBezTo>
                  <a:cubicBezTo>
                    <a:pt x="24371" y="852"/>
                    <a:pt x="30632" y="3148"/>
                    <a:pt x="35163" y="7711"/>
                  </a:cubicBezTo>
                  <a:cubicBezTo>
                    <a:pt x="35242" y="7789"/>
                    <a:pt x="35332" y="7822"/>
                    <a:pt x="35419" y="7822"/>
                  </a:cubicBezTo>
                  <a:cubicBezTo>
                    <a:pt x="35719" y="7822"/>
                    <a:pt x="35997" y="7436"/>
                    <a:pt x="35730" y="7144"/>
                  </a:cubicBezTo>
                  <a:cubicBezTo>
                    <a:pt x="30978" y="2362"/>
                    <a:pt x="24326" y="1"/>
                    <a:pt x="1761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38"/>
            <p:cNvSpPr/>
            <p:nvPr/>
          </p:nvSpPr>
          <p:spPr>
            <a:xfrm>
              <a:off x="3058925" y="3042350"/>
              <a:ext cx="377750" cy="307750"/>
            </a:xfrm>
            <a:custGeom>
              <a:avLst/>
              <a:gdLst/>
              <a:ahLst/>
              <a:cxnLst/>
              <a:rect l="l" t="t" r="r" b="b"/>
              <a:pathLst>
                <a:path w="15110" h="12310" extrusionOk="0">
                  <a:moveTo>
                    <a:pt x="236" y="1"/>
                  </a:moveTo>
                  <a:cubicBezTo>
                    <a:pt x="115" y="1"/>
                    <a:pt x="1" y="88"/>
                    <a:pt x="57" y="220"/>
                  </a:cubicBezTo>
                  <a:lnTo>
                    <a:pt x="57" y="252"/>
                  </a:lnTo>
                  <a:cubicBezTo>
                    <a:pt x="2637" y="6482"/>
                    <a:pt x="8175" y="11012"/>
                    <a:pt x="14783" y="12302"/>
                  </a:cubicBezTo>
                  <a:cubicBezTo>
                    <a:pt x="14802" y="12307"/>
                    <a:pt x="14820" y="12309"/>
                    <a:pt x="14837" y="12309"/>
                  </a:cubicBezTo>
                  <a:cubicBezTo>
                    <a:pt x="15047" y="12309"/>
                    <a:pt x="15109" y="11983"/>
                    <a:pt x="14877" y="11925"/>
                  </a:cubicBezTo>
                  <a:cubicBezTo>
                    <a:pt x="8395" y="10666"/>
                    <a:pt x="2984" y="6230"/>
                    <a:pt x="435" y="126"/>
                  </a:cubicBezTo>
                  <a:cubicBezTo>
                    <a:pt x="398" y="38"/>
                    <a:pt x="315" y="1"/>
                    <a:pt x="236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38"/>
            <p:cNvSpPr/>
            <p:nvPr/>
          </p:nvSpPr>
          <p:spPr>
            <a:xfrm>
              <a:off x="2202375" y="2436225"/>
              <a:ext cx="628625" cy="708575"/>
            </a:xfrm>
            <a:custGeom>
              <a:avLst/>
              <a:gdLst/>
              <a:ahLst/>
              <a:cxnLst/>
              <a:rect l="l" t="t" r="r" b="b"/>
              <a:pathLst>
                <a:path w="25145" h="28343" extrusionOk="0">
                  <a:moveTo>
                    <a:pt x="259" y="0"/>
                  </a:moveTo>
                  <a:cubicBezTo>
                    <a:pt x="135" y="0"/>
                    <a:pt x="1" y="151"/>
                    <a:pt x="87" y="301"/>
                  </a:cubicBezTo>
                  <a:cubicBezTo>
                    <a:pt x="2981" y="6531"/>
                    <a:pt x="6600" y="12415"/>
                    <a:pt x="10847" y="17826"/>
                  </a:cubicBezTo>
                  <a:cubicBezTo>
                    <a:pt x="14497" y="22420"/>
                    <a:pt x="18934" y="26857"/>
                    <a:pt x="24817" y="28335"/>
                  </a:cubicBezTo>
                  <a:cubicBezTo>
                    <a:pt x="24837" y="28340"/>
                    <a:pt x="24855" y="28342"/>
                    <a:pt x="24872" y="28342"/>
                  </a:cubicBezTo>
                  <a:cubicBezTo>
                    <a:pt x="25081" y="28342"/>
                    <a:pt x="25144" y="28016"/>
                    <a:pt x="24912" y="27958"/>
                  </a:cubicBezTo>
                  <a:cubicBezTo>
                    <a:pt x="18965" y="26479"/>
                    <a:pt x="14560" y="21917"/>
                    <a:pt x="10910" y="17260"/>
                  </a:cubicBezTo>
                  <a:cubicBezTo>
                    <a:pt x="6757" y="11943"/>
                    <a:pt x="3233" y="6185"/>
                    <a:pt x="401" y="112"/>
                  </a:cubicBezTo>
                  <a:cubicBezTo>
                    <a:pt x="372" y="32"/>
                    <a:pt x="316" y="0"/>
                    <a:pt x="259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38"/>
            <p:cNvSpPr/>
            <p:nvPr/>
          </p:nvSpPr>
          <p:spPr>
            <a:xfrm>
              <a:off x="2455000" y="3024250"/>
              <a:ext cx="382525" cy="215600"/>
            </a:xfrm>
            <a:custGeom>
              <a:avLst/>
              <a:gdLst/>
              <a:ahLst/>
              <a:cxnLst/>
              <a:rect l="l" t="t" r="r" b="b"/>
              <a:pathLst>
                <a:path w="15301" h="8624" extrusionOk="0">
                  <a:moveTo>
                    <a:pt x="272" y="1"/>
                  </a:moveTo>
                  <a:cubicBezTo>
                    <a:pt x="132" y="1"/>
                    <a:pt x="0" y="195"/>
                    <a:pt x="145" y="315"/>
                  </a:cubicBezTo>
                  <a:lnTo>
                    <a:pt x="145" y="346"/>
                  </a:lnTo>
                  <a:cubicBezTo>
                    <a:pt x="4015" y="4688"/>
                    <a:pt x="9238" y="7583"/>
                    <a:pt x="14933" y="8621"/>
                  </a:cubicBezTo>
                  <a:cubicBezTo>
                    <a:pt x="14943" y="8623"/>
                    <a:pt x="14952" y="8623"/>
                    <a:pt x="14962" y="8623"/>
                  </a:cubicBezTo>
                  <a:cubicBezTo>
                    <a:pt x="15194" y="8623"/>
                    <a:pt x="15300" y="8273"/>
                    <a:pt x="15058" y="8212"/>
                  </a:cubicBezTo>
                  <a:cubicBezTo>
                    <a:pt x="9395" y="7206"/>
                    <a:pt x="4235" y="4342"/>
                    <a:pt x="396" y="63"/>
                  </a:cubicBezTo>
                  <a:cubicBezTo>
                    <a:pt x="359" y="19"/>
                    <a:pt x="315" y="1"/>
                    <a:pt x="272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38"/>
            <p:cNvSpPr/>
            <p:nvPr/>
          </p:nvSpPr>
          <p:spPr>
            <a:xfrm>
              <a:off x="3503250" y="3087950"/>
              <a:ext cx="231225" cy="438075"/>
            </a:xfrm>
            <a:custGeom>
              <a:avLst/>
              <a:gdLst/>
              <a:ahLst/>
              <a:cxnLst/>
              <a:rect l="l" t="t" r="r" b="b"/>
              <a:pathLst>
                <a:path w="9249" h="17523" extrusionOk="0">
                  <a:moveTo>
                    <a:pt x="9056" y="1"/>
                  </a:moveTo>
                  <a:cubicBezTo>
                    <a:pt x="8958" y="1"/>
                    <a:pt x="8856" y="64"/>
                    <a:pt x="8840" y="190"/>
                  </a:cubicBezTo>
                  <a:cubicBezTo>
                    <a:pt x="8494" y="3525"/>
                    <a:pt x="7518" y="6734"/>
                    <a:pt x="5977" y="9723"/>
                  </a:cubicBezTo>
                  <a:cubicBezTo>
                    <a:pt x="4561" y="12492"/>
                    <a:pt x="2830" y="15355"/>
                    <a:pt x="187" y="17149"/>
                  </a:cubicBezTo>
                  <a:cubicBezTo>
                    <a:pt x="0" y="17256"/>
                    <a:pt x="131" y="17522"/>
                    <a:pt x="291" y="17522"/>
                  </a:cubicBezTo>
                  <a:cubicBezTo>
                    <a:pt x="319" y="17522"/>
                    <a:pt x="348" y="17514"/>
                    <a:pt x="376" y="17495"/>
                  </a:cubicBezTo>
                  <a:cubicBezTo>
                    <a:pt x="3082" y="15670"/>
                    <a:pt x="4876" y="12744"/>
                    <a:pt x="6323" y="9912"/>
                  </a:cubicBezTo>
                  <a:cubicBezTo>
                    <a:pt x="7896" y="6892"/>
                    <a:pt x="8871" y="3588"/>
                    <a:pt x="9249" y="190"/>
                  </a:cubicBezTo>
                  <a:cubicBezTo>
                    <a:pt x="9249" y="64"/>
                    <a:pt x="9155" y="1"/>
                    <a:pt x="9056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38"/>
            <p:cNvSpPr/>
            <p:nvPr/>
          </p:nvSpPr>
          <p:spPr>
            <a:xfrm>
              <a:off x="3725675" y="3087400"/>
              <a:ext cx="62350" cy="144625"/>
            </a:xfrm>
            <a:custGeom>
              <a:avLst/>
              <a:gdLst/>
              <a:ahLst/>
              <a:cxnLst/>
              <a:rect l="l" t="t" r="r" b="b"/>
              <a:pathLst>
                <a:path w="2494" h="5785" extrusionOk="0">
                  <a:moveTo>
                    <a:pt x="231" y="1"/>
                  </a:moveTo>
                  <a:cubicBezTo>
                    <a:pt x="117" y="1"/>
                    <a:pt x="0" y="95"/>
                    <a:pt x="37" y="243"/>
                  </a:cubicBezTo>
                  <a:cubicBezTo>
                    <a:pt x="572" y="2131"/>
                    <a:pt x="1233" y="3924"/>
                    <a:pt x="2082" y="5686"/>
                  </a:cubicBezTo>
                  <a:cubicBezTo>
                    <a:pt x="2112" y="5756"/>
                    <a:pt x="2167" y="5785"/>
                    <a:pt x="2225" y="5785"/>
                  </a:cubicBezTo>
                  <a:cubicBezTo>
                    <a:pt x="2351" y="5785"/>
                    <a:pt x="2493" y="5649"/>
                    <a:pt x="2429" y="5498"/>
                  </a:cubicBezTo>
                  <a:cubicBezTo>
                    <a:pt x="1611" y="3767"/>
                    <a:pt x="918" y="1974"/>
                    <a:pt x="415" y="149"/>
                  </a:cubicBezTo>
                  <a:cubicBezTo>
                    <a:pt x="389" y="46"/>
                    <a:pt x="311" y="1"/>
                    <a:pt x="231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38"/>
            <p:cNvSpPr/>
            <p:nvPr/>
          </p:nvSpPr>
          <p:spPr>
            <a:xfrm>
              <a:off x="3785600" y="3239775"/>
              <a:ext cx="12600" cy="10250"/>
            </a:xfrm>
            <a:custGeom>
              <a:avLst/>
              <a:gdLst/>
              <a:ahLst/>
              <a:cxnLst/>
              <a:rect l="l" t="t" r="r" b="b"/>
              <a:pathLst>
                <a:path w="504" h="410" extrusionOk="0">
                  <a:moveTo>
                    <a:pt x="252" y="0"/>
                  </a:moveTo>
                  <a:cubicBezTo>
                    <a:pt x="0" y="0"/>
                    <a:pt x="0" y="410"/>
                    <a:pt x="252" y="410"/>
                  </a:cubicBezTo>
                  <a:cubicBezTo>
                    <a:pt x="504" y="410"/>
                    <a:pt x="504" y="0"/>
                    <a:pt x="252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38"/>
            <p:cNvSpPr/>
            <p:nvPr/>
          </p:nvSpPr>
          <p:spPr>
            <a:xfrm>
              <a:off x="3795025" y="3253150"/>
              <a:ext cx="10250" cy="11625"/>
            </a:xfrm>
            <a:custGeom>
              <a:avLst/>
              <a:gdLst/>
              <a:ahLst/>
              <a:cxnLst/>
              <a:rect l="l" t="t" r="r" b="b"/>
              <a:pathLst>
                <a:path w="410" h="465" extrusionOk="0">
                  <a:moveTo>
                    <a:pt x="205" y="0"/>
                  </a:moveTo>
                  <a:cubicBezTo>
                    <a:pt x="103" y="0"/>
                    <a:pt x="1" y="63"/>
                    <a:pt x="1" y="189"/>
                  </a:cubicBezTo>
                  <a:lnTo>
                    <a:pt x="1" y="252"/>
                  </a:lnTo>
                  <a:cubicBezTo>
                    <a:pt x="1" y="394"/>
                    <a:pt x="103" y="464"/>
                    <a:pt x="205" y="464"/>
                  </a:cubicBezTo>
                  <a:cubicBezTo>
                    <a:pt x="307" y="464"/>
                    <a:pt x="410" y="394"/>
                    <a:pt x="410" y="252"/>
                  </a:cubicBezTo>
                  <a:lnTo>
                    <a:pt x="410" y="189"/>
                  </a:lnTo>
                  <a:cubicBezTo>
                    <a:pt x="410" y="63"/>
                    <a:pt x="307" y="0"/>
                    <a:pt x="205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38"/>
            <p:cNvSpPr/>
            <p:nvPr/>
          </p:nvSpPr>
          <p:spPr>
            <a:xfrm>
              <a:off x="3805200" y="3268350"/>
              <a:ext cx="110875" cy="141350"/>
            </a:xfrm>
            <a:custGeom>
              <a:avLst/>
              <a:gdLst/>
              <a:ahLst/>
              <a:cxnLst/>
              <a:rect l="l" t="t" r="r" b="b"/>
              <a:pathLst>
                <a:path w="4435" h="5654" extrusionOk="0">
                  <a:moveTo>
                    <a:pt x="257" y="0"/>
                  </a:moveTo>
                  <a:cubicBezTo>
                    <a:pt x="129" y="0"/>
                    <a:pt x="1" y="122"/>
                    <a:pt x="66" y="273"/>
                  </a:cubicBezTo>
                  <a:lnTo>
                    <a:pt x="97" y="273"/>
                  </a:lnTo>
                  <a:cubicBezTo>
                    <a:pt x="1198" y="2256"/>
                    <a:pt x="2583" y="3860"/>
                    <a:pt x="4030" y="5591"/>
                  </a:cubicBezTo>
                  <a:cubicBezTo>
                    <a:pt x="4067" y="5635"/>
                    <a:pt x="4110" y="5653"/>
                    <a:pt x="4153" y="5653"/>
                  </a:cubicBezTo>
                  <a:cubicBezTo>
                    <a:pt x="4295" y="5653"/>
                    <a:pt x="4434" y="5453"/>
                    <a:pt x="4313" y="5308"/>
                  </a:cubicBezTo>
                  <a:cubicBezTo>
                    <a:pt x="2897" y="3609"/>
                    <a:pt x="1513" y="2004"/>
                    <a:pt x="412" y="85"/>
                  </a:cubicBezTo>
                  <a:cubicBezTo>
                    <a:pt x="372" y="26"/>
                    <a:pt x="315" y="0"/>
                    <a:pt x="257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38"/>
            <p:cNvSpPr/>
            <p:nvPr/>
          </p:nvSpPr>
          <p:spPr>
            <a:xfrm>
              <a:off x="3916175" y="3410475"/>
              <a:ext cx="13375" cy="10250"/>
            </a:xfrm>
            <a:custGeom>
              <a:avLst/>
              <a:gdLst/>
              <a:ahLst/>
              <a:cxnLst/>
              <a:rect l="l" t="t" r="r" b="b"/>
              <a:pathLst>
                <a:path w="535" h="410" extrusionOk="0">
                  <a:moveTo>
                    <a:pt x="283" y="0"/>
                  </a:moveTo>
                  <a:cubicBezTo>
                    <a:pt x="0" y="0"/>
                    <a:pt x="0" y="409"/>
                    <a:pt x="283" y="409"/>
                  </a:cubicBezTo>
                  <a:cubicBezTo>
                    <a:pt x="535" y="409"/>
                    <a:pt x="535" y="0"/>
                    <a:pt x="283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38"/>
            <p:cNvSpPr/>
            <p:nvPr/>
          </p:nvSpPr>
          <p:spPr>
            <a:xfrm>
              <a:off x="3931300" y="3424250"/>
              <a:ext cx="172625" cy="104275"/>
            </a:xfrm>
            <a:custGeom>
              <a:avLst/>
              <a:gdLst/>
              <a:ahLst/>
              <a:cxnLst/>
              <a:rect l="l" t="t" r="r" b="b"/>
              <a:pathLst>
                <a:path w="6905" h="4171" extrusionOk="0">
                  <a:moveTo>
                    <a:pt x="310" y="1"/>
                  </a:moveTo>
                  <a:cubicBezTo>
                    <a:pt x="148" y="1"/>
                    <a:pt x="0" y="205"/>
                    <a:pt x="150" y="330"/>
                  </a:cubicBezTo>
                  <a:lnTo>
                    <a:pt x="150" y="362"/>
                  </a:lnTo>
                  <a:cubicBezTo>
                    <a:pt x="2007" y="1872"/>
                    <a:pt x="4178" y="3634"/>
                    <a:pt x="6569" y="4169"/>
                  </a:cubicBezTo>
                  <a:cubicBezTo>
                    <a:pt x="6579" y="4170"/>
                    <a:pt x="6589" y="4171"/>
                    <a:pt x="6598" y="4171"/>
                  </a:cubicBezTo>
                  <a:cubicBezTo>
                    <a:pt x="6828" y="4171"/>
                    <a:pt x="6905" y="3820"/>
                    <a:pt x="6663" y="3760"/>
                  </a:cubicBezTo>
                  <a:cubicBezTo>
                    <a:pt x="4366" y="3288"/>
                    <a:pt x="2195" y="1526"/>
                    <a:pt x="433" y="47"/>
                  </a:cubicBezTo>
                  <a:cubicBezTo>
                    <a:pt x="395" y="15"/>
                    <a:pt x="352" y="1"/>
                    <a:pt x="310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38"/>
            <p:cNvSpPr/>
            <p:nvPr/>
          </p:nvSpPr>
          <p:spPr>
            <a:xfrm>
              <a:off x="3954900" y="3161825"/>
              <a:ext cx="185275" cy="286000"/>
            </a:xfrm>
            <a:custGeom>
              <a:avLst/>
              <a:gdLst/>
              <a:ahLst/>
              <a:cxnLst/>
              <a:rect l="l" t="t" r="r" b="b"/>
              <a:pathLst>
                <a:path w="7411" h="11440" extrusionOk="0">
                  <a:moveTo>
                    <a:pt x="7138" y="1"/>
                  </a:moveTo>
                  <a:cubicBezTo>
                    <a:pt x="7077" y="1"/>
                    <a:pt x="7017" y="30"/>
                    <a:pt x="6978" y="98"/>
                  </a:cubicBezTo>
                  <a:cubicBezTo>
                    <a:pt x="5940" y="2143"/>
                    <a:pt x="4870" y="4188"/>
                    <a:pt x="3800" y="6233"/>
                  </a:cubicBezTo>
                  <a:cubicBezTo>
                    <a:pt x="2856" y="8058"/>
                    <a:pt x="1818" y="9852"/>
                    <a:pt x="150" y="11110"/>
                  </a:cubicBezTo>
                  <a:cubicBezTo>
                    <a:pt x="0" y="11235"/>
                    <a:pt x="148" y="11440"/>
                    <a:pt x="310" y="11440"/>
                  </a:cubicBezTo>
                  <a:cubicBezTo>
                    <a:pt x="352" y="11440"/>
                    <a:pt x="394" y="11426"/>
                    <a:pt x="433" y="11394"/>
                  </a:cubicBezTo>
                  <a:lnTo>
                    <a:pt x="465" y="11394"/>
                  </a:lnTo>
                  <a:cubicBezTo>
                    <a:pt x="2038" y="10166"/>
                    <a:pt x="3076" y="8467"/>
                    <a:pt x="3989" y="6737"/>
                  </a:cubicBezTo>
                  <a:cubicBezTo>
                    <a:pt x="5121" y="4597"/>
                    <a:pt x="6223" y="2458"/>
                    <a:pt x="7324" y="318"/>
                  </a:cubicBezTo>
                  <a:cubicBezTo>
                    <a:pt x="7411" y="144"/>
                    <a:pt x="7273" y="1"/>
                    <a:pt x="7138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38"/>
            <p:cNvSpPr/>
            <p:nvPr/>
          </p:nvSpPr>
          <p:spPr>
            <a:xfrm>
              <a:off x="4133650" y="3160325"/>
              <a:ext cx="121600" cy="400850"/>
            </a:xfrm>
            <a:custGeom>
              <a:avLst/>
              <a:gdLst/>
              <a:ahLst/>
              <a:cxnLst/>
              <a:rect l="l" t="t" r="r" b="b"/>
              <a:pathLst>
                <a:path w="4864" h="16034" extrusionOk="0">
                  <a:moveTo>
                    <a:pt x="198" y="1"/>
                  </a:moveTo>
                  <a:cubicBezTo>
                    <a:pt x="95" y="1"/>
                    <a:pt x="1" y="64"/>
                    <a:pt x="17" y="189"/>
                  </a:cubicBezTo>
                  <a:cubicBezTo>
                    <a:pt x="457" y="5664"/>
                    <a:pt x="1967" y="11013"/>
                    <a:pt x="4453" y="15921"/>
                  </a:cubicBezTo>
                  <a:cubicBezTo>
                    <a:pt x="4493" y="16001"/>
                    <a:pt x="4552" y="16034"/>
                    <a:pt x="4611" y="16034"/>
                  </a:cubicBezTo>
                  <a:cubicBezTo>
                    <a:pt x="4737" y="16034"/>
                    <a:pt x="4864" y="15883"/>
                    <a:pt x="4799" y="15733"/>
                  </a:cubicBezTo>
                  <a:cubicBezTo>
                    <a:pt x="2345" y="10887"/>
                    <a:pt x="835" y="5601"/>
                    <a:pt x="426" y="189"/>
                  </a:cubicBezTo>
                  <a:cubicBezTo>
                    <a:pt x="410" y="64"/>
                    <a:pt x="300" y="1"/>
                    <a:pt x="198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38"/>
            <p:cNvSpPr/>
            <p:nvPr/>
          </p:nvSpPr>
          <p:spPr>
            <a:xfrm>
              <a:off x="4168350" y="3334975"/>
              <a:ext cx="380925" cy="262900"/>
            </a:xfrm>
            <a:custGeom>
              <a:avLst/>
              <a:gdLst/>
              <a:ahLst/>
              <a:cxnLst/>
              <a:rect l="l" t="t" r="r" b="b"/>
              <a:pathLst>
                <a:path w="15237" h="10516" extrusionOk="0">
                  <a:moveTo>
                    <a:pt x="14955" y="0"/>
                  </a:moveTo>
                  <a:cubicBezTo>
                    <a:pt x="14912" y="0"/>
                    <a:pt x="14869" y="19"/>
                    <a:pt x="14832" y="63"/>
                  </a:cubicBezTo>
                  <a:cubicBezTo>
                    <a:pt x="10962" y="4656"/>
                    <a:pt x="5897" y="8149"/>
                    <a:pt x="233" y="10100"/>
                  </a:cubicBezTo>
                  <a:cubicBezTo>
                    <a:pt x="1" y="10187"/>
                    <a:pt x="64" y="10516"/>
                    <a:pt x="273" y="10516"/>
                  </a:cubicBezTo>
                  <a:cubicBezTo>
                    <a:pt x="290" y="10516"/>
                    <a:pt x="308" y="10513"/>
                    <a:pt x="328" y="10509"/>
                  </a:cubicBezTo>
                  <a:cubicBezTo>
                    <a:pt x="6086" y="8495"/>
                    <a:pt x="11183" y="5002"/>
                    <a:pt x="15116" y="346"/>
                  </a:cubicBezTo>
                  <a:cubicBezTo>
                    <a:pt x="15236" y="201"/>
                    <a:pt x="15098" y="0"/>
                    <a:pt x="14955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38"/>
            <p:cNvSpPr/>
            <p:nvPr/>
          </p:nvSpPr>
          <p:spPr>
            <a:xfrm>
              <a:off x="4443100" y="2993475"/>
              <a:ext cx="330525" cy="367825"/>
            </a:xfrm>
            <a:custGeom>
              <a:avLst/>
              <a:gdLst/>
              <a:ahLst/>
              <a:cxnLst/>
              <a:rect l="l" t="t" r="r" b="b"/>
              <a:pathLst>
                <a:path w="13221" h="14713" extrusionOk="0">
                  <a:moveTo>
                    <a:pt x="12952" y="0"/>
                  </a:moveTo>
                  <a:cubicBezTo>
                    <a:pt x="12894" y="0"/>
                    <a:pt x="12839" y="29"/>
                    <a:pt x="12810" y="99"/>
                  </a:cubicBezTo>
                  <a:cubicBezTo>
                    <a:pt x="9884" y="5762"/>
                    <a:pt x="6548" y="11961"/>
                    <a:pt x="224" y="14320"/>
                  </a:cubicBezTo>
                  <a:cubicBezTo>
                    <a:pt x="0" y="14404"/>
                    <a:pt x="50" y="14713"/>
                    <a:pt x="242" y="14713"/>
                  </a:cubicBezTo>
                  <a:cubicBezTo>
                    <a:pt x="265" y="14713"/>
                    <a:pt x="291" y="14708"/>
                    <a:pt x="319" y="14698"/>
                  </a:cubicBezTo>
                  <a:cubicBezTo>
                    <a:pt x="6737" y="12307"/>
                    <a:pt x="10135" y="6045"/>
                    <a:pt x="13156" y="287"/>
                  </a:cubicBezTo>
                  <a:cubicBezTo>
                    <a:pt x="13220" y="137"/>
                    <a:pt x="13078" y="0"/>
                    <a:pt x="12952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8"/>
            <p:cNvSpPr/>
            <p:nvPr/>
          </p:nvSpPr>
          <p:spPr>
            <a:xfrm>
              <a:off x="5175225" y="2935000"/>
              <a:ext cx="246175" cy="164150"/>
            </a:xfrm>
            <a:custGeom>
              <a:avLst/>
              <a:gdLst/>
              <a:ahLst/>
              <a:cxnLst/>
              <a:rect l="l" t="t" r="r" b="b"/>
              <a:pathLst>
                <a:path w="9847" h="6566" extrusionOk="0">
                  <a:moveTo>
                    <a:pt x="9554" y="0"/>
                  </a:moveTo>
                  <a:cubicBezTo>
                    <a:pt x="9494" y="0"/>
                    <a:pt x="9433" y="23"/>
                    <a:pt x="9388" y="78"/>
                  </a:cubicBezTo>
                  <a:cubicBezTo>
                    <a:pt x="7091" y="3067"/>
                    <a:pt x="3882" y="5206"/>
                    <a:pt x="263" y="6150"/>
                  </a:cubicBezTo>
                  <a:cubicBezTo>
                    <a:pt x="0" y="6209"/>
                    <a:pt x="90" y="6566"/>
                    <a:pt x="306" y="6566"/>
                  </a:cubicBezTo>
                  <a:cubicBezTo>
                    <a:pt x="323" y="6566"/>
                    <a:pt x="340" y="6564"/>
                    <a:pt x="358" y="6559"/>
                  </a:cubicBezTo>
                  <a:lnTo>
                    <a:pt x="358" y="6528"/>
                  </a:lnTo>
                  <a:cubicBezTo>
                    <a:pt x="4071" y="5521"/>
                    <a:pt x="7374" y="3350"/>
                    <a:pt x="9734" y="298"/>
                  </a:cubicBezTo>
                  <a:cubicBezTo>
                    <a:pt x="9846" y="141"/>
                    <a:pt x="9703" y="0"/>
                    <a:pt x="9554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38"/>
            <p:cNvSpPr/>
            <p:nvPr/>
          </p:nvSpPr>
          <p:spPr>
            <a:xfrm>
              <a:off x="5426425" y="2912550"/>
              <a:ext cx="10250" cy="11825"/>
            </a:xfrm>
            <a:custGeom>
              <a:avLst/>
              <a:gdLst/>
              <a:ahLst/>
              <a:cxnLst/>
              <a:rect l="l" t="t" r="r" b="b"/>
              <a:pathLst>
                <a:path w="410" h="473" extrusionOk="0">
                  <a:moveTo>
                    <a:pt x="205" y="0"/>
                  </a:moveTo>
                  <a:cubicBezTo>
                    <a:pt x="103" y="0"/>
                    <a:pt x="1" y="63"/>
                    <a:pt x="1" y="189"/>
                  </a:cubicBezTo>
                  <a:lnTo>
                    <a:pt x="1" y="284"/>
                  </a:lnTo>
                  <a:cubicBezTo>
                    <a:pt x="1" y="410"/>
                    <a:pt x="103" y="472"/>
                    <a:pt x="205" y="472"/>
                  </a:cubicBezTo>
                  <a:cubicBezTo>
                    <a:pt x="307" y="472"/>
                    <a:pt x="410" y="410"/>
                    <a:pt x="410" y="284"/>
                  </a:cubicBezTo>
                  <a:lnTo>
                    <a:pt x="410" y="189"/>
                  </a:lnTo>
                  <a:cubicBezTo>
                    <a:pt x="410" y="63"/>
                    <a:pt x="307" y="0"/>
                    <a:pt x="205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8"/>
            <p:cNvSpPr/>
            <p:nvPr/>
          </p:nvSpPr>
          <p:spPr>
            <a:xfrm>
              <a:off x="5444525" y="2885025"/>
              <a:ext cx="12600" cy="10250"/>
            </a:xfrm>
            <a:custGeom>
              <a:avLst/>
              <a:gdLst/>
              <a:ahLst/>
              <a:cxnLst/>
              <a:rect l="l" t="t" r="r" b="b"/>
              <a:pathLst>
                <a:path w="504" h="410" extrusionOk="0">
                  <a:moveTo>
                    <a:pt x="252" y="0"/>
                  </a:moveTo>
                  <a:cubicBezTo>
                    <a:pt x="0" y="0"/>
                    <a:pt x="0" y="409"/>
                    <a:pt x="252" y="409"/>
                  </a:cubicBezTo>
                  <a:cubicBezTo>
                    <a:pt x="504" y="409"/>
                    <a:pt x="504" y="0"/>
                    <a:pt x="252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8"/>
            <p:cNvSpPr/>
            <p:nvPr/>
          </p:nvSpPr>
          <p:spPr>
            <a:xfrm>
              <a:off x="5445175" y="2875575"/>
              <a:ext cx="22650" cy="19500"/>
            </a:xfrm>
            <a:custGeom>
              <a:avLst/>
              <a:gdLst/>
              <a:ahLst/>
              <a:cxnLst/>
              <a:rect l="l" t="t" r="r" b="b"/>
              <a:pathLst>
                <a:path w="906" h="780" extrusionOk="0">
                  <a:moveTo>
                    <a:pt x="619" y="1"/>
                  </a:moveTo>
                  <a:cubicBezTo>
                    <a:pt x="572" y="1"/>
                    <a:pt x="522" y="19"/>
                    <a:pt x="478" y="64"/>
                  </a:cubicBezTo>
                  <a:cubicBezTo>
                    <a:pt x="320" y="221"/>
                    <a:pt x="226" y="315"/>
                    <a:pt x="100" y="441"/>
                  </a:cubicBezTo>
                  <a:cubicBezTo>
                    <a:pt x="0" y="541"/>
                    <a:pt x="118" y="780"/>
                    <a:pt x="266" y="780"/>
                  </a:cubicBezTo>
                  <a:cubicBezTo>
                    <a:pt x="304" y="780"/>
                    <a:pt x="344" y="763"/>
                    <a:pt x="383" y="724"/>
                  </a:cubicBezTo>
                  <a:lnTo>
                    <a:pt x="761" y="315"/>
                  </a:lnTo>
                  <a:cubicBezTo>
                    <a:pt x="905" y="195"/>
                    <a:pt x="774" y="1"/>
                    <a:pt x="619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8"/>
            <p:cNvSpPr/>
            <p:nvPr/>
          </p:nvSpPr>
          <p:spPr>
            <a:xfrm>
              <a:off x="5478475" y="2821200"/>
              <a:ext cx="30375" cy="39375"/>
            </a:xfrm>
            <a:custGeom>
              <a:avLst/>
              <a:gdLst/>
              <a:ahLst/>
              <a:cxnLst/>
              <a:rect l="l" t="t" r="r" b="b"/>
              <a:pathLst>
                <a:path w="1215" h="1575" extrusionOk="0">
                  <a:moveTo>
                    <a:pt x="945" y="1"/>
                  </a:moveTo>
                  <a:cubicBezTo>
                    <a:pt x="883" y="1"/>
                    <a:pt x="822" y="30"/>
                    <a:pt x="782" y="99"/>
                  </a:cubicBezTo>
                  <a:lnTo>
                    <a:pt x="90" y="1263"/>
                  </a:lnTo>
                  <a:cubicBezTo>
                    <a:pt x="1" y="1419"/>
                    <a:pt x="148" y="1575"/>
                    <a:pt x="286" y="1575"/>
                  </a:cubicBezTo>
                  <a:cubicBezTo>
                    <a:pt x="343" y="1575"/>
                    <a:pt x="399" y="1548"/>
                    <a:pt x="436" y="1483"/>
                  </a:cubicBezTo>
                  <a:lnTo>
                    <a:pt x="1128" y="288"/>
                  </a:lnTo>
                  <a:cubicBezTo>
                    <a:pt x="1214" y="137"/>
                    <a:pt x="1079" y="1"/>
                    <a:pt x="945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8"/>
            <p:cNvSpPr/>
            <p:nvPr/>
          </p:nvSpPr>
          <p:spPr>
            <a:xfrm>
              <a:off x="5516100" y="2779625"/>
              <a:ext cx="12625" cy="9450"/>
            </a:xfrm>
            <a:custGeom>
              <a:avLst/>
              <a:gdLst/>
              <a:ahLst/>
              <a:cxnLst/>
              <a:rect l="l" t="t" r="r" b="b"/>
              <a:pathLst>
                <a:path w="505" h="378" extrusionOk="0">
                  <a:moveTo>
                    <a:pt x="252" y="0"/>
                  </a:moveTo>
                  <a:cubicBezTo>
                    <a:pt x="1" y="0"/>
                    <a:pt x="1" y="378"/>
                    <a:pt x="252" y="378"/>
                  </a:cubicBezTo>
                  <a:cubicBezTo>
                    <a:pt x="504" y="378"/>
                    <a:pt x="504" y="0"/>
                    <a:pt x="252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8"/>
            <p:cNvSpPr/>
            <p:nvPr/>
          </p:nvSpPr>
          <p:spPr>
            <a:xfrm>
              <a:off x="4807975" y="3071450"/>
              <a:ext cx="508225" cy="348075"/>
            </a:xfrm>
            <a:custGeom>
              <a:avLst/>
              <a:gdLst/>
              <a:ahLst/>
              <a:cxnLst/>
              <a:rect l="l" t="t" r="r" b="b"/>
              <a:pathLst>
                <a:path w="20329" h="13923" extrusionOk="0">
                  <a:moveTo>
                    <a:pt x="20061" y="1"/>
                  </a:moveTo>
                  <a:cubicBezTo>
                    <a:pt x="20016" y="1"/>
                    <a:pt x="19969" y="19"/>
                    <a:pt x="19925" y="63"/>
                  </a:cubicBezTo>
                  <a:cubicBezTo>
                    <a:pt x="14576" y="6104"/>
                    <a:pt x="7780" y="10729"/>
                    <a:pt x="197" y="13530"/>
                  </a:cubicBezTo>
                  <a:cubicBezTo>
                    <a:pt x="1" y="13614"/>
                    <a:pt x="54" y="13922"/>
                    <a:pt x="246" y="13922"/>
                  </a:cubicBezTo>
                  <a:cubicBezTo>
                    <a:pt x="269" y="13922"/>
                    <a:pt x="295" y="13918"/>
                    <a:pt x="323" y="13907"/>
                  </a:cubicBezTo>
                  <a:lnTo>
                    <a:pt x="323" y="13876"/>
                  </a:lnTo>
                  <a:cubicBezTo>
                    <a:pt x="7968" y="11076"/>
                    <a:pt x="14796" y="6419"/>
                    <a:pt x="20208" y="346"/>
                  </a:cubicBezTo>
                  <a:cubicBezTo>
                    <a:pt x="20329" y="201"/>
                    <a:pt x="20208" y="1"/>
                    <a:pt x="20061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8"/>
            <p:cNvSpPr/>
            <p:nvPr/>
          </p:nvSpPr>
          <p:spPr>
            <a:xfrm>
              <a:off x="4610775" y="3625000"/>
              <a:ext cx="249925" cy="164525"/>
            </a:xfrm>
            <a:custGeom>
              <a:avLst/>
              <a:gdLst/>
              <a:ahLst/>
              <a:cxnLst/>
              <a:rect l="l" t="t" r="r" b="b"/>
              <a:pathLst>
                <a:path w="9997" h="6581" extrusionOk="0">
                  <a:moveTo>
                    <a:pt x="9728" y="0"/>
                  </a:moveTo>
                  <a:cubicBezTo>
                    <a:pt x="9695" y="0"/>
                    <a:pt x="9660" y="12"/>
                    <a:pt x="9627" y="40"/>
                  </a:cubicBezTo>
                  <a:cubicBezTo>
                    <a:pt x="6575" y="2243"/>
                    <a:pt x="3428" y="4288"/>
                    <a:pt x="187" y="6207"/>
                  </a:cubicBezTo>
                  <a:cubicBezTo>
                    <a:pt x="0" y="6314"/>
                    <a:pt x="109" y="6580"/>
                    <a:pt x="281" y="6580"/>
                  </a:cubicBezTo>
                  <a:cubicBezTo>
                    <a:pt x="311" y="6580"/>
                    <a:pt x="343" y="6572"/>
                    <a:pt x="376" y="6553"/>
                  </a:cubicBezTo>
                  <a:cubicBezTo>
                    <a:pt x="3617" y="4634"/>
                    <a:pt x="6763" y="2589"/>
                    <a:pt x="9815" y="386"/>
                  </a:cubicBezTo>
                  <a:cubicBezTo>
                    <a:pt x="9996" y="257"/>
                    <a:pt x="9880" y="0"/>
                    <a:pt x="9728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8"/>
            <p:cNvSpPr/>
            <p:nvPr/>
          </p:nvSpPr>
          <p:spPr>
            <a:xfrm>
              <a:off x="4868250" y="3582750"/>
              <a:ext cx="41100" cy="36950"/>
            </a:xfrm>
            <a:custGeom>
              <a:avLst/>
              <a:gdLst/>
              <a:ahLst/>
              <a:cxnLst/>
              <a:rect l="l" t="t" r="r" b="b"/>
              <a:pathLst>
                <a:path w="1644" h="1478" extrusionOk="0">
                  <a:moveTo>
                    <a:pt x="1355" y="0"/>
                  </a:moveTo>
                  <a:cubicBezTo>
                    <a:pt x="1308" y="0"/>
                    <a:pt x="1259" y="19"/>
                    <a:pt x="1215" y="63"/>
                  </a:cubicBezTo>
                  <a:lnTo>
                    <a:pt x="146" y="1132"/>
                  </a:lnTo>
                  <a:cubicBezTo>
                    <a:pt x="1" y="1277"/>
                    <a:pt x="134" y="1478"/>
                    <a:pt x="289" y="1478"/>
                  </a:cubicBezTo>
                  <a:cubicBezTo>
                    <a:pt x="336" y="1478"/>
                    <a:pt x="385" y="1460"/>
                    <a:pt x="429" y="1416"/>
                  </a:cubicBezTo>
                  <a:lnTo>
                    <a:pt x="1499" y="346"/>
                  </a:lnTo>
                  <a:cubicBezTo>
                    <a:pt x="1644" y="201"/>
                    <a:pt x="1510" y="0"/>
                    <a:pt x="1355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8"/>
            <p:cNvSpPr/>
            <p:nvPr/>
          </p:nvSpPr>
          <p:spPr>
            <a:xfrm>
              <a:off x="4919875" y="3561500"/>
              <a:ext cx="10250" cy="11825"/>
            </a:xfrm>
            <a:custGeom>
              <a:avLst/>
              <a:gdLst/>
              <a:ahLst/>
              <a:cxnLst/>
              <a:rect l="l" t="t" r="r" b="b"/>
              <a:pathLst>
                <a:path w="410" h="473" extrusionOk="0">
                  <a:moveTo>
                    <a:pt x="205" y="0"/>
                  </a:moveTo>
                  <a:cubicBezTo>
                    <a:pt x="102" y="0"/>
                    <a:pt x="0" y="63"/>
                    <a:pt x="0" y="189"/>
                  </a:cubicBezTo>
                  <a:lnTo>
                    <a:pt x="0" y="283"/>
                  </a:lnTo>
                  <a:cubicBezTo>
                    <a:pt x="0" y="409"/>
                    <a:pt x="102" y="472"/>
                    <a:pt x="205" y="472"/>
                  </a:cubicBezTo>
                  <a:cubicBezTo>
                    <a:pt x="307" y="472"/>
                    <a:pt x="409" y="409"/>
                    <a:pt x="409" y="283"/>
                  </a:cubicBezTo>
                  <a:lnTo>
                    <a:pt x="409" y="189"/>
                  </a:lnTo>
                  <a:cubicBezTo>
                    <a:pt x="409" y="63"/>
                    <a:pt x="307" y="0"/>
                    <a:pt x="205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38"/>
            <p:cNvSpPr/>
            <p:nvPr/>
          </p:nvSpPr>
          <p:spPr>
            <a:xfrm>
              <a:off x="4949225" y="3360475"/>
              <a:ext cx="151375" cy="177900"/>
            </a:xfrm>
            <a:custGeom>
              <a:avLst/>
              <a:gdLst/>
              <a:ahLst/>
              <a:cxnLst/>
              <a:rect l="l" t="t" r="r" b="b"/>
              <a:pathLst>
                <a:path w="6055" h="7116" extrusionOk="0">
                  <a:moveTo>
                    <a:pt x="5786" y="0"/>
                  </a:moveTo>
                  <a:cubicBezTo>
                    <a:pt x="5724" y="0"/>
                    <a:pt x="5662" y="33"/>
                    <a:pt x="5622" y="112"/>
                  </a:cubicBezTo>
                  <a:cubicBezTo>
                    <a:pt x="4175" y="2598"/>
                    <a:pt x="2318" y="4863"/>
                    <a:pt x="147" y="6783"/>
                  </a:cubicBezTo>
                  <a:cubicBezTo>
                    <a:pt x="0" y="6930"/>
                    <a:pt x="140" y="7115"/>
                    <a:pt x="298" y="7115"/>
                  </a:cubicBezTo>
                  <a:cubicBezTo>
                    <a:pt x="343" y="7115"/>
                    <a:pt x="389" y="7101"/>
                    <a:pt x="431" y="7066"/>
                  </a:cubicBezTo>
                  <a:cubicBezTo>
                    <a:pt x="2633" y="5115"/>
                    <a:pt x="4489" y="2850"/>
                    <a:pt x="5968" y="301"/>
                  </a:cubicBezTo>
                  <a:cubicBezTo>
                    <a:pt x="6054" y="151"/>
                    <a:pt x="5920" y="0"/>
                    <a:pt x="5786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38"/>
            <p:cNvSpPr/>
            <p:nvPr/>
          </p:nvSpPr>
          <p:spPr>
            <a:xfrm>
              <a:off x="4709100" y="3794100"/>
              <a:ext cx="133650" cy="87450"/>
            </a:xfrm>
            <a:custGeom>
              <a:avLst/>
              <a:gdLst/>
              <a:ahLst/>
              <a:cxnLst/>
              <a:rect l="l" t="t" r="r" b="b"/>
              <a:pathLst>
                <a:path w="5346" h="3498" extrusionOk="0">
                  <a:moveTo>
                    <a:pt x="5100" y="1"/>
                  </a:moveTo>
                  <a:cubicBezTo>
                    <a:pt x="5069" y="1"/>
                    <a:pt x="5035" y="13"/>
                    <a:pt x="5001" y="41"/>
                  </a:cubicBezTo>
                  <a:cubicBezTo>
                    <a:pt x="3491" y="1205"/>
                    <a:pt x="1887" y="2212"/>
                    <a:pt x="187" y="3125"/>
                  </a:cubicBezTo>
                  <a:cubicBezTo>
                    <a:pt x="0" y="3232"/>
                    <a:pt x="109" y="3498"/>
                    <a:pt x="281" y="3498"/>
                  </a:cubicBezTo>
                  <a:cubicBezTo>
                    <a:pt x="311" y="3498"/>
                    <a:pt x="343" y="3489"/>
                    <a:pt x="376" y="3471"/>
                  </a:cubicBezTo>
                  <a:cubicBezTo>
                    <a:pt x="2075" y="2558"/>
                    <a:pt x="3680" y="1551"/>
                    <a:pt x="5190" y="387"/>
                  </a:cubicBezTo>
                  <a:cubicBezTo>
                    <a:pt x="5345" y="258"/>
                    <a:pt x="5245" y="1"/>
                    <a:pt x="5100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8"/>
            <p:cNvSpPr/>
            <p:nvPr/>
          </p:nvSpPr>
          <p:spPr>
            <a:xfrm>
              <a:off x="4856925" y="3775450"/>
              <a:ext cx="13400" cy="9475"/>
            </a:xfrm>
            <a:custGeom>
              <a:avLst/>
              <a:gdLst/>
              <a:ahLst/>
              <a:cxnLst/>
              <a:rect l="l" t="t" r="r" b="b"/>
              <a:pathLst>
                <a:path w="536" h="379" extrusionOk="0">
                  <a:moveTo>
                    <a:pt x="253" y="0"/>
                  </a:moveTo>
                  <a:cubicBezTo>
                    <a:pt x="1" y="0"/>
                    <a:pt x="1" y="378"/>
                    <a:pt x="253" y="378"/>
                  </a:cubicBezTo>
                  <a:cubicBezTo>
                    <a:pt x="536" y="378"/>
                    <a:pt x="536" y="0"/>
                    <a:pt x="253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8"/>
            <p:cNvSpPr/>
            <p:nvPr/>
          </p:nvSpPr>
          <p:spPr>
            <a:xfrm>
              <a:off x="4693350" y="4006350"/>
              <a:ext cx="104425" cy="72650"/>
            </a:xfrm>
            <a:custGeom>
              <a:avLst/>
              <a:gdLst/>
              <a:ahLst/>
              <a:cxnLst/>
              <a:rect l="l" t="t" r="r" b="b"/>
              <a:pathLst>
                <a:path w="4177" h="2906" extrusionOk="0">
                  <a:moveTo>
                    <a:pt x="3867" y="0"/>
                  </a:moveTo>
                  <a:cubicBezTo>
                    <a:pt x="3825" y="0"/>
                    <a:pt x="3782" y="14"/>
                    <a:pt x="3744" y="46"/>
                  </a:cubicBezTo>
                  <a:cubicBezTo>
                    <a:pt x="2611" y="990"/>
                    <a:pt x="1447" y="1808"/>
                    <a:pt x="188" y="2532"/>
                  </a:cubicBezTo>
                  <a:cubicBezTo>
                    <a:pt x="1" y="2639"/>
                    <a:pt x="132" y="2905"/>
                    <a:pt x="311" y="2905"/>
                  </a:cubicBezTo>
                  <a:cubicBezTo>
                    <a:pt x="342" y="2905"/>
                    <a:pt x="375" y="2897"/>
                    <a:pt x="408" y="2878"/>
                  </a:cubicBezTo>
                  <a:cubicBezTo>
                    <a:pt x="1667" y="2123"/>
                    <a:pt x="2894" y="1273"/>
                    <a:pt x="4027" y="329"/>
                  </a:cubicBezTo>
                  <a:cubicBezTo>
                    <a:pt x="4177" y="205"/>
                    <a:pt x="4029" y="0"/>
                    <a:pt x="3867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8"/>
            <p:cNvSpPr/>
            <p:nvPr/>
          </p:nvSpPr>
          <p:spPr>
            <a:xfrm>
              <a:off x="4807375" y="3989400"/>
              <a:ext cx="9475" cy="11825"/>
            </a:xfrm>
            <a:custGeom>
              <a:avLst/>
              <a:gdLst/>
              <a:ahLst/>
              <a:cxnLst/>
              <a:rect l="l" t="t" r="r" b="b"/>
              <a:pathLst>
                <a:path w="379" h="473" extrusionOk="0">
                  <a:moveTo>
                    <a:pt x="189" y="1"/>
                  </a:moveTo>
                  <a:cubicBezTo>
                    <a:pt x="95" y="1"/>
                    <a:pt x="1" y="64"/>
                    <a:pt x="1" y="189"/>
                  </a:cubicBezTo>
                  <a:lnTo>
                    <a:pt x="1" y="284"/>
                  </a:lnTo>
                  <a:cubicBezTo>
                    <a:pt x="1" y="410"/>
                    <a:pt x="95" y="473"/>
                    <a:pt x="189" y="473"/>
                  </a:cubicBezTo>
                  <a:cubicBezTo>
                    <a:pt x="284" y="473"/>
                    <a:pt x="378" y="410"/>
                    <a:pt x="378" y="284"/>
                  </a:cubicBezTo>
                  <a:lnTo>
                    <a:pt x="378" y="189"/>
                  </a:lnTo>
                  <a:cubicBezTo>
                    <a:pt x="378" y="64"/>
                    <a:pt x="284" y="1"/>
                    <a:pt x="189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8"/>
            <p:cNvSpPr/>
            <p:nvPr/>
          </p:nvSpPr>
          <p:spPr>
            <a:xfrm>
              <a:off x="4827225" y="3895025"/>
              <a:ext cx="89200" cy="84550"/>
            </a:xfrm>
            <a:custGeom>
              <a:avLst/>
              <a:gdLst/>
              <a:ahLst/>
              <a:cxnLst/>
              <a:rect l="l" t="t" r="r" b="b"/>
              <a:pathLst>
                <a:path w="3568" h="3382" extrusionOk="0">
                  <a:moveTo>
                    <a:pt x="3294" y="1"/>
                  </a:moveTo>
                  <a:cubicBezTo>
                    <a:pt x="3251" y="1"/>
                    <a:pt x="3208" y="19"/>
                    <a:pt x="3171" y="63"/>
                  </a:cubicBezTo>
                  <a:cubicBezTo>
                    <a:pt x="2196" y="1101"/>
                    <a:pt x="1189" y="2077"/>
                    <a:pt x="151" y="3052"/>
                  </a:cubicBezTo>
                  <a:cubicBezTo>
                    <a:pt x="1" y="3177"/>
                    <a:pt x="148" y="3381"/>
                    <a:pt x="310" y="3381"/>
                  </a:cubicBezTo>
                  <a:cubicBezTo>
                    <a:pt x="352" y="3381"/>
                    <a:pt x="395" y="3368"/>
                    <a:pt x="434" y="3335"/>
                  </a:cubicBezTo>
                  <a:cubicBezTo>
                    <a:pt x="1472" y="2360"/>
                    <a:pt x="2479" y="1384"/>
                    <a:pt x="3423" y="346"/>
                  </a:cubicBezTo>
                  <a:cubicBezTo>
                    <a:pt x="3568" y="201"/>
                    <a:pt x="3435" y="1"/>
                    <a:pt x="3294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8"/>
            <p:cNvSpPr/>
            <p:nvPr/>
          </p:nvSpPr>
          <p:spPr>
            <a:xfrm>
              <a:off x="3214050" y="3313725"/>
              <a:ext cx="107425" cy="89125"/>
            </a:xfrm>
            <a:custGeom>
              <a:avLst/>
              <a:gdLst/>
              <a:ahLst/>
              <a:cxnLst/>
              <a:rect l="l" t="t" r="r" b="b"/>
              <a:pathLst>
                <a:path w="4297" h="3565" extrusionOk="0">
                  <a:moveTo>
                    <a:pt x="289" y="1"/>
                  </a:moveTo>
                  <a:cubicBezTo>
                    <a:pt x="133" y="1"/>
                    <a:pt x="0" y="201"/>
                    <a:pt x="145" y="346"/>
                  </a:cubicBezTo>
                  <a:cubicBezTo>
                    <a:pt x="1309" y="1510"/>
                    <a:pt x="2599" y="2580"/>
                    <a:pt x="3921" y="3524"/>
                  </a:cubicBezTo>
                  <a:cubicBezTo>
                    <a:pt x="3960" y="3552"/>
                    <a:pt x="3998" y="3564"/>
                    <a:pt x="4034" y="3564"/>
                  </a:cubicBezTo>
                  <a:cubicBezTo>
                    <a:pt x="4196" y="3564"/>
                    <a:pt x="4296" y="3307"/>
                    <a:pt x="4141" y="3178"/>
                  </a:cubicBezTo>
                  <a:cubicBezTo>
                    <a:pt x="2820" y="2266"/>
                    <a:pt x="1561" y="1196"/>
                    <a:pt x="428" y="63"/>
                  </a:cubicBezTo>
                  <a:cubicBezTo>
                    <a:pt x="385" y="19"/>
                    <a:pt x="336" y="1"/>
                    <a:pt x="289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8"/>
            <p:cNvSpPr/>
            <p:nvPr/>
          </p:nvSpPr>
          <p:spPr>
            <a:xfrm>
              <a:off x="3326225" y="3398675"/>
              <a:ext cx="13400" cy="10250"/>
            </a:xfrm>
            <a:custGeom>
              <a:avLst/>
              <a:gdLst/>
              <a:ahLst/>
              <a:cxnLst/>
              <a:rect l="l" t="t" r="r" b="b"/>
              <a:pathLst>
                <a:path w="536" h="410" extrusionOk="0">
                  <a:moveTo>
                    <a:pt x="283" y="0"/>
                  </a:moveTo>
                  <a:cubicBezTo>
                    <a:pt x="0" y="0"/>
                    <a:pt x="0" y="409"/>
                    <a:pt x="283" y="409"/>
                  </a:cubicBezTo>
                  <a:cubicBezTo>
                    <a:pt x="535" y="409"/>
                    <a:pt x="535" y="0"/>
                    <a:pt x="283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8"/>
            <p:cNvSpPr/>
            <p:nvPr/>
          </p:nvSpPr>
          <p:spPr>
            <a:xfrm>
              <a:off x="3342725" y="3410475"/>
              <a:ext cx="14975" cy="10250"/>
            </a:xfrm>
            <a:custGeom>
              <a:avLst/>
              <a:gdLst/>
              <a:ahLst/>
              <a:cxnLst/>
              <a:rect l="l" t="t" r="r" b="b"/>
              <a:pathLst>
                <a:path w="599" h="410" extrusionOk="0">
                  <a:moveTo>
                    <a:pt x="253" y="0"/>
                  </a:moveTo>
                  <a:cubicBezTo>
                    <a:pt x="1" y="0"/>
                    <a:pt x="1" y="409"/>
                    <a:pt x="253" y="409"/>
                  </a:cubicBezTo>
                  <a:lnTo>
                    <a:pt x="347" y="409"/>
                  </a:lnTo>
                  <a:cubicBezTo>
                    <a:pt x="599" y="409"/>
                    <a:pt x="599" y="0"/>
                    <a:pt x="347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8"/>
            <p:cNvSpPr/>
            <p:nvPr/>
          </p:nvSpPr>
          <p:spPr>
            <a:xfrm>
              <a:off x="3371750" y="3421900"/>
              <a:ext cx="160875" cy="47775"/>
            </a:xfrm>
            <a:custGeom>
              <a:avLst/>
              <a:gdLst/>
              <a:ahLst/>
              <a:cxnLst/>
              <a:rect l="l" t="t" r="r" b="b"/>
              <a:pathLst>
                <a:path w="6435" h="1911" extrusionOk="0">
                  <a:moveTo>
                    <a:pt x="242" y="0"/>
                  </a:moveTo>
                  <a:cubicBezTo>
                    <a:pt x="51" y="0"/>
                    <a:pt x="0" y="309"/>
                    <a:pt x="224" y="393"/>
                  </a:cubicBezTo>
                  <a:cubicBezTo>
                    <a:pt x="2144" y="1053"/>
                    <a:pt x="4126" y="1557"/>
                    <a:pt x="6108" y="1903"/>
                  </a:cubicBezTo>
                  <a:cubicBezTo>
                    <a:pt x="6127" y="1908"/>
                    <a:pt x="6146" y="1910"/>
                    <a:pt x="6163" y="1910"/>
                  </a:cubicBezTo>
                  <a:cubicBezTo>
                    <a:pt x="6372" y="1910"/>
                    <a:pt x="6435" y="1584"/>
                    <a:pt x="6203" y="1525"/>
                  </a:cubicBezTo>
                  <a:cubicBezTo>
                    <a:pt x="4220" y="1148"/>
                    <a:pt x="2238" y="644"/>
                    <a:pt x="319" y="15"/>
                  </a:cubicBezTo>
                  <a:cubicBezTo>
                    <a:pt x="291" y="5"/>
                    <a:pt x="265" y="0"/>
                    <a:pt x="242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8"/>
            <p:cNvSpPr/>
            <p:nvPr/>
          </p:nvSpPr>
          <p:spPr>
            <a:xfrm>
              <a:off x="3217000" y="3388450"/>
              <a:ext cx="150900" cy="135200"/>
            </a:xfrm>
            <a:custGeom>
              <a:avLst/>
              <a:gdLst/>
              <a:ahLst/>
              <a:cxnLst/>
              <a:rect l="l" t="t" r="r" b="b"/>
              <a:pathLst>
                <a:path w="6036" h="5408" extrusionOk="0">
                  <a:moveTo>
                    <a:pt x="269" y="1"/>
                  </a:moveTo>
                  <a:cubicBezTo>
                    <a:pt x="121" y="1"/>
                    <a:pt x="1" y="201"/>
                    <a:pt x="122" y="346"/>
                  </a:cubicBezTo>
                  <a:cubicBezTo>
                    <a:pt x="1726" y="2266"/>
                    <a:pt x="3394" y="4185"/>
                    <a:pt x="5659" y="5381"/>
                  </a:cubicBezTo>
                  <a:cubicBezTo>
                    <a:pt x="5692" y="5399"/>
                    <a:pt x="5725" y="5408"/>
                    <a:pt x="5755" y="5408"/>
                  </a:cubicBezTo>
                  <a:cubicBezTo>
                    <a:pt x="5927" y="5408"/>
                    <a:pt x="6035" y="5141"/>
                    <a:pt x="5848" y="5034"/>
                  </a:cubicBezTo>
                  <a:cubicBezTo>
                    <a:pt x="3614" y="3870"/>
                    <a:pt x="1978" y="1982"/>
                    <a:pt x="405" y="63"/>
                  </a:cubicBezTo>
                  <a:cubicBezTo>
                    <a:pt x="361" y="19"/>
                    <a:pt x="314" y="1"/>
                    <a:pt x="269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8"/>
            <p:cNvSpPr/>
            <p:nvPr/>
          </p:nvSpPr>
          <p:spPr>
            <a:xfrm>
              <a:off x="3371050" y="3523725"/>
              <a:ext cx="14200" cy="9475"/>
            </a:xfrm>
            <a:custGeom>
              <a:avLst/>
              <a:gdLst/>
              <a:ahLst/>
              <a:cxnLst/>
              <a:rect l="l" t="t" r="r" b="b"/>
              <a:pathLst>
                <a:path w="568" h="379" extrusionOk="0">
                  <a:moveTo>
                    <a:pt x="252" y="1"/>
                  </a:moveTo>
                  <a:cubicBezTo>
                    <a:pt x="1" y="1"/>
                    <a:pt x="1" y="379"/>
                    <a:pt x="252" y="379"/>
                  </a:cubicBezTo>
                  <a:lnTo>
                    <a:pt x="315" y="379"/>
                  </a:lnTo>
                  <a:cubicBezTo>
                    <a:pt x="567" y="379"/>
                    <a:pt x="567" y="1"/>
                    <a:pt x="315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8"/>
            <p:cNvSpPr/>
            <p:nvPr/>
          </p:nvSpPr>
          <p:spPr>
            <a:xfrm>
              <a:off x="3390725" y="3534750"/>
              <a:ext cx="12600" cy="10250"/>
            </a:xfrm>
            <a:custGeom>
              <a:avLst/>
              <a:gdLst/>
              <a:ahLst/>
              <a:cxnLst/>
              <a:rect l="l" t="t" r="r" b="b"/>
              <a:pathLst>
                <a:path w="504" h="410" extrusionOk="0">
                  <a:moveTo>
                    <a:pt x="252" y="0"/>
                  </a:moveTo>
                  <a:cubicBezTo>
                    <a:pt x="0" y="0"/>
                    <a:pt x="0" y="410"/>
                    <a:pt x="252" y="410"/>
                  </a:cubicBezTo>
                  <a:cubicBezTo>
                    <a:pt x="504" y="410"/>
                    <a:pt x="504" y="0"/>
                    <a:pt x="252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8"/>
            <p:cNvSpPr/>
            <p:nvPr/>
          </p:nvSpPr>
          <p:spPr>
            <a:xfrm>
              <a:off x="3416500" y="3550100"/>
              <a:ext cx="179325" cy="61025"/>
            </a:xfrm>
            <a:custGeom>
              <a:avLst/>
              <a:gdLst/>
              <a:ahLst/>
              <a:cxnLst/>
              <a:rect l="l" t="t" r="r" b="b"/>
              <a:pathLst>
                <a:path w="7173" h="2441" extrusionOk="0">
                  <a:moveTo>
                    <a:pt x="245" y="1"/>
                  </a:moveTo>
                  <a:cubicBezTo>
                    <a:pt x="54" y="1"/>
                    <a:pt x="0" y="309"/>
                    <a:pt x="196" y="393"/>
                  </a:cubicBezTo>
                  <a:cubicBezTo>
                    <a:pt x="2336" y="1274"/>
                    <a:pt x="4570" y="1967"/>
                    <a:pt x="6835" y="2438"/>
                  </a:cubicBezTo>
                  <a:cubicBezTo>
                    <a:pt x="6845" y="2440"/>
                    <a:pt x="6855" y="2440"/>
                    <a:pt x="6865" y="2440"/>
                  </a:cubicBezTo>
                  <a:cubicBezTo>
                    <a:pt x="7094" y="2440"/>
                    <a:pt x="7173" y="2090"/>
                    <a:pt x="6961" y="2029"/>
                  </a:cubicBezTo>
                  <a:cubicBezTo>
                    <a:pt x="4664" y="1557"/>
                    <a:pt x="2462" y="897"/>
                    <a:pt x="322" y="16"/>
                  </a:cubicBezTo>
                  <a:cubicBezTo>
                    <a:pt x="295" y="5"/>
                    <a:pt x="269" y="1"/>
                    <a:pt x="245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8"/>
            <p:cNvSpPr/>
            <p:nvPr/>
          </p:nvSpPr>
          <p:spPr>
            <a:xfrm>
              <a:off x="3283200" y="3566550"/>
              <a:ext cx="248450" cy="146375"/>
            </a:xfrm>
            <a:custGeom>
              <a:avLst/>
              <a:gdLst/>
              <a:ahLst/>
              <a:cxnLst/>
              <a:rect l="l" t="t" r="r" b="b"/>
              <a:pathLst>
                <a:path w="9938" h="5855" extrusionOk="0">
                  <a:moveTo>
                    <a:pt x="299" y="1"/>
                  </a:moveTo>
                  <a:cubicBezTo>
                    <a:pt x="141" y="1"/>
                    <a:pt x="1" y="186"/>
                    <a:pt x="148" y="333"/>
                  </a:cubicBezTo>
                  <a:cubicBezTo>
                    <a:pt x="2917" y="2787"/>
                    <a:pt x="6126" y="4644"/>
                    <a:pt x="9619" y="5839"/>
                  </a:cubicBezTo>
                  <a:cubicBezTo>
                    <a:pt x="9646" y="5850"/>
                    <a:pt x="9672" y="5854"/>
                    <a:pt x="9696" y="5854"/>
                  </a:cubicBezTo>
                  <a:cubicBezTo>
                    <a:pt x="9887" y="5854"/>
                    <a:pt x="9937" y="5546"/>
                    <a:pt x="9713" y="5462"/>
                  </a:cubicBezTo>
                  <a:cubicBezTo>
                    <a:pt x="6283" y="4298"/>
                    <a:pt x="3137" y="2441"/>
                    <a:pt x="431" y="50"/>
                  </a:cubicBezTo>
                  <a:cubicBezTo>
                    <a:pt x="390" y="15"/>
                    <a:pt x="343" y="1"/>
                    <a:pt x="299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8"/>
            <p:cNvSpPr/>
            <p:nvPr/>
          </p:nvSpPr>
          <p:spPr>
            <a:xfrm>
              <a:off x="3533925" y="3705550"/>
              <a:ext cx="17250" cy="11600"/>
            </a:xfrm>
            <a:custGeom>
              <a:avLst/>
              <a:gdLst/>
              <a:ahLst/>
              <a:cxnLst/>
              <a:rect l="l" t="t" r="r" b="b"/>
              <a:pathLst>
                <a:path w="690" h="464" extrusionOk="0">
                  <a:moveTo>
                    <a:pt x="281" y="1"/>
                  </a:moveTo>
                  <a:cubicBezTo>
                    <a:pt x="109" y="1"/>
                    <a:pt x="0" y="267"/>
                    <a:pt x="187" y="374"/>
                  </a:cubicBezTo>
                  <a:lnTo>
                    <a:pt x="313" y="437"/>
                  </a:lnTo>
                  <a:cubicBezTo>
                    <a:pt x="346" y="456"/>
                    <a:pt x="379" y="464"/>
                    <a:pt x="409" y="464"/>
                  </a:cubicBezTo>
                  <a:cubicBezTo>
                    <a:pt x="581" y="464"/>
                    <a:pt x="689" y="198"/>
                    <a:pt x="502" y="91"/>
                  </a:cubicBezTo>
                  <a:lnTo>
                    <a:pt x="376" y="28"/>
                  </a:lnTo>
                  <a:cubicBezTo>
                    <a:pt x="343" y="9"/>
                    <a:pt x="311" y="1"/>
                    <a:pt x="281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8"/>
            <p:cNvSpPr/>
            <p:nvPr/>
          </p:nvSpPr>
          <p:spPr>
            <a:xfrm>
              <a:off x="3563775" y="3713300"/>
              <a:ext cx="13400" cy="10250"/>
            </a:xfrm>
            <a:custGeom>
              <a:avLst/>
              <a:gdLst/>
              <a:ahLst/>
              <a:cxnLst/>
              <a:rect l="l" t="t" r="r" b="b"/>
              <a:pathLst>
                <a:path w="536" h="410" extrusionOk="0">
                  <a:moveTo>
                    <a:pt x="283" y="1"/>
                  </a:moveTo>
                  <a:cubicBezTo>
                    <a:pt x="0" y="1"/>
                    <a:pt x="0" y="410"/>
                    <a:pt x="283" y="410"/>
                  </a:cubicBezTo>
                  <a:cubicBezTo>
                    <a:pt x="535" y="410"/>
                    <a:pt x="535" y="1"/>
                    <a:pt x="283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8"/>
            <p:cNvSpPr/>
            <p:nvPr/>
          </p:nvSpPr>
          <p:spPr>
            <a:xfrm>
              <a:off x="3369400" y="3715225"/>
              <a:ext cx="283825" cy="105125"/>
            </a:xfrm>
            <a:custGeom>
              <a:avLst/>
              <a:gdLst/>
              <a:ahLst/>
              <a:cxnLst/>
              <a:rect l="l" t="t" r="r" b="b"/>
              <a:pathLst>
                <a:path w="11353" h="4205" extrusionOk="0">
                  <a:moveTo>
                    <a:pt x="330" y="1"/>
                  </a:moveTo>
                  <a:cubicBezTo>
                    <a:pt x="144" y="1"/>
                    <a:pt x="0" y="254"/>
                    <a:pt x="193" y="364"/>
                  </a:cubicBezTo>
                  <a:lnTo>
                    <a:pt x="193" y="396"/>
                  </a:lnTo>
                  <a:cubicBezTo>
                    <a:pt x="3591" y="2189"/>
                    <a:pt x="7240" y="3479"/>
                    <a:pt x="10985" y="4203"/>
                  </a:cubicBezTo>
                  <a:cubicBezTo>
                    <a:pt x="10995" y="4204"/>
                    <a:pt x="11005" y="4205"/>
                    <a:pt x="11014" y="4205"/>
                  </a:cubicBezTo>
                  <a:cubicBezTo>
                    <a:pt x="11246" y="4205"/>
                    <a:pt x="11352" y="3854"/>
                    <a:pt x="11110" y="3794"/>
                  </a:cubicBezTo>
                  <a:cubicBezTo>
                    <a:pt x="7366" y="3070"/>
                    <a:pt x="3748" y="1812"/>
                    <a:pt x="413" y="18"/>
                  </a:cubicBezTo>
                  <a:cubicBezTo>
                    <a:pt x="385" y="6"/>
                    <a:pt x="357" y="1"/>
                    <a:pt x="330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8"/>
            <p:cNvSpPr/>
            <p:nvPr/>
          </p:nvSpPr>
          <p:spPr>
            <a:xfrm>
              <a:off x="3402550" y="3795225"/>
              <a:ext cx="152125" cy="71675"/>
            </a:xfrm>
            <a:custGeom>
              <a:avLst/>
              <a:gdLst/>
              <a:ahLst/>
              <a:cxnLst/>
              <a:rect l="l" t="t" r="r" b="b"/>
              <a:pathLst>
                <a:path w="6085" h="2867" extrusionOk="0">
                  <a:moveTo>
                    <a:pt x="281" y="0"/>
                  </a:moveTo>
                  <a:cubicBezTo>
                    <a:pt x="109" y="0"/>
                    <a:pt x="1" y="262"/>
                    <a:pt x="188" y="342"/>
                  </a:cubicBezTo>
                  <a:cubicBezTo>
                    <a:pt x="1981" y="1318"/>
                    <a:pt x="3838" y="2136"/>
                    <a:pt x="5757" y="2859"/>
                  </a:cubicBezTo>
                  <a:cubicBezTo>
                    <a:pt x="5774" y="2864"/>
                    <a:pt x="5790" y="2866"/>
                    <a:pt x="5806" y="2866"/>
                  </a:cubicBezTo>
                  <a:cubicBezTo>
                    <a:pt x="5994" y="2866"/>
                    <a:pt x="6084" y="2537"/>
                    <a:pt x="5852" y="2450"/>
                  </a:cubicBezTo>
                  <a:cubicBezTo>
                    <a:pt x="3964" y="1758"/>
                    <a:pt x="2139" y="940"/>
                    <a:pt x="377" y="28"/>
                  </a:cubicBezTo>
                  <a:cubicBezTo>
                    <a:pt x="344" y="9"/>
                    <a:pt x="311" y="0"/>
                    <a:pt x="281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8"/>
            <p:cNvSpPr/>
            <p:nvPr/>
          </p:nvSpPr>
          <p:spPr>
            <a:xfrm>
              <a:off x="3559050" y="3862750"/>
              <a:ext cx="13400" cy="10250"/>
            </a:xfrm>
            <a:custGeom>
              <a:avLst/>
              <a:gdLst/>
              <a:ahLst/>
              <a:cxnLst/>
              <a:rect l="l" t="t" r="r" b="b"/>
              <a:pathLst>
                <a:path w="536" h="410" extrusionOk="0">
                  <a:moveTo>
                    <a:pt x="252" y="1"/>
                  </a:moveTo>
                  <a:cubicBezTo>
                    <a:pt x="1" y="1"/>
                    <a:pt x="1" y="410"/>
                    <a:pt x="252" y="410"/>
                  </a:cubicBezTo>
                  <a:cubicBezTo>
                    <a:pt x="535" y="410"/>
                    <a:pt x="535" y="1"/>
                    <a:pt x="252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8"/>
            <p:cNvSpPr/>
            <p:nvPr/>
          </p:nvSpPr>
          <p:spPr>
            <a:xfrm>
              <a:off x="3585600" y="3871825"/>
              <a:ext cx="64250" cy="28100"/>
            </a:xfrm>
            <a:custGeom>
              <a:avLst/>
              <a:gdLst/>
              <a:ahLst/>
              <a:cxnLst/>
              <a:rect l="l" t="t" r="r" b="b"/>
              <a:pathLst>
                <a:path w="2570" h="1124" extrusionOk="0">
                  <a:moveTo>
                    <a:pt x="246" y="1"/>
                  </a:moveTo>
                  <a:cubicBezTo>
                    <a:pt x="54" y="1"/>
                    <a:pt x="1" y="312"/>
                    <a:pt x="197" y="425"/>
                  </a:cubicBezTo>
                  <a:cubicBezTo>
                    <a:pt x="858" y="676"/>
                    <a:pt x="1550" y="928"/>
                    <a:pt x="2242" y="1117"/>
                  </a:cubicBezTo>
                  <a:cubicBezTo>
                    <a:pt x="2261" y="1122"/>
                    <a:pt x="2280" y="1124"/>
                    <a:pt x="2297" y="1124"/>
                  </a:cubicBezTo>
                  <a:cubicBezTo>
                    <a:pt x="2506" y="1124"/>
                    <a:pt x="2569" y="797"/>
                    <a:pt x="2337" y="739"/>
                  </a:cubicBezTo>
                  <a:cubicBezTo>
                    <a:pt x="1644" y="519"/>
                    <a:pt x="984" y="299"/>
                    <a:pt x="323" y="16"/>
                  </a:cubicBezTo>
                  <a:cubicBezTo>
                    <a:pt x="295" y="5"/>
                    <a:pt x="270" y="1"/>
                    <a:pt x="246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8"/>
            <p:cNvSpPr/>
            <p:nvPr/>
          </p:nvSpPr>
          <p:spPr>
            <a:xfrm>
              <a:off x="3795350" y="3452175"/>
              <a:ext cx="96600" cy="76000"/>
            </a:xfrm>
            <a:custGeom>
              <a:avLst/>
              <a:gdLst/>
              <a:ahLst/>
              <a:cxnLst/>
              <a:rect l="l" t="t" r="r" b="b"/>
              <a:pathLst>
                <a:path w="3864" h="3040" extrusionOk="0">
                  <a:moveTo>
                    <a:pt x="288" y="0"/>
                  </a:moveTo>
                  <a:cubicBezTo>
                    <a:pt x="133" y="0"/>
                    <a:pt x="0" y="201"/>
                    <a:pt x="145" y="346"/>
                  </a:cubicBezTo>
                  <a:cubicBezTo>
                    <a:pt x="1152" y="1384"/>
                    <a:pt x="2285" y="2297"/>
                    <a:pt x="3512" y="3020"/>
                  </a:cubicBezTo>
                  <a:cubicBezTo>
                    <a:pt x="3542" y="3033"/>
                    <a:pt x="3571" y="3039"/>
                    <a:pt x="3598" y="3039"/>
                  </a:cubicBezTo>
                  <a:cubicBezTo>
                    <a:pt x="3769" y="3039"/>
                    <a:pt x="3863" y="2810"/>
                    <a:pt x="3700" y="2674"/>
                  </a:cubicBezTo>
                  <a:cubicBezTo>
                    <a:pt x="2505" y="1951"/>
                    <a:pt x="1404" y="1070"/>
                    <a:pt x="428" y="63"/>
                  </a:cubicBezTo>
                  <a:cubicBezTo>
                    <a:pt x="384" y="19"/>
                    <a:pt x="335" y="0"/>
                    <a:pt x="288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8"/>
            <p:cNvSpPr/>
            <p:nvPr/>
          </p:nvSpPr>
          <p:spPr>
            <a:xfrm>
              <a:off x="3898075" y="3531600"/>
              <a:ext cx="10250" cy="11825"/>
            </a:xfrm>
            <a:custGeom>
              <a:avLst/>
              <a:gdLst/>
              <a:ahLst/>
              <a:cxnLst/>
              <a:rect l="l" t="t" r="r" b="b"/>
              <a:pathLst>
                <a:path w="410" h="473" extrusionOk="0">
                  <a:moveTo>
                    <a:pt x="205" y="1"/>
                  </a:moveTo>
                  <a:cubicBezTo>
                    <a:pt x="103" y="1"/>
                    <a:pt x="0" y="64"/>
                    <a:pt x="0" y="189"/>
                  </a:cubicBezTo>
                  <a:lnTo>
                    <a:pt x="0" y="284"/>
                  </a:lnTo>
                  <a:cubicBezTo>
                    <a:pt x="0" y="410"/>
                    <a:pt x="103" y="473"/>
                    <a:pt x="205" y="473"/>
                  </a:cubicBezTo>
                  <a:cubicBezTo>
                    <a:pt x="307" y="473"/>
                    <a:pt x="409" y="410"/>
                    <a:pt x="409" y="284"/>
                  </a:cubicBezTo>
                  <a:lnTo>
                    <a:pt x="409" y="189"/>
                  </a:lnTo>
                  <a:cubicBezTo>
                    <a:pt x="409" y="64"/>
                    <a:pt x="307" y="1"/>
                    <a:pt x="205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8"/>
            <p:cNvSpPr/>
            <p:nvPr/>
          </p:nvSpPr>
          <p:spPr>
            <a:xfrm>
              <a:off x="3800100" y="3507650"/>
              <a:ext cx="205350" cy="155525"/>
            </a:xfrm>
            <a:custGeom>
              <a:avLst/>
              <a:gdLst/>
              <a:ahLst/>
              <a:cxnLst/>
              <a:rect l="l" t="t" r="r" b="b"/>
              <a:pathLst>
                <a:path w="8214" h="6221" extrusionOk="0">
                  <a:moveTo>
                    <a:pt x="292" y="0"/>
                  </a:moveTo>
                  <a:cubicBezTo>
                    <a:pt x="144" y="0"/>
                    <a:pt x="0" y="141"/>
                    <a:pt x="112" y="298"/>
                  </a:cubicBezTo>
                  <a:cubicBezTo>
                    <a:pt x="2000" y="3035"/>
                    <a:pt x="4738" y="5112"/>
                    <a:pt x="7884" y="6213"/>
                  </a:cubicBezTo>
                  <a:cubicBezTo>
                    <a:pt x="7903" y="6218"/>
                    <a:pt x="7921" y="6220"/>
                    <a:pt x="7939" y="6220"/>
                  </a:cubicBezTo>
                  <a:cubicBezTo>
                    <a:pt x="8148" y="6220"/>
                    <a:pt x="8213" y="5891"/>
                    <a:pt x="8010" y="5804"/>
                  </a:cubicBezTo>
                  <a:cubicBezTo>
                    <a:pt x="4958" y="4766"/>
                    <a:pt x="2283" y="2752"/>
                    <a:pt x="458" y="78"/>
                  </a:cubicBezTo>
                  <a:cubicBezTo>
                    <a:pt x="413" y="23"/>
                    <a:pt x="352" y="0"/>
                    <a:pt x="292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8"/>
            <p:cNvSpPr/>
            <p:nvPr/>
          </p:nvSpPr>
          <p:spPr>
            <a:xfrm>
              <a:off x="3827400" y="3611850"/>
              <a:ext cx="86125" cy="92025"/>
            </a:xfrm>
            <a:custGeom>
              <a:avLst/>
              <a:gdLst/>
              <a:ahLst/>
              <a:cxnLst/>
              <a:rect l="l" t="t" r="r" b="b"/>
              <a:pathLst>
                <a:path w="3445" h="3681" extrusionOk="0">
                  <a:moveTo>
                    <a:pt x="282" y="1"/>
                  </a:moveTo>
                  <a:cubicBezTo>
                    <a:pt x="140" y="1"/>
                    <a:pt x="1" y="201"/>
                    <a:pt x="122" y="346"/>
                  </a:cubicBezTo>
                  <a:cubicBezTo>
                    <a:pt x="1034" y="1479"/>
                    <a:pt x="1978" y="2580"/>
                    <a:pt x="3016" y="3618"/>
                  </a:cubicBezTo>
                  <a:cubicBezTo>
                    <a:pt x="3060" y="3662"/>
                    <a:pt x="3109" y="3681"/>
                    <a:pt x="3156" y="3681"/>
                  </a:cubicBezTo>
                  <a:cubicBezTo>
                    <a:pt x="3311" y="3681"/>
                    <a:pt x="3444" y="3480"/>
                    <a:pt x="3299" y="3335"/>
                  </a:cubicBezTo>
                  <a:cubicBezTo>
                    <a:pt x="2261" y="2297"/>
                    <a:pt x="1286" y="1227"/>
                    <a:pt x="405" y="63"/>
                  </a:cubicBezTo>
                  <a:cubicBezTo>
                    <a:pt x="368" y="19"/>
                    <a:pt x="325" y="1"/>
                    <a:pt x="282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8"/>
            <p:cNvSpPr/>
            <p:nvPr/>
          </p:nvSpPr>
          <p:spPr>
            <a:xfrm>
              <a:off x="3916175" y="3710150"/>
              <a:ext cx="13375" cy="10250"/>
            </a:xfrm>
            <a:custGeom>
              <a:avLst/>
              <a:gdLst/>
              <a:ahLst/>
              <a:cxnLst/>
              <a:rect l="l" t="t" r="r" b="b"/>
              <a:pathLst>
                <a:path w="535" h="410" extrusionOk="0">
                  <a:moveTo>
                    <a:pt x="283" y="1"/>
                  </a:moveTo>
                  <a:cubicBezTo>
                    <a:pt x="0" y="1"/>
                    <a:pt x="0" y="410"/>
                    <a:pt x="283" y="410"/>
                  </a:cubicBezTo>
                  <a:cubicBezTo>
                    <a:pt x="535" y="410"/>
                    <a:pt x="535" y="1"/>
                    <a:pt x="283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8"/>
            <p:cNvSpPr/>
            <p:nvPr/>
          </p:nvSpPr>
          <p:spPr>
            <a:xfrm>
              <a:off x="3938975" y="3729825"/>
              <a:ext cx="14975" cy="10250"/>
            </a:xfrm>
            <a:custGeom>
              <a:avLst/>
              <a:gdLst/>
              <a:ahLst/>
              <a:cxnLst/>
              <a:rect l="l" t="t" r="r" b="b"/>
              <a:pathLst>
                <a:path w="599" h="410" extrusionOk="0">
                  <a:moveTo>
                    <a:pt x="284" y="1"/>
                  </a:moveTo>
                  <a:cubicBezTo>
                    <a:pt x="1" y="1"/>
                    <a:pt x="1" y="410"/>
                    <a:pt x="284" y="410"/>
                  </a:cubicBezTo>
                  <a:lnTo>
                    <a:pt x="347" y="410"/>
                  </a:lnTo>
                  <a:cubicBezTo>
                    <a:pt x="598" y="410"/>
                    <a:pt x="598" y="1"/>
                    <a:pt x="347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8"/>
            <p:cNvSpPr/>
            <p:nvPr/>
          </p:nvSpPr>
          <p:spPr>
            <a:xfrm>
              <a:off x="3934450" y="3710175"/>
              <a:ext cx="104925" cy="92400"/>
            </a:xfrm>
            <a:custGeom>
              <a:avLst/>
              <a:gdLst/>
              <a:ahLst/>
              <a:cxnLst/>
              <a:rect l="l" t="t" r="r" b="b"/>
              <a:pathLst>
                <a:path w="4197" h="3696" extrusionOk="0">
                  <a:moveTo>
                    <a:pt x="3910" y="0"/>
                  </a:moveTo>
                  <a:cubicBezTo>
                    <a:pt x="3862" y="0"/>
                    <a:pt x="3813" y="19"/>
                    <a:pt x="3768" y="63"/>
                  </a:cubicBezTo>
                  <a:cubicBezTo>
                    <a:pt x="2604" y="1196"/>
                    <a:pt x="1377" y="2297"/>
                    <a:pt x="150" y="3367"/>
                  </a:cubicBezTo>
                  <a:cubicBezTo>
                    <a:pt x="0" y="3492"/>
                    <a:pt x="128" y="3696"/>
                    <a:pt x="282" y="3696"/>
                  </a:cubicBezTo>
                  <a:cubicBezTo>
                    <a:pt x="321" y="3696"/>
                    <a:pt x="363" y="3682"/>
                    <a:pt x="402" y="3650"/>
                  </a:cubicBezTo>
                  <a:cubicBezTo>
                    <a:pt x="1660" y="2580"/>
                    <a:pt x="2887" y="1479"/>
                    <a:pt x="4052" y="315"/>
                  </a:cubicBezTo>
                  <a:cubicBezTo>
                    <a:pt x="4196" y="194"/>
                    <a:pt x="4064" y="0"/>
                    <a:pt x="3910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8"/>
            <p:cNvSpPr/>
            <p:nvPr/>
          </p:nvSpPr>
          <p:spPr>
            <a:xfrm>
              <a:off x="4041225" y="3692075"/>
              <a:ext cx="12625" cy="10250"/>
            </a:xfrm>
            <a:custGeom>
              <a:avLst/>
              <a:gdLst/>
              <a:ahLst/>
              <a:cxnLst/>
              <a:rect l="l" t="t" r="r" b="b"/>
              <a:pathLst>
                <a:path w="505" h="410" extrusionOk="0">
                  <a:moveTo>
                    <a:pt x="253" y="0"/>
                  </a:moveTo>
                  <a:cubicBezTo>
                    <a:pt x="1" y="0"/>
                    <a:pt x="1" y="409"/>
                    <a:pt x="253" y="409"/>
                  </a:cubicBezTo>
                  <a:cubicBezTo>
                    <a:pt x="504" y="409"/>
                    <a:pt x="504" y="0"/>
                    <a:pt x="253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8"/>
            <p:cNvSpPr/>
            <p:nvPr/>
          </p:nvSpPr>
          <p:spPr>
            <a:xfrm>
              <a:off x="4064950" y="3635425"/>
              <a:ext cx="38450" cy="40925"/>
            </a:xfrm>
            <a:custGeom>
              <a:avLst/>
              <a:gdLst/>
              <a:ahLst/>
              <a:cxnLst/>
              <a:rect l="l" t="t" r="r" b="b"/>
              <a:pathLst>
                <a:path w="1538" h="1637" extrusionOk="0">
                  <a:moveTo>
                    <a:pt x="1161" y="126"/>
                  </a:moveTo>
                  <a:cubicBezTo>
                    <a:pt x="1161" y="127"/>
                    <a:pt x="1160" y="128"/>
                    <a:pt x="1160" y="129"/>
                  </a:cubicBezTo>
                  <a:lnTo>
                    <a:pt x="1160" y="129"/>
                  </a:lnTo>
                  <a:lnTo>
                    <a:pt x="1160" y="127"/>
                  </a:lnTo>
                  <a:lnTo>
                    <a:pt x="1161" y="126"/>
                  </a:lnTo>
                  <a:close/>
                  <a:moveTo>
                    <a:pt x="1317" y="1"/>
                  </a:moveTo>
                  <a:cubicBezTo>
                    <a:pt x="1034" y="32"/>
                    <a:pt x="908" y="316"/>
                    <a:pt x="751" y="504"/>
                  </a:cubicBezTo>
                  <a:lnTo>
                    <a:pt x="122" y="1291"/>
                  </a:lnTo>
                  <a:cubicBezTo>
                    <a:pt x="1" y="1436"/>
                    <a:pt x="140" y="1636"/>
                    <a:pt x="282" y="1636"/>
                  </a:cubicBezTo>
                  <a:cubicBezTo>
                    <a:pt x="325" y="1636"/>
                    <a:pt x="368" y="1618"/>
                    <a:pt x="405" y="1574"/>
                  </a:cubicBezTo>
                  <a:lnTo>
                    <a:pt x="405" y="1543"/>
                  </a:lnTo>
                  <a:lnTo>
                    <a:pt x="940" y="913"/>
                  </a:lnTo>
                  <a:cubicBezTo>
                    <a:pt x="1038" y="741"/>
                    <a:pt x="1176" y="587"/>
                    <a:pt x="1306" y="438"/>
                  </a:cubicBezTo>
                  <a:lnTo>
                    <a:pt x="1306" y="438"/>
                  </a:lnTo>
                  <a:cubicBezTo>
                    <a:pt x="1381" y="429"/>
                    <a:pt x="1449" y="398"/>
                    <a:pt x="1475" y="347"/>
                  </a:cubicBezTo>
                  <a:cubicBezTo>
                    <a:pt x="1538" y="253"/>
                    <a:pt x="1538" y="158"/>
                    <a:pt x="1475" y="95"/>
                  </a:cubicBezTo>
                  <a:cubicBezTo>
                    <a:pt x="1443" y="32"/>
                    <a:pt x="1380" y="1"/>
                    <a:pt x="1317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8"/>
            <p:cNvSpPr/>
            <p:nvPr/>
          </p:nvSpPr>
          <p:spPr>
            <a:xfrm>
              <a:off x="4009025" y="3564275"/>
              <a:ext cx="80025" cy="52200"/>
            </a:xfrm>
            <a:custGeom>
              <a:avLst/>
              <a:gdLst/>
              <a:ahLst/>
              <a:cxnLst/>
              <a:rect l="l" t="t" r="r" b="b"/>
              <a:pathLst>
                <a:path w="3201" h="2088" extrusionOk="0">
                  <a:moveTo>
                    <a:pt x="2891" y="0"/>
                  </a:moveTo>
                  <a:cubicBezTo>
                    <a:pt x="2849" y="0"/>
                    <a:pt x="2807" y="14"/>
                    <a:pt x="2768" y="47"/>
                  </a:cubicBezTo>
                  <a:cubicBezTo>
                    <a:pt x="1981" y="707"/>
                    <a:pt x="1100" y="1274"/>
                    <a:pt x="188" y="1746"/>
                  </a:cubicBezTo>
                  <a:cubicBezTo>
                    <a:pt x="1" y="1826"/>
                    <a:pt x="109" y="2087"/>
                    <a:pt x="280" y="2087"/>
                  </a:cubicBezTo>
                  <a:cubicBezTo>
                    <a:pt x="311" y="2087"/>
                    <a:pt x="343" y="2079"/>
                    <a:pt x="376" y="2060"/>
                  </a:cubicBezTo>
                  <a:cubicBezTo>
                    <a:pt x="1320" y="1588"/>
                    <a:pt x="2233" y="990"/>
                    <a:pt x="3051" y="330"/>
                  </a:cubicBezTo>
                  <a:cubicBezTo>
                    <a:pt x="3201" y="205"/>
                    <a:pt x="3053" y="0"/>
                    <a:pt x="2891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8"/>
            <p:cNvSpPr/>
            <p:nvPr/>
          </p:nvSpPr>
          <p:spPr>
            <a:xfrm>
              <a:off x="2503625" y="3143450"/>
              <a:ext cx="204300" cy="151625"/>
            </a:xfrm>
            <a:custGeom>
              <a:avLst/>
              <a:gdLst/>
              <a:ahLst/>
              <a:cxnLst/>
              <a:rect l="l" t="t" r="r" b="b"/>
              <a:pathLst>
                <a:path w="8172" h="6065" extrusionOk="0">
                  <a:moveTo>
                    <a:pt x="310" y="0"/>
                  </a:moveTo>
                  <a:cubicBezTo>
                    <a:pt x="148" y="0"/>
                    <a:pt x="0" y="205"/>
                    <a:pt x="150" y="330"/>
                  </a:cubicBezTo>
                  <a:cubicBezTo>
                    <a:pt x="2667" y="2312"/>
                    <a:pt x="5216" y="4200"/>
                    <a:pt x="7828" y="6025"/>
                  </a:cubicBezTo>
                  <a:cubicBezTo>
                    <a:pt x="7861" y="6053"/>
                    <a:pt x="7895" y="6065"/>
                    <a:pt x="7927" y="6065"/>
                  </a:cubicBezTo>
                  <a:cubicBezTo>
                    <a:pt x="8072" y="6065"/>
                    <a:pt x="8171" y="5813"/>
                    <a:pt x="8016" y="5710"/>
                  </a:cubicBezTo>
                  <a:cubicBezTo>
                    <a:pt x="5436" y="3885"/>
                    <a:pt x="2919" y="1997"/>
                    <a:pt x="434" y="46"/>
                  </a:cubicBezTo>
                  <a:cubicBezTo>
                    <a:pt x="395" y="14"/>
                    <a:pt x="352" y="0"/>
                    <a:pt x="310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8"/>
            <p:cNvSpPr/>
            <p:nvPr/>
          </p:nvSpPr>
          <p:spPr>
            <a:xfrm>
              <a:off x="2715825" y="3296400"/>
              <a:ext cx="13400" cy="9475"/>
            </a:xfrm>
            <a:custGeom>
              <a:avLst/>
              <a:gdLst/>
              <a:ahLst/>
              <a:cxnLst/>
              <a:rect l="l" t="t" r="r" b="b"/>
              <a:pathLst>
                <a:path w="536" h="379" extrusionOk="0">
                  <a:moveTo>
                    <a:pt x="283" y="1"/>
                  </a:moveTo>
                  <a:cubicBezTo>
                    <a:pt x="0" y="1"/>
                    <a:pt x="0" y="378"/>
                    <a:pt x="283" y="378"/>
                  </a:cubicBezTo>
                  <a:cubicBezTo>
                    <a:pt x="535" y="378"/>
                    <a:pt x="535" y="1"/>
                    <a:pt x="283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8"/>
            <p:cNvSpPr/>
            <p:nvPr/>
          </p:nvSpPr>
          <p:spPr>
            <a:xfrm>
              <a:off x="2736925" y="3310950"/>
              <a:ext cx="226550" cy="104950"/>
            </a:xfrm>
            <a:custGeom>
              <a:avLst/>
              <a:gdLst/>
              <a:ahLst/>
              <a:cxnLst/>
              <a:rect l="l" t="t" r="r" b="b"/>
              <a:pathLst>
                <a:path w="9062" h="4198" extrusionOk="0">
                  <a:moveTo>
                    <a:pt x="329" y="1"/>
                  </a:moveTo>
                  <a:cubicBezTo>
                    <a:pt x="124" y="1"/>
                    <a:pt x="0" y="280"/>
                    <a:pt x="195" y="363"/>
                  </a:cubicBezTo>
                  <a:lnTo>
                    <a:pt x="8658" y="4170"/>
                  </a:lnTo>
                  <a:cubicBezTo>
                    <a:pt x="8691" y="4189"/>
                    <a:pt x="8724" y="4197"/>
                    <a:pt x="8756" y="4197"/>
                  </a:cubicBezTo>
                  <a:cubicBezTo>
                    <a:pt x="8934" y="4197"/>
                    <a:pt x="9061" y="3931"/>
                    <a:pt x="8847" y="3824"/>
                  </a:cubicBezTo>
                  <a:lnTo>
                    <a:pt x="415" y="17"/>
                  </a:lnTo>
                  <a:cubicBezTo>
                    <a:pt x="385" y="6"/>
                    <a:pt x="356" y="1"/>
                    <a:pt x="329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8"/>
            <p:cNvSpPr/>
            <p:nvPr/>
          </p:nvSpPr>
          <p:spPr>
            <a:xfrm>
              <a:off x="2681525" y="3364075"/>
              <a:ext cx="163650" cy="104000"/>
            </a:xfrm>
            <a:custGeom>
              <a:avLst/>
              <a:gdLst/>
              <a:ahLst/>
              <a:cxnLst/>
              <a:rect l="l" t="t" r="r" b="b"/>
              <a:pathLst>
                <a:path w="6546" h="4160" extrusionOk="0">
                  <a:moveTo>
                    <a:pt x="274" y="0"/>
                  </a:moveTo>
                  <a:cubicBezTo>
                    <a:pt x="133" y="0"/>
                    <a:pt x="0" y="201"/>
                    <a:pt x="145" y="346"/>
                  </a:cubicBezTo>
                  <a:lnTo>
                    <a:pt x="114" y="346"/>
                  </a:lnTo>
                  <a:cubicBezTo>
                    <a:pt x="1750" y="2171"/>
                    <a:pt x="3858" y="3461"/>
                    <a:pt x="6218" y="4153"/>
                  </a:cubicBezTo>
                  <a:cubicBezTo>
                    <a:pt x="6236" y="4158"/>
                    <a:pt x="6253" y="4160"/>
                    <a:pt x="6269" y="4160"/>
                  </a:cubicBezTo>
                  <a:cubicBezTo>
                    <a:pt x="6481" y="4160"/>
                    <a:pt x="6546" y="3802"/>
                    <a:pt x="6312" y="3744"/>
                  </a:cubicBezTo>
                  <a:cubicBezTo>
                    <a:pt x="4047" y="3083"/>
                    <a:pt x="2002" y="1825"/>
                    <a:pt x="397" y="63"/>
                  </a:cubicBezTo>
                  <a:cubicBezTo>
                    <a:pt x="360" y="19"/>
                    <a:pt x="317" y="0"/>
                    <a:pt x="274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38"/>
            <p:cNvSpPr/>
            <p:nvPr/>
          </p:nvSpPr>
          <p:spPr>
            <a:xfrm>
              <a:off x="2670525" y="3437225"/>
              <a:ext cx="132575" cy="104050"/>
            </a:xfrm>
            <a:custGeom>
              <a:avLst/>
              <a:gdLst/>
              <a:ahLst/>
              <a:cxnLst/>
              <a:rect l="l" t="t" r="r" b="b"/>
              <a:pathLst>
                <a:path w="5303" h="4162" extrusionOk="0">
                  <a:moveTo>
                    <a:pt x="287" y="0"/>
                  </a:moveTo>
                  <a:cubicBezTo>
                    <a:pt x="132" y="0"/>
                    <a:pt x="0" y="194"/>
                    <a:pt x="145" y="315"/>
                  </a:cubicBezTo>
                  <a:cubicBezTo>
                    <a:pt x="1624" y="1730"/>
                    <a:pt x="3228" y="3020"/>
                    <a:pt x="4959" y="4122"/>
                  </a:cubicBezTo>
                  <a:cubicBezTo>
                    <a:pt x="4992" y="4150"/>
                    <a:pt x="5026" y="4162"/>
                    <a:pt x="5057" y="4162"/>
                  </a:cubicBezTo>
                  <a:cubicBezTo>
                    <a:pt x="5203" y="4162"/>
                    <a:pt x="5303" y="3905"/>
                    <a:pt x="5147" y="3776"/>
                  </a:cubicBezTo>
                  <a:cubicBezTo>
                    <a:pt x="3448" y="2674"/>
                    <a:pt x="1875" y="1447"/>
                    <a:pt x="428" y="63"/>
                  </a:cubicBezTo>
                  <a:cubicBezTo>
                    <a:pt x="384" y="19"/>
                    <a:pt x="334" y="0"/>
                    <a:pt x="287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8"/>
            <p:cNvSpPr/>
            <p:nvPr/>
          </p:nvSpPr>
          <p:spPr>
            <a:xfrm>
              <a:off x="2809425" y="3544200"/>
              <a:ext cx="12600" cy="9450"/>
            </a:xfrm>
            <a:custGeom>
              <a:avLst/>
              <a:gdLst/>
              <a:ahLst/>
              <a:cxnLst/>
              <a:rect l="l" t="t" r="r" b="b"/>
              <a:pathLst>
                <a:path w="504" h="378" extrusionOk="0">
                  <a:moveTo>
                    <a:pt x="252" y="0"/>
                  </a:moveTo>
                  <a:cubicBezTo>
                    <a:pt x="0" y="0"/>
                    <a:pt x="0" y="378"/>
                    <a:pt x="252" y="378"/>
                  </a:cubicBezTo>
                  <a:cubicBezTo>
                    <a:pt x="504" y="378"/>
                    <a:pt x="504" y="0"/>
                    <a:pt x="252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8"/>
            <p:cNvSpPr/>
            <p:nvPr/>
          </p:nvSpPr>
          <p:spPr>
            <a:xfrm>
              <a:off x="2838575" y="3560825"/>
              <a:ext cx="285000" cy="120425"/>
            </a:xfrm>
            <a:custGeom>
              <a:avLst/>
              <a:gdLst/>
              <a:ahLst/>
              <a:cxnLst/>
              <a:rect l="l" t="t" r="r" b="b"/>
              <a:pathLst>
                <a:path w="11400" h="4817" extrusionOk="0">
                  <a:moveTo>
                    <a:pt x="300" y="0"/>
                  </a:moveTo>
                  <a:cubicBezTo>
                    <a:pt x="109" y="0"/>
                    <a:pt x="0" y="266"/>
                    <a:pt x="187" y="373"/>
                  </a:cubicBezTo>
                  <a:lnTo>
                    <a:pt x="187" y="342"/>
                  </a:lnTo>
                  <a:cubicBezTo>
                    <a:pt x="3617" y="2293"/>
                    <a:pt x="7267" y="3771"/>
                    <a:pt x="11042" y="4810"/>
                  </a:cubicBezTo>
                  <a:cubicBezTo>
                    <a:pt x="11060" y="4814"/>
                    <a:pt x="11078" y="4816"/>
                    <a:pt x="11094" y="4816"/>
                  </a:cubicBezTo>
                  <a:cubicBezTo>
                    <a:pt x="11310" y="4816"/>
                    <a:pt x="11400" y="4459"/>
                    <a:pt x="11137" y="4401"/>
                  </a:cubicBezTo>
                  <a:cubicBezTo>
                    <a:pt x="7393" y="3394"/>
                    <a:pt x="3774" y="1915"/>
                    <a:pt x="408" y="27"/>
                  </a:cubicBezTo>
                  <a:cubicBezTo>
                    <a:pt x="370" y="8"/>
                    <a:pt x="334" y="0"/>
                    <a:pt x="300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8"/>
            <p:cNvSpPr/>
            <p:nvPr/>
          </p:nvSpPr>
          <p:spPr>
            <a:xfrm>
              <a:off x="2763725" y="3675125"/>
              <a:ext cx="152650" cy="79000"/>
            </a:xfrm>
            <a:custGeom>
              <a:avLst/>
              <a:gdLst/>
              <a:ahLst/>
              <a:cxnLst/>
              <a:rect l="l" t="t" r="r" b="b"/>
              <a:pathLst>
                <a:path w="6106" h="3160" extrusionOk="0">
                  <a:moveTo>
                    <a:pt x="329" y="0"/>
                  </a:moveTo>
                  <a:cubicBezTo>
                    <a:pt x="143" y="0"/>
                    <a:pt x="0" y="254"/>
                    <a:pt x="192" y="364"/>
                  </a:cubicBezTo>
                  <a:cubicBezTo>
                    <a:pt x="2017" y="1308"/>
                    <a:pt x="3874" y="2251"/>
                    <a:pt x="5699" y="3132"/>
                  </a:cubicBezTo>
                  <a:cubicBezTo>
                    <a:pt x="5736" y="3151"/>
                    <a:pt x="5773" y="3160"/>
                    <a:pt x="5807" y="3160"/>
                  </a:cubicBezTo>
                  <a:cubicBezTo>
                    <a:pt x="5998" y="3160"/>
                    <a:pt x="6106" y="2898"/>
                    <a:pt x="5919" y="2818"/>
                  </a:cubicBezTo>
                  <a:cubicBezTo>
                    <a:pt x="4062" y="1905"/>
                    <a:pt x="2238" y="961"/>
                    <a:pt x="413" y="18"/>
                  </a:cubicBezTo>
                  <a:cubicBezTo>
                    <a:pt x="385" y="6"/>
                    <a:pt x="357" y="0"/>
                    <a:pt x="329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8"/>
            <p:cNvSpPr/>
            <p:nvPr/>
          </p:nvSpPr>
          <p:spPr>
            <a:xfrm>
              <a:off x="2922700" y="3755775"/>
              <a:ext cx="14975" cy="9475"/>
            </a:xfrm>
            <a:custGeom>
              <a:avLst/>
              <a:gdLst/>
              <a:ahLst/>
              <a:cxnLst/>
              <a:rect l="l" t="t" r="r" b="b"/>
              <a:pathLst>
                <a:path w="599" h="379" extrusionOk="0">
                  <a:moveTo>
                    <a:pt x="252" y="1"/>
                  </a:moveTo>
                  <a:cubicBezTo>
                    <a:pt x="0" y="1"/>
                    <a:pt x="0" y="378"/>
                    <a:pt x="252" y="378"/>
                  </a:cubicBezTo>
                  <a:lnTo>
                    <a:pt x="346" y="378"/>
                  </a:lnTo>
                  <a:cubicBezTo>
                    <a:pt x="598" y="378"/>
                    <a:pt x="598" y="1"/>
                    <a:pt x="346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38"/>
            <p:cNvSpPr/>
            <p:nvPr/>
          </p:nvSpPr>
          <p:spPr>
            <a:xfrm>
              <a:off x="2953425" y="3773975"/>
              <a:ext cx="166825" cy="67950"/>
            </a:xfrm>
            <a:custGeom>
              <a:avLst/>
              <a:gdLst/>
              <a:ahLst/>
              <a:cxnLst/>
              <a:rect l="l" t="t" r="r" b="b"/>
              <a:pathLst>
                <a:path w="6673" h="2718" extrusionOk="0">
                  <a:moveTo>
                    <a:pt x="299" y="1"/>
                  </a:moveTo>
                  <a:cubicBezTo>
                    <a:pt x="108" y="1"/>
                    <a:pt x="0" y="262"/>
                    <a:pt x="187" y="343"/>
                  </a:cubicBezTo>
                  <a:cubicBezTo>
                    <a:pt x="2169" y="1255"/>
                    <a:pt x="4246" y="2073"/>
                    <a:pt x="6354" y="2702"/>
                  </a:cubicBezTo>
                  <a:cubicBezTo>
                    <a:pt x="6378" y="2713"/>
                    <a:pt x="6401" y="2717"/>
                    <a:pt x="6423" y="2717"/>
                  </a:cubicBezTo>
                  <a:cubicBezTo>
                    <a:pt x="6597" y="2717"/>
                    <a:pt x="6673" y="2409"/>
                    <a:pt x="6448" y="2325"/>
                  </a:cubicBezTo>
                  <a:cubicBezTo>
                    <a:pt x="4372" y="1696"/>
                    <a:pt x="2358" y="909"/>
                    <a:pt x="407" y="28"/>
                  </a:cubicBezTo>
                  <a:cubicBezTo>
                    <a:pt x="369" y="9"/>
                    <a:pt x="333" y="1"/>
                    <a:pt x="299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38"/>
            <p:cNvSpPr/>
            <p:nvPr/>
          </p:nvSpPr>
          <p:spPr>
            <a:xfrm>
              <a:off x="2826775" y="3842100"/>
              <a:ext cx="413700" cy="270725"/>
            </a:xfrm>
            <a:custGeom>
              <a:avLst/>
              <a:gdLst/>
              <a:ahLst/>
              <a:cxnLst/>
              <a:rect l="l" t="t" r="r" b="b"/>
              <a:pathLst>
                <a:path w="16548" h="10829" extrusionOk="0">
                  <a:moveTo>
                    <a:pt x="246" y="0"/>
                  </a:moveTo>
                  <a:cubicBezTo>
                    <a:pt x="101" y="0"/>
                    <a:pt x="1" y="257"/>
                    <a:pt x="156" y="386"/>
                  </a:cubicBezTo>
                  <a:lnTo>
                    <a:pt x="125" y="386"/>
                  </a:lnTo>
                  <a:cubicBezTo>
                    <a:pt x="5190" y="4288"/>
                    <a:pt x="10539" y="7749"/>
                    <a:pt x="16171" y="10801"/>
                  </a:cubicBezTo>
                  <a:cubicBezTo>
                    <a:pt x="16204" y="10820"/>
                    <a:pt x="16236" y="10828"/>
                    <a:pt x="16267" y="10828"/>
                  </a:cubicBezTo>
                  <a:cubicBezTo>
                    <a:pt x="16439" y="10828"/>
                    <a:pt x="16547" y="10562"/>
                    <a:pt x="16360" y="10455"/>
                  </a:cubicBezTo>
                  <a:cubicBezTo>
                    <a:pt x="10759" y="7434"/>
                    <a:pt x="5379" y="3942"/>
                    <a:pt x="345" y="40"/>
                  </a:cubicBezTo>
                  <a:cubicBezTo>
                    <a:pt x="311" y="12"/>
                    <a:pt x="278" y="0"/>
                    <a:pt x="246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8"/>
            <p:cNvSpPr/>
            <p:nvPr/>
          </p:nvSpPr>
          <p:spPr>
            <a:xfrm>
              <a:off x="4011250" y="3559550"/>
              <a:ext cx="380475" cy="335925"/>
            </a:xfrm>
            <a:custGeom>
              <a:avLst/>
              <a:gdLst/>
              <a:ahLst/>
              <a:cxnLst/>
              <a:rect l="l" t="t" r="r" b="b"/>
              <a:pathLst>
                <a:path w="15219" h="13437" extrusionOk="0">
                  <a:moveTo>
                    <a:pt x="14927" y="1"/>
                  </a:moveTo>
                  <a:cubicBezTo>
                    <a:pt x="14867" y="1"/>
                    <a:pt x="14806" y="24"/>
                    <a:pt x="14761" y="78"/>
                  </a:cubicBezTo>
                  <a:cubicBezTo>
                    <a:pt x="10985" y="5490"/>
                    <a:pt x="5982" y="9926"/>
                    <a:pt x="193" y="13073"/>
                  </a:cubicBezTo>
                  <a:cubicBezTo>
                    <a:pt x="1" y="13183"/>
                    <a:pt x="120" y="13436"/>
                    <a:pt x="300" y="13436"/>
                  </a:cubicBezTo>
                  <a:cubicBezTo>
                    <a:pt x="326" y="13436"/>
                    <a:pt x="354" y="13431"/>
                    <a:pt x="382" y="13419"/>
                  </a:cubicBezTo>
                  <a:lnTo>
                    <a:pt x="413" y="13388"/>
                  </a:lnTo>
                  <a:cubicBezTo>
                    <a:pt x="6266" y="10210"/>
                    <a:pt x="11300" y="5742"/>
                    <a:pt x="15107" y="299"/>
                  </a:cubicBezTo>
                  <a:cubicBezTo>
                    <a:pt x="15219" y="142"/>
                    <a:pt x="15076" y="1"/>
                    <a:pt x="14927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8"/>
            <p:cNvSpPr/>
            <p:nvPr/>
          </p:nvSpPr>
          <p:spPr>
            <a:xfrm>
              <a:off x="4099475" y="3910275"/>
              <a:ext cx="75250" cy="46800"/>
            </a:xfrm>
            <a:custGeom>
              <a:avLst/>
              <a:gdLst/>
              <a:ahLst/>
              <a:cxnLst/>
              <a:rect l="l" t="t" r="r" b="b"/>
              <a:pathLst>
                <a:path w="3010" h="1872" extrusionOk="0">
                  <a:moveTo>
                    <a:pt x="2713" y="1"/>
                  </a:moveTo>
                  <a:cubicBezTo>
                    <a:pt x="2668" y="1"/>
                    <a:pt x="2621" y="16"/>
                    <a:pt x="2579" y="51"/>
                  </a:cubicBezTo>
                  <a:cubicBezTo>
                    <a:pt x="1824" y="617"/>
                    <a:pt x="1038" y="1120"/>
                    <a:pt x="188" y="1530"/>
                  </a:cubicBezTo>
                  <a:cubicBezTo>
                    <a:pt x="1" y="1610"/>
                    <a:pt x="109" y="1871"/>
                    <a:pt x="281" y="1871"/>
                  </a:cubicBezTo>
                  <a:cubicBezTo>
                    <a:pt x="311" y="1871"/>
                    <a:pt x="344" y="1863"/>
                    <a:pt x="377" y="1844"/>
                  </a:cubicBezTo>
                  <a:cubicBezTo>
                    <a:pt x="1258" y="1435"/>
                    <a:pt x="2076" y="900"/>
                    <a:pt x="2862" y="302"/>
                  </a:cubicBezTo>
                  <a:cubicBezTo>
                    <a:pt x="3009" y="180"/>
                    <a:pt x="2871" y="1"/>
                    <a:pt x="2713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8"/>
            <p:cNvSpPr/>
            <p:nvPr/>
          </p:nvSpPr>
          <p:spPr>
            <a:xfrm>
              <a:off x="4181250" y="3893450"/>
              <a:ext cx="12600" cy="9450"/>
            </a:xfrm>
            <a:custGeom>
              <a:avLst/>
              <a:gdLst/>
              <a:ahLst/>
              <a:cxnLst/>
              <a:rect l="l" t="t" r="r" b="b"/>
              <a:pathLst>
                <a:path w="504" h="378" extrusionOk="0">
                  <a:moveTo>
                    <a:pt x="252" y="0"/>
                  </a:moveTo>
                  <a:cubicBezTo>
                    <a:pt x="0" y="0"/>
                    <a:pt x="0" y="378"/>
                    <a:pt x="252" y="378"/>
                  </a:cubicBezTo>
                  <a:cubicBezTo>
                    <a:pt x="504" y="378"/>
                    <a:pt x="504" y="0"/>
                    <a:pt x="252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8"/>
            <p:cNvSpPr/>
            <p:nvPr/>
          </p:nvSpPr>
          <p:spPr>
            <a:xfrm>
              <a:off x="4200250" y="3841525"/>
              <a:ext cx="53075" cy="46425"/>
            </a:xfrm>
            <a:custGeom>
              <a:avLst/>
              <a:gdLst/>
              <a:ahLst/>
              <a:cxnLst/>
              <a:rect l="l" t="t" r="r" b="b"/>
              <a:pathLst>
                <a:path w="2123" h="1857" extrusionOk="0">
                  <a:moveTo>
                    <a:pt x="1836" y="1"/>
                  </a:moveTo>
                  <a:cubicBezTo>
                    <a:pt x="1789" y="1"/>
                    <a:pt x="1739" y="19"/>
                    <a:pt x="1695" y="63"/>
                  </a:cubicBezTo>
                  <a:lnTo>
                    <a:pt x="121" y="1511"/>
                  </a:lnTo>
                  <a:cubicBezTo>
                    <a:pt x="1" y="1656"/>
                    <a:pt x="121" y="1856"/>
                    <a:pt x="269" y="1856"/>
                  </a:cubicBezTo>
                  <a:cubicBezTo>
                    <a:pt x="313" y="1856"/>
                    <a:pt x="361" y="1838"/>
                    <a:pt x="405" y="1794"/>
                  </a:cubicBezTo>
                  <a:lnTo>
                    <a:pt x="1978" y="315"/>
                  </a:lnTo>
                  <a:cubicBezTo>
                    <a:pt x="2122" y="195"/>
                    <a:pt x="1990" y="1"/>
                    <a:pt x="1836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38"/>
            <p:cNvSpPr/>
            <p:nvPr/>
          </p:nvSpPr>
          <p:spPr>
            <a:xfrm>
              <a:off x="4161450" y="3973700"/>
              <a:ext cx="84800" cy="81150"/>
            </a:xfrm>
            <a:custGeom>
              <a:avLst/>
              <a:gdLst/>
              <a:ahLst/>
              <a:cxnLst/>
              <a:rect l="l" t="t" r="r" b="b"/>
              <a:pathLst>
                <a:path w="3392" h="3246" extrusionOk="0">
                  <a:moveTo>
                    <a:pt x="3103" y="0"/>
                  </a:moveTo>
                  <a:cubicBezTo>
                    <a:pt x="3056" y="0"/>
                    <a:pt x="3007" y="18"/>
                    <a:pt x="2963" y="62"/>
                  </a:cubicBezTo>
                  <a:lnTo>
                    <a:pt x="100" y="2926"/>
                  </a:lnTo>
                  <a:cubicBezTo>
                    <a:pt x="0" y="3076"/>
                    <a:pt x="119" y="3246"/>
                    <a:pt x="267" y="3246"/>
                  </a:cubicBezTo>
                  <a:cubicBezTo>
                    <a:pt x="305" y="3246"/>
                    <a:pt x="345" y="3234"/>
                    <a:pt x="383" y="3209"/>
                  </a:cubicBezTo>
                  <a:lnTo>
                    <a:pt x="3247" y="345"/>
                  </a:lnTo>
                  <a:cubicBezTo>
                    <a:pt x="3392" y="201"/>
                    <a:pt x="3258" y="0"/>
                    <a:pt x="3103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38"/>
            <p:cNvSpPr/>
            <p:nvPr/>
          </p:nvSpPr>
          <p:spPr>
            <a:xfrm>
              <a:off x="1309650" y="2419700"/>
              <a:ext cx="256975" cy="185125"/>
            </a:xfrm>
            <a:custGeom>
              <a:avLst/>
              <a:gdLst/>
              <a:ahLst/>
              <a:cxnLst/>
              <a:rect l="l" t="t" r="r" b="b"/>
              <a:pathLst>
                <a:path w="10279" h="7405" extrusionOk="0">
                  <a:moveTo>
                    <a:pt x="298" y="0"/>
                  </a:moveTo>
                  <a:cubicBezTo>
                    <a:pt x="140" y="0"/>
                    <a:pt x="0" y="185"/>
                    <a:pt x="147" y="333"/>
                  </a:cubicBezTo>
                  <a:cubicBezTo>
                    <a:pt x="1626" y="1654"/>
                    <a:pt x="3136" y="3007"/>
                    <a:pt x="4709" y="4203"/>
                  </a:cubicBezTo>
                  <a:cubicBezTo>
                    <a:pt x="5528" y="4801"/>
                    <a:pt x="6346" y="5367"/>
                    <a:pt x="7227" y="5902"/>
                  </a:cubicBezTo>
                  <a:cubicBezTo>
                    <a:pt x="7636" y="6154"/>
                    <a:pt x="8108" y="6405"/>
                    <a:pt x="8548" y="6625"/>
                  </a:cubicBezTo>
                  <a:cubicBezTo>
                    <a:pt x="8737" y="6720"/>
                    <a:pt x="8926" y="6814"/>
                    <a:pt x="9146" y="6909"/>
                  </a:cubicBezTo>
                  <a:lnTo>
                    <a:pt x="9492" y="7066"/>
                  </a:lnTo>
                  <a:cubicBezTo>
                    <a:pt x="9548" y="7088"/>
                    <a:pt x="9607" y="7099"/>
                    <a:pt x="9670" y="7099"/>
                  </a:cubicBezTo>
                  <a:cubicBezTo>
                    <a:pt x="9704" y="7099"/>
                    <a:pt x="9739" y="7096"/>
                    <a:pt x="9775" y="7089"/>
                  </a:cubicBezTo>
                  <a:lnTo>
                    <a:pt x="9775" y="7089"/>
                  </a:lnTo>
                  <a:lnTo>
                    <a:pt x="9775" y="7097"/>
                  </a:lnTo>
                  <a:cubicBezTo>
                    <a:pt x="9712" y="7192"/>
                    <a:pt x="9744" y="7286"/>
                    <a:pt x="9838" y="7349"/>
                  </a:cubicBezTo>
                  <a:lnTo>
                    <a:pt x="9901" y="7381"/>
                  </a:lnTo>
                  <a:cubicBezTo>
                    <a:pt x="9932" y="7396"/>
                    <a:pt x="9964" y="7404"/>
                    <a:pt x="9995" y="7404"/>
                  </a:cubicBezTo>
                  <a:cubicBezTo>
                    <a:pt x="10027" y="7404"/>
                    <a:pt x="10058" y="7396"/>
                    <a:pt x="10090" y="7381"/>
                  </a:cubicBezTo>
                  <a:lnTo>
                    <a:pt x="10153" y="7381"/>
                  </a:lnTo>
                  <a:cubicBezTo>
                    <a:pt x="10216" y="7318"/>
                    <a:pt x="10279" y="7223"/>
                    <a:pt x="10247" y="7129"/>
                  </a:cubicBezTo>
                  <a:cubicBezTo>
                    <a:pt x="10027" y="6563"/>
                    <a:pt x="8989" y="6405"/>
                    <a:pt x="8454" y="6122"/>
                  </a:cubicBezTo>
                  <a:cubicBezTo>
                    <a:pt x="7510" y="5619"/>
                    <a:pt x="6597" y="5084"/>
                    <a:pt x="5748" y="4454"/>
                  </a:cubicBezTo>
                  <a:cubicBezTo>
                    <a:pt x="3891" y="3102"/>
                    <a:pt x="2129" y="1623"/>
                    <a:pt x="430" y="50"/>
                  </a:cubicBezTo>
                  <a:cubicBezTo>
                    <a:pt x="389" y="15"/>
                    <a:pt x="343" y="0"/>
                    <a:pt x="298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38"/>
            <p:cNvSpPr/>
            <p:nvPr/>
          </p:nvSpPr>
          <p:spPr>
            <a:xfrm>
              <a:off x="1584700" y="2604200"/>
              <a:ext cx="15750" cy="10250"/>
            </a:xfrm>
            <a:custGeom>
              <a:avLst/>
              <a:gdLst/>
              <a:ahLst/>
              <a:cxnLst/>
              <a:rect l="l" t="t" r="r" b="b"/>
              <a:pathLst>
                <a:path w="630" h="410" extrusionOk="0">
                  <a:moveTo>
                    <a:pt x="252" y="1"/>
                  </a:moveTo>
                  <a:cubicBezTo>
                    <a:pt x="0" y="1"/>
                    <a:pt x="0" y="410"/>
                    <a:pt x="252" y="410"/>
                  </a:cubicBezTo>
                  <a:lnTo>
                    <a:pt x="378" y="410"/>
                  </a:lnTo>
                  <a:cubicBezTo>
                    <a:pt x="630" y="410"/>
                    <a:pt x="630" y="1"/>
                    <a:pt x="378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8"/>
            <p:cNvSpPr/>
            <p:nvPr/>
          </p:nvSpPr>
          <p:spPr>
            <a:xfrm>
              <a:off x="1616950" y="2617575"/>
              <a:ext cx="19675" cy="10250"/>
            </a:xfrm>
            <a:custGeom>
              <a:avLst/>
              <a:gdLst/>
              <a:ahLst/>
              <a:cxnLst/>
              <a:rect l="l" t="t" r="r" b="b"/>
              <a:pathLst>
                <a:path w="787" h="410" extrusionOk="0">
                  <a:moveTo>
                    <a:pt x="283" y="0"/>
                  </a:moveTo>
                  <a:cubicBezTo>
                    <a:pt x="0" y="0"/>
                    <a:pt x="0" y="410"/>
                    <a:pt x="283" y="410"/>
                  </a:cubicBezTo>
                  <a:lnTo>
                    <a:pt x="535" y="410"/>
                  </a:lnTo>
                  <a:cubicBezTo>
                    <a:pt x="787" y="410"/>
                    <a:pt x="787" y="0"/>
                    <a:pt x="535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38"/>
            <p:cNvSpPr/>
            <p:nvPr/>
          </p:nvSpPr>
          <p:spPr>
            <a:xfrm>
              <a:off x="1445800" y="2638025"/>
              <a:ext cx="139675" cy="99825"/>
            </a:xfrm>
            <a:custGeom>
              <a:avLst/>
              <a:gdLst/>
              <a:ahLst/>
              <a:cxnLst/>
              <a:rect l="l" t="t" r="r" b="b"/>
              <a:pathLst>
                <a:path w="5587" h="3993" extrusionOk="0">
                  <a:moveTo>
                    <a:pt x="259" y="1"/>
                  </a:moveTo>
                  <a:cubicBezTo>
                    <a:pt x="113" y="1"/>
                    <a:pt x="0" y="195"/>
                    <a:pt x="144" y="315"/>
                  </a:cubicBezTo>
                  <a:cubicBezTo>
                    <a:pt x="1686" y="1700"/>
                    <a:pt x="3385" y="2927"/>
                    <a:pt x="5210" y="3965"/>
                  </a:cubicBezTo>
                  <a:cubicBezTo>
                    <a:pt x="5243" y="3984"/>
                    <a:pt x="5275" y="3992"/>
                    <a:pt x="5306" y="3992"/>
                  </a:cubicBezTo>
                  <a:cubicBezTo>
                    <a:pt x="5478" y="3992"/>
                    <a:pt x="5586" y="3726"/>
                    <a:pt x="5399" y="3619"/>
                  </a:cubicBezTo>
                  <a:cubicBezTo>
                    <a:pt x="3606" y="2612"/>
                    <a:pt x="1938" y="1385"/>
                    <a:pt x="396" y="63"/>
                  </a:cubicBezTo>
                  <a:cubicBezTo>
                    <a:pt x="352" y="19"/>
                    <a:pt x="304" y="1"/>
                    <a:pt x="259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8"/>
            <p:cNvSpPr/>
            <p:nvPr/>
          </p:nvSpPr>
          <p:spPr>
            <a:xfrm>
              <a:off x="1597275" y="2745800"/>
              <a:ext cx="16550" cy="9450"/>
            </a:xfrm>
            <a:custGeom>
              <a:avLst/>
              <a:gdLst/>
              <a:ahLst/>
              <a:cxnLst/>
              <a:rect l="l" t="t" r="r" b="b"/>
              <a:pathLst>
                <a:path w="662" h="378" extrusionOk="0">
                  <a:moveTo>
                    <a:pt x="284" y="0"/>
                  </a:moveTo>
                  <a:cubicBezTo>
                    <a:pt x="1" y="0"/>
                    <a:pt x="1" y="378"/>
                    <a:pt x="284" y="378"/>
                  </a:cubicBezTo>
                  <a:lnTo>
                    <a:pt x="410" y="378"/>
                  </a:lnTo>
                  <a:cubicBezTo>
                    <a:pt x="661" y="378"/>
                    <a:pt x="661" y="0"/>
                    <a:pt x="410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38"/>
            <p:cNvSpPr/>
            <p:nvPr/>
          </p:nvSpPr>
          <p:spPr>
            <a:xfrm>
              <a:off x="1657850" y="2778050"/>
              <a:ext cx="10250" cy="13200"/>
            </a:xfrm>
            <a:custGeom>
              <a:avLst/>
              <a:gdLst/>
              <a:ahLst/>
              <a:cxnLst/>
              <a:rect l="l" t="t" r="r" b="b"/>
              <a:pathLst>
                <a:path w="410" h="528" extrusionOk="0">
                  <a:moveTo>
                    <a:pt x="205" y="0"/>
                  </a:moveTo>
                  <a:cubicBezTo>
                    <a:pt x="103" y="0"/>
                    <a:pt x="0" y="63"/>
                    <a:pt x="0" y="189"/>
                  </a:cubicBezTo>
                  <a:lnTo>
                    <a:pt x="0" y="315"/>
                  </a:lnTo>
                  <a:cubicBezTo>
                    <a:pt x="0" y="456"/>
                    <a:pt x="103" y="527"/>
                    <a:pt x="205" y="527"/>
                  </a:cubicBezTo>
                  <a:cubicBezTo>
                    <a:pt x="307" y="527"/>
                    <a:pt x="409" y="456"/>
                    <a:pt x="409" y="315"/>
                  </a:cubicBezTo>
                  <a:lnTo>
                    <a:pt x="409" y="189"/>
                  </a:lnTo>
                  <a:cubicBezTo>
                    <a:pt x="409" y="63"/>
                    <a:pt x="307" y="0"/>
                    <a:pt x="205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38"/>
            <p:cNvSpPr/>
            <p:nvPr/>
          </p:nvSpPr>
          <p:spPr>
            <a:xfrm>
              <a:off x="1463875" y="2773350"/>
              <a:ext cx="234800" cy="209175"/>
            </a:xfrm>
            <a:custGeom>
              <a:avLst/>
              <a:gdLst/>
              <a:ahLst/>
              <a:cxnLst/>
              <a:rect l="l" t="t" r="r" b="b"/>
              <a:pathLst>
                <a:path w="9392" h="8367" extrusionOk="0">
                  <a:moveTo>
                    <a:pt x="274" y="0"/>
                  </a:moveTo>
                  <a:cubicBezTo>
                    <a:pt x="133" y="0"/>
                    <a:pt x="0" y="201"/>
                    <a:pt x="145" y="345"/>
                  </a:cubicBezTo>
                  <a:cubicBezTo>
                    <a:pt x="2883" y="3240"/>
                    <a:pt x="5840" y="5915"/>
                    <a:pt x="9018" y="8337"/>
                  </a:cubicBezTo>
                  <a:cubicBezTo>
                    <a:pt x="9053" y="8357"/>
                    <a:pt x="9088" y="8366"/>
                    <a:pt x="9120" y="8366"/>
                  </a:cubicBezTo>
                  <a:cubicBezTo>
                    <a:pt x="9288" y="8366"/>
                    <a:pt x="9392" y="8123"/>
                    <a:pt x="9207" y="7991"/>
                  </a:cubicBezTo>
                  <a:cubicBezTo>
                    <a:pt x="6060" y="5600"/>
                    <a:pt x="3134" y="2926"/>
                    <a:pt x="397" y="62"/>
                  </a:cubicBezTo>
                  <a:cubicBezTo>
                    <a:pt x="360" y="18"/>
                    <a:pt x="317" y="0"/>
                    <a:pt x="274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38"/>
            <p:cNvSpPr/>
            <p:nvPr/>
          </p:nvSpPr>
          <p:spPr>
            <a:xfrm>
              <a:off x="1727075" y="2994350"/>
              <a:ext cx="9450" cy="13200"/>
            </a:xfrm>
            <a:custGeom>
              <a:avLst/>
              <a:gdLst/>
              <a:ahLst/>
              <a:cxnLst/>
              <a:rect l="l" t="t" r="r" b="b"/>
              <a:pathLst>
                <a:path w="378" h="528" extrusionOk="0">
                  <a:moveTo>
                    <a:pt x="189" y="1"/>
                  </a:moveTo>
                  <a:cubicBezTo>
                    <a:pt x="95" y="1"/>
                    <a:pt x="0" y="64"/>
                    <a:pt x="0" y="190"/>
                  </a:cubicBezTo>
                  <a:lnTo>
                    <a:pt x="0" y="315"/>
                  </a:lnTo>
                  <a:cubicBezTo>
                    <a:pt x="0" y="457"/>
                    <a:pt x="95" y="528"/>
                    <a:pt x="189" y="528"/>
                  </a:cubicBezTo>
                  <a:cubicBezTo>
                    <a:pt x="283" y="528"/>
                    <a:pt x="378" y="457"/>
                    <a:pt x="378" y="315"/>
                  </a:cubicBezTo>
                  <a:lnTo>
                    <a:pt x="378" y="190"/>
                  </a:lnTo>
                  <a:cubicBezTo>
                    <a:pt x="378" y="64"/>
                    <a:pt x="283" y="1"/>
                    <a:pt x="189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38"/>
            <p:cNvSpPr/>
            <p:nvPr/>
          </p:nvSpPr>
          <p:spPr>
            <a:xfrm>
              <a:off x="1767975" y="3017175"/>
              <a:ext cx="13400" cy="10250"/>
            </a:xfrm>
            <a:custGeom>
              <a:avLst/>
              <a:gdLst/>
              <a:ahLst/>
              <a:cxnLst/>
              <a:rect l="l" t="t" r="r" b="b"/>
              <a:pathLst>
                <a:path w="536" h="410" extrusionOk="0">
                  <a:moveTo>
                    <a:pt x="252" y="0"/>
                  </a:moveTo>
                  <a:cubicBezTo>
                    <a:pt x="0" y="0"/>
                    <a:pt x="0" y="409"/>
                    <a:pt x="252" y="409"/>
                  </a:cubicBezTo>
                  <a:cubicBezTo>
                    <a:pt x="535" y="409"/>
                    <a:pt x="535" y="0"/>
                    <a:pt x="252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38"/>
            <p:cNvSpPr/>
            <p:nvPr/>
          </p:nvSpPr>
          <p:spPr>
            <a:xfrm>
              <a:off x="1600775" y="3101750"/>
              <a:ext cx="271050" cy="158150"/>
            </a:xfrm>
            <a:custGeom>
              <a:avLst/>
              <a:gdLst/>
              <a:ahLst/>
              <a:cxnLst/>
              <a:rect l="l" t="t" r="r" b="b"/>
              <a:pathLst>
                <a:path w="10842" h="6326" extrusionOk="0">
                  <a:moveTo>
                    <a:pt x="304" y="1"/>
                  </a:moveTo>
                  <a:cubicBezTo>
                    <a:pt x="143" y="1"/>
                    <a:pt x="0" y="205"/>
                    <a:pt x="175" y="330"/>
                  </a:cubicBezTo>
                  <a:cubicBezTo>
                    <a:pt x="1686" y="1557"/>
                    <a:pt x="3290" y="2627"/>
                    <a:pt x="5021" y="3602"/>
                  </a:cubicBezTo>
                  <a:cubicBezTo>
                    <a:pt x="5839" y="4074"/>
                    <a:pt x="6720" y="4515"/>
                    <a:pt x="7601" y="4924"/>
                  </a:cubicBezTo>
                  <a:cubicBezTo>
                    <a:pt x="7978" y="5081"/>
                    <a:pt x="8356" y="5270"/>
                    <a:pt x="8733" y="5427"/>
                  </a:cubicBezTo>
                  <a:cubicBezTo>
                    <a:pt x="8984" y="5511"/>
                    <a:pt x="9826" y="5988"/>
                    <a:pt x="10234" y="5988"/>
                  </a:cubicBezTo>
                  <a:cubicBezTo>
                    <a:pt x="10287" y="5988"/>
                    <a:pt x="10333" y="5980"/>
                    <a:pt x="10370" y="5962"/>
                  </a:cubicBezTo>
                  <a:lnTo>
                    <a:pt x="10370" y="5962"/>
                  </a:lnTo>
                  <a:cubicBezTo>
                    <a:pt x="10177" y="6072"/>
                    <a:pt x="10297" y="6325"/>
                    <a:pt x="10498" y="6325"/>
                  </a:cubicBezTo>
                  <a:cubicBezTo>
                    <a:pt x="10527" y="6325"/>
                    <a:pt x="10558" y="6320"/>
                    <a:pt x="10590" y="6308"/>
                  </a:cubicBezTo>
                  <a:lnTo>
                    <a:pt x="10684" y="6277"/>
                  </a:lnTo>
                  <a:cubicBezTo>
                    <a:pt x="10747" y="6245"/>
                    <a:pt x="10779" y="6182"/>
                    <a:pt x="10779" y="6088"/>
                  </a:cubicBezTo>
                  <a:cubicBezTo>
                    <a:pt x="10842" y="5616"/>
                    <a:pt x="10149" y="5553"/>
                    <a:pt x="9803" y="5427"/>
                  </a:cubicBezTo>
                  <a:cubicBezTo>
                    <a:pt x="8639" y="4955"/>
                    <a:pt x="7506" y="4483"/>
                    <a:pt x="6405" y="3917"/>
                  </a:cubicBezTo>
                  <a:cubicBezTo>
                    <a:pt x="4297" y="2816"/>
                    <a:pt x="2283" y="1526"/>
                    <a:pt x="427" y="47"/>
                  </a:cubicBezTo>
                  <a:cubicBezTo>
                    <a:pt x="388" y="14"/>
                    <a:pt x="345" y="1"/>
                    <a:pt x="304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38"/>
            <p:cNvSpPr/>
            <p:nvPr/>
          </p:nvSpPr>
          <p:spPr>
            <a:xfrm>
              <a:off x="1891775" y="3262600"/>
              <a:ext cx="16925" cy="13050"/>
            </a:xfrm>
            <a:custGeom>
              <a:avLst/>
              <a:gdLst/>
              <a:ahLst/>
              <a:cxnLst/>
              <a:rect l="l" t="t" r="r" b="b"/>
              <a:pathLst>
                <a:path w="677" h="522" extrusionOk="0">
                  <a:moveTo>
                    <a:pt x="289" y="1"/>
                  </a:moveTo>
                  <a:cubicBezTo>
                    <a:pt x="134" y="1"/>
                    <a:pt x="1" y="201"/>
                    <a:pt x="145" y="346"/>
                  </a:cubicBezTo>
                  <a:lnTo>
                    <a:pt x="271" y="472"/>
                  </a:lnTo>
                  <a:cubicBezTo>
                    <a:pt x="313" y="507"/>
                    <a:pt x="359" y="522"/>
                    <a:pt x="402" y="522"/>
                  </a:cubicBezTo>
                  <a:cubicBezTo>
                    <a:pt x="552" y="522"/>
                    <a:pt x="677" y="342"/>
                    <a:pt x="555" y="220"/>
                  </a:cubicBezTo>
                  <a:lnTo>
                    <a:pt x="429" y="63"/>
                  </a:lnTo>
                  <a:cubicBezTo>
                    <a:pt x="385" y="19"/>
                    <a:pt x="336" y="1"/>
                    <a:pt x="289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38"/>
            <p:cNvSpPr/>
            <p:nvPr/>
          </p:nvSpPr>
          <p:spPr>
            <a:xfrm>
              <a:off x="1938650" y="3283050"/>
              <a:ext cx="15775" cy="9450"/>
            </a:xfrm>
            <a:custGeom>
              <a:avLst/>
              <a:gdLst/>
              <a:ahLst/>
              <a:cxnLst/>
              <a:rect l="l" t="t" r="r" b="b"/>
              <a:pathLst>
                <a:path w="631" h="378" extrusionOk="0">
                  <a:moveTo>
                    <a:pt x="253" y="0"/>
                  </a:moveTo>
                  <a:cubicBezTo>
                    <a:pt x="1" y="0"/>
                    <a:pt x="1" y="378"/>
                    <a:pt x="253" y="378"/>
                  </a:cubicBezTo>
                  <a:lnTo>
                    <a:pt x="379" y="378"/>
                  </a:lnTo>
                  <a:cubicBezTo>
                    <a:pt x="630" y="378"/>
                    <a:pt x="630" y="0"/>
                    <a:pt x="379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38"/>
            <p:cNvSpPr/>
            <p:nvPr/>
          </p:nvSpPr>
          <p:spPr>
            <a:xfrm>
              <a:off x="1778350" y="3362600"/>
              <a:ext cx="193675" cy="88175"/>
            </a:xfrm>
            <a:custGeom>
              <a:avLst/>
              <a:gdLst/>
              <a:ahLst/>
              <a:cxnLst/>
              <a:rect l="l" t="t" r="r" b="b"/>
              <a:pathLst>
                <a:path w="7747" h="3527" extrusionOk="0">
                  <a:moveTo>
                    <a:pt x="306" y="0"/>
                  </a:moveTo>
                  <a:cubicBezTo>
                    <a:pt x="128" y="0"/>
                    <a:pt x="1" y="266"/>
                    <a:pt x="215" y="373"/>
                  </a:cubicBezTo>
                  <a:cubicBezTo>
                    <a:pt x="2511" y="1601"/>
                    <a:pt x="4934" y="2670"/>
                    <a:pt x="7420" y="3520"/>
                  </a:cubicBezTo>
                  <a:cubicBezTo>
                    <a:pt x="7437" y="3525"/>
                    <a:pt x="7453" y="3527"/>
                    <a:pt x="7468" y="3527"/>
                  </a:cubicBezTo>
                  <a:cubicBezTo>
                    <a:pt x="7657" y="3527"/>
                    <a:pt x="7747" y="3198"/>
                    <a:pt x="7514" y="3111"/>
                  </a:cubicBezTo>
                  <a:cubicBezTo>
                    <a:pt x="5060" y="2293"/>
                    <a:pt x="2700" y="1254"/>
                    <a:pt x="403" y="27"/>
                  </a:cubicBezTo>
                  <a:cubicBezTo>
                    <a:pt x="370" y="8"/>
                    <a:pt x="337" y="0"/>
                    <a:pt x="306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38"/>
            <p:cNvSpPr/>
            <p:nvPr/>
          </p:nvSpPr>
          <p:spPr>
            <a:xfrm>
              <a:off x="1997650" y="3446650"/>
              <a:ext cx="12625" cy="9475"/>
            </a:xfrm>
            <a:custGeom>
              <a:avLst/>
              <a:gdLst/>
              <a:ahLst/>
              <a:cxnLst/>
              <a:rect l="l" t="t" r="r" b="b"/>
              <a:pathLst>
                <a:path w="505" h="379" extrusionOk="0">
                  <a:moveTo>
                    <a:pt x="252" y="1"/>
                  </a:moveTo>
                  <a:cubicBezTo>
                    <a:pt x="1" y="1"/>
                    <a:pt x="1" y="378"/>
                    <a:pt x="252" y="378"/>
                  </a:cubicBezTo>
                  <a:cubicBezTo>
                    <a:pt x="504" y="378"/>
                    <a:pt x="504" y="1"/>
                    <a:pt x="252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38"/>
            <p:cNvSpPr/>
            <p:nvPr/>
          </p:nvSpPr>
          <p:spPr>
            <a:xfrm>
              <a:off x="5699575" y="2909425"/>
              <a:ext cx="238650" cy="194500"/>
            </a:xfrm>
            <a:custGeom>
              <a:avLst/>
              <a:gdLst/>
              <a:ahLst/>
              <a:cxnLst/>
              <a:rect l="l" t="t" r="r" b="b"/>
              <a:pathLst>
                <a:path w="9546" h="7780" extrusionOk="0">
                  <a:moveTo>
                    <a:pt x="9271" y="0"/>
                  </a:moveTo>
                  <a:cubicBezTo>
                    <a:pt x="9229" y="0"/>
                    <a:pt x="9185" y="19"/>
                    <a:pt x="9149" y="63"/>
                  </a:cubicBezTo>
                  <a:cubicBezTo>
                    <a:pt x="6443" y="2863"/>
                    <a:pt x="3454" y="5317"/>
                    <a:pt x="181" y="7394"/>
                  </a:cubicBezTo>
                  <a:cubicBezTo>
                    <a:pt x="0" y="7523"/>
                    <a:pt x="117" y="7780"/>
                    <a:pt x="269" y="7780"/>
                  </a:cubicBezTo>
                  <a:cubicBezTo>
                    <a:pt x="302" y="7780"/>
                    <a:pt x="337" y="7768"/>
                    <a:pt x="370" y="7740"/>
                  </a:cubicBezTo>
                  <a:cubicBezTo>
                    <a:pt x="3674" y="5632"/>
                    <a:pt x="6694" y="3146"/>
                    <a:pt x="9400" y="346"/>
                  </a:cubicBezTo>
                  <a:cubicBezTo>
                    <a:pt x="9545" y="201"/>
                    <a:pt x="9412" y="0"/>
                    <a:pt x="9271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38"/>
            <p:cNvSpPr/>
            <p:nvPr/>
          </p:nvSpPr>
          <p:spPr>
            <a:xfrm>
              <a:off x="5959750" y="2866150"/>
              <a:ext cx="13400" cy="10250"/>
            </a:xfrm>
            <a:custGeom>
              <a:avLst/>
              <a:gdLst/>
              <a:ahLst/>
              <a:cxnLst/>
              <a:rect l="l" t="t" r="r" b="b"/>
              <a:pathLst>
                <a:path w="536" h="410" extrusionOk="0">
                  <a:moveTo>
                    <a:pt x="283" y="0"/>
                  </a:moveTo>
                  <a:cubicBezTo>
                    <a:pt x="0" y="0"/>
                    <a:pt x="0" y="409"/>
                    <a:pt x="283" y="409"/>
                  </a:cubicBezTo>
                  <a:cubicBezTo>
                    <a:pt x="535" y="409"/>
                    <a:pt x="535" y="0"/>
                    <a:pt x="283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38"/>
            <p:cNvSpPr/>
            <p:nvPr/>
          </p:nvSpPr>
          <p:spPr>
            <a:xfrm>
              <a:off x="5999075" y="2797700"/>
              <a:ext cx="13400" cy="9475"/>
            </a:xfrm>
            <a:custGeom>
              <a:avLst/>
              <a:gdLst/>
              <a:ahLst/>
              <a:cxnLst/>
              <a:rect l="l" t="t" r="r" b="b"/>
              <a:pathLst>
                <a:path w="536" h="379" extrusionOk="0">
                  <a:moveTo>
                    <a:pt x="284" y="1"/>
                  </a:moveTo>
                  <a:cubicBezTo>
                    <a:pt x="0" y="1"/>
                    <a:pt x="0" y="378"/>
                    <a:pt x="284" y="378"/>
                  </a:cubicBezTo>
                  <a:cubicBezTo>
                    <a:pt x="535" y="378"/>
                    <a:pt x="535" y="1"/>
                    <a:pt x="284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38"/>
            <p:cNvSpPr/>
            <p:nvPr/>
          </p:nvSpPr>
          <p:spPr>
            <a:xfrm>
              <a:off x="2925375" y="3029750"/>
              <a:ext cx="144450" cy="556125"/>
            </a:xfrm>
            <a:custGeom>
              <a:avLst/>
              <a:gdLst/>
              <a:ahLst/>
              <a:cxnLst/>
              <a:rect l="l" t="t" r="r" b="b"/>
              <a:pathLst>
                <a:path w="5778" h="22245" extrusionOk="0">
                  <a:moveTo>
                    <a:pt x="5462" y="1"/>
                  </a:moveTo>
                  <a:cubicBezTo>
                    <a:pt x="5368" y="1"/>
                    <a:pt x="5274" y="64"/>
                    <a:pt x="5274" y="189"/>
                  </a:cubicBezTo>
                  <a:cubicBezTo>
                    <a:pt x="5368" y="7646"/>
                    <a:pt x="5368" y="15953"/>
                    <a:pt x="145" y="21900"/>
                  </a:cubicBezTo>
                  <a:cubicBezTo>
                    <a:pt x="0" y="22044"/>
                    <a:pt x="133" y="22245"/>
                    <a:pt x="274" y="22245"/>
                  </a:cubicBezTo>
                  <a:cubicBezTo>
                    <a:pt x="317" y="22245"/>
                    <a:pt x="360" y="22227"/>
                    <a:pt x="397" y="22183"/>
                  </a:cubicBezTo>
                  <a:cubicBezTo>
                    <a:pt x="5714" y="16142"/>
                    <a:pt x="5777" y="7772"/>
                    <a:pt x="5651" y="189"/>
                  </a:cubicBezTo>
                  <a:cubicBezTo>
                    <a:pt x="5651" y="64"/>
                    <a:pt x="5557" y="1"/>
                    <a:pt x="5462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38"/>
            <p:cNvSpPr/>
            <p:nvPr/>
          </p:nvSpPr>
          <p:spPr>
            <a:xfrm>
              <a:off x="2259425" y="2679775"/>
              <a:ext cx="52150" cy="101875"/>
            </a:xfrm>
            <a:custGeom>
              <a:avLst/>
              <a:gdLst/>
              <a:ahLst/>
              <a:cxnLst/>
              <a:rect l="l" t="t" r="r" b="b"/>
              <a:pathLst>
                <a:path w="2086" h="4075" extrusionOk="0">
                  <a:moveTo>
                    <a:pt x="253" y="1"/>
                  </a:moveTo>
                  <a:cubicBezTo>
                    <a:pt x="127" y="1"/>
                    <a:pt x="0" y="96"/>
                    <a:pt x="39" y="250"/>
                  </a:cubicBezTo>
                  <a:cubicBezTo>
                    <a:pt x="479" y="1540"/>
                    <a:pt x="1014" y="2767"/>
                    <a:pt x="1643" y="3963"/>
                  </a:cubicBezTo>
                  <a:cubicBezTo>
                    <a:pt x="1693" y="4042"/>
                    <a:pt x="1759" y="4075"/>
                    <a:pt x="1822" y="4075"/>
                  </a:cubicBezTo>
                  <a:cubicBezTo>
                    <a:pt x="1959" y="4075"/>
                    <a:pt x="2085" y="3924"/>
                    <a:pt x="2021" y="3774"/>
                  </a:cubicBezTo>
                  <a:cubicBezTo>
                    <a:pt x="1392" y="2610"/>
                    <a:pt x="857" y="1383"/>
                    <a:pt x="448" y="124"/>
                  </a:cubicBezTo>
                  <a:cubicBezTo>
                    <a:pt x="411" y="39"/>
                    <a:pt x="332" y="1"/>
                    <a:pt x="253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8"/>
            <p:cNvSpPr/>
            <p:nvPr/>
          </p:nvSpPr>
          <p:spPr>
            <a:xfrm>
              <a:off x="2283825" y="2669375"/>
              <a:ext cx="44800" cy="95425"/>
            </a:xfrm>
            <a:custGeom>
              <a:avLst/>
              <a:gdLst/>
              <a:ahLst/>
              <a:cxnLst/>
              <a:rect l="l" t="t" r="r" b="b"/>
              <a:pathLst>
                <a:path w="1792" h="3817" extrusionOk="0">
                  <a:moveTo>
                    <a:pt x="243" y="1"/>
                  </a:moveTo>
                  <a:cubicBezTo>
                    <a:pt x="120" y="1"/>
                    <a:pt x="0" y="106"/>
                    <a:pt x="38" y="257"/>
                  </a:cubicBezTo>
                  <a:cubicBezTo>
                    <a:pt x="384" y="1452"/>
                    <a:pt x="825" y="2585"/>
                    <a:pt x="1360" y="3718"/>
                  </a:cubicBezTo>
                  <a:cubicBezTo>
                    <a:pt x="1399" y="3787"/>
                    <a:pt x="1461" y="3816"/>
                    <a:pt x="1522" y="3816"/>
                  </a:cubicBezTo>
                  <a:cubicBezTo>
                    <a:pt x="1657" y="3816"/>
                    <a:pt x="1792" y="3680"/>
                    <a:pt x="1706" y="3529"/>
                  </a:cubicBezTo>
                  <a:cubicBezTo>
                    <a:pt x="1171" y="2428"/>
                    <a:pt x="762" y="1295"/>
                    <a:pt x="447" y="162"/>
                  </a:cubicBezTo>
                  <a:cubicBezTo>
                    <a:pt x="409" y="49"/>
                    <a:pt x="325" y="1"/>
                    <a:pt x="243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8"/>
            <p:cNvSpPr/>
            <p:nvPr/>
          </p:nvSpPr>
          <p:spPr>
            <a:xfrm>
              <a:off x="2305325" y="2709250"/>
              <a:ext cx="46350" cy="42800"/>
            </a:xfrm>
            <a:custGeom>
              <a:avLst/>
              <a:gdLst/>
              <a:ahLst/>
              <a:cxnLst/>
              <a:rect l="l" t="t" r="r" b="b"/>
              <a:pathLst>
                <a:path w="1854" h="1712" extrusionOk="0">
                  <a:moveTo>
                    <a:pt x="276" y="0"/>
                  </a:moveTo>
                  <a:cubicBezTo>
                    <a:pt x="135" y="0"/>
                    <a:pt x="1" y="141"/>
                    <a:pt x="91" y="298"/>
                  </a:cubicBezTo>
                  <a:cubicBezTo>
                    <a:pt x="468" y="833"/>
                    <a:pt x="940" y="1305"/>
                    <a:pt x="1475" y="1682"/>
                  </a:cubicBezTo>
                  <a:cubicBezTo>
                    <a:pt x="1510" y="1703"/>
                    <a:pt x="1545" y="1711"/>
                    <a:pt x="1577" y="1711"/>
                  </a:cubicBezTo>
                  <a:cubicBezTo>
                    <a:pt x="1746" y="1711"/>
                    <a:pt x="1854" y="1468"/>
                    <a:pt x="1695" y="1336"/>
                  </a:cubicBezTo>
                  <a:cubicBezTo>
                    <a:pt x="1192" y="990"/>
                    <a:pt x="783" y="581"/>
                    <a:pt x="437" y="78"/>
                  </a:cubicBezTo>
                  <a:cubicBezTo>
                    <a:pt x="391" y="23"/>
                    <a:pt x="333" y="0"/>
                    <a:pt x="276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38"/>
            <p:cNvSpPr/>
            <p:nvPr/>
          </p:nvSpPr>
          <p:spPr>
            <a:xfrm>
              <a:off x="2314975" y="2686025"/>
              <a:ext cx="26850" cy="22925"/>
            </a:xfrm>
            <a:custGeom>
              <a:avLst/>
              <a:gdLst/>
              <a:ahLst/>
              <a:cxnLst/>
              <a:rect l="l" t="t" r="r" b="b"/>
              <a:pathLst>
                <a:path w="1074" h="917" extrusionOk="0">
                  <a:moveTo>
                    <a:pt x="288" y="1"/>
                  </a:moveTo>
                  <a:cubicBezTo>
                    <a:pt x="133" y="1"/>
                    <a:pt x="0" y="201"/>
                    <a:pt x="145" y="346"/>
                  </a:cubicBezTo>
                  <a:lnTo>
                    <a:pt x="648" y="849"/>
                  </a:lnTo>
                  <a:cubicBezTo>
                    <a:pt x="696" y="897"/>
                    <a:pt x="749" y="916"/>
                    <a:pt x="799" y="916"/>
                  </a:cubicBezTo>
                  <a:cubicBezTo>
                    <a:pt x="949" y="916"/>
                    <a:pt x="1073" y="739"/>
                    <a:pt x="932" y="598"/>
                  </a:cubicBezTo>
                  <a:cubicBezTo>
                    <a:pt x="774" y="409"/>
                    <a:pt x="586" y="252"/>
                    <a:pt x="428" y="63"/>
                  </a:cubicBezTo>
                  <a:cubicBezTo>
                    <a:pt x="384" y="19"/>
                    <a:pt x="335" y="1"/>
                    <a:pt x="288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8"/>
            <p:cNvSpPr/>
            <p:nvPr/>
          </p:nvSpPr>
          <p:spPr>
            <a:xfrm>
              <a:off x="2272975" y="2627800"/>
              <a:ext cx="12600" cy="9475"/>
            </a:xfrm>
            <a:custGeom>
              <a:avLst/>
              <a:gdLst/>
              <a:ahLst/>
              <a:cxnLst/>
              <a:rect l="l" t="t" r="r" b="b"/>
              <a:pathLst>
                <a:path w="504" h="379" extrusionOk="0">
                  <a:moveTo>
                    <a:pt x="252" y="1"/>
                  </a:moveTo>
                  <a:cubicBezTo>
                    <a:pt x="0" y="1"/>
                    <a:pt x="0" y="378"/>
                    <a:pt x="252" y="378"/>
                  </a:cubicBezTo>
                  <a:cubicBezTo>
                    <a:pt x="504" y="378"/>
                    <a:pt x="504" y="1"/>
                    <a:pt x="252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38"/>
            <p:cNvSpPr/>
            <p:nvPr/>
          </p:nvSpPr>
          <p:spPr>
            <a:xfrm>
              <a:off x="2347900" y="2840100"/>
              <a:ext cx="22950" cy="26500"/>
            </a:xfrm>
            <a:custGeom>
              <a:avLst/>
              <a:gdLst/>
              <a:ahLst/>
              <a:cxnLst/>
              <a:rect l="l" t="t" r="r" b="b"/>
              <a:pathLst>
                <a:path w="918" h="1060" extrusionOk="0">
                  <a:moveTo>
                    <a:pt x="270" y="0"/>
                  </a:moveTo>
                  <a:cubicBezTo>
                    <a:pt x="136" y="0"/>
                    <a:pt x="0" y="136"/>
                    <a:pt x="87" y="287"/>
                  </a:cubicBezTo>
                  <a:lnTo>
                    <a:pt x="496" y="948"/>
                  </a:lnTo>
                  <a:cubicBezTo>
                    <a:pt x="536" y="1027"/>
                    <a:pt x="597" y="1060"/>
                    <a:pt x="659" y="1060"/>
                  </a:cubicBezTo>
                  <a:cubicBezTo>
                    <a:pt x="790" y="1060"/>
                    <a:pt x="918" y="909"/>
                    <a:pt x="810" y="759"/>
                  </a:cubicBezTo>
                  <a:lnTo>
                    <a:pt x="433" y="98"/>
                  </a:lnTo>
                  <a:cubicBezTo>
                    <a:pt x="393" y="29"/>
                    <a:pt x="332" y="0"/>
                    <a:pt x="270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38"/>
            <p:cNvSpPr/>
            <p:nvPr/>
          </p:nvSpPr>
          <p:spPr>
            <a:xfrm>
              <a:off x="2358850" y="2774575"/>
              <a:ext cx="64975" cy="91950"/>
            </a:xfrm>
            <a:custGeom>
              <a:avLst/>
              <a:gdLst/>
              <a:ahLst/>
              <a:cxnLst/>
              <a:rect l="l" t="t" r="r" b="b"/>
              <a:pathLst>
                <a:path w="2599" h="3678" extrusionOk="0">
                  <a:moveTo>
                    <a:pt x="254" y="0"/>
                  </a:moveTo>
                  <a:cubicBezTo>
                    <a:pt x="130" y="0"/>
                    <a:pt x="0" y="99"/>
                    <a:pt x="58" y="234"/>
                  </a:cubicBezTo>
                  <a:cubicBezTo>
                    <a:pt x="467" y="1524"/>
                    <a:pt x="1190" y="2688"/>
                    <a:pt x="2166" y="3632"/>
                  </a:cubicBezTo>
                  <a:cubicBezTo>
                    <a:pt x="2205" y="3664"/>
                    <a:pt x="2247" y="3678"/>
                    <a:pt x="2289" y="3678"/>
                  </a:cubicBezTo>
                  <a:cubicBezTo>
                    <a:pt x="2451" y="3678"/>
                    <a:pt x="2599" y="3473"/>
                    <a:pt x="2449" y="3348"/>
                  </a:cubicBezTo>
                  <a:cubicBezTo>
                    <a:pt x="1536" y="2467"/>
                    <a:pt x="844" y="1366"/>
                    <a:pt x="435" y="139"/>
                  </a:cubicBezTo>
                  <a:cubicBezTo>
                    <a:pt x="411" y="41"/>
                    <a:pt x="333" y="0"/>
                    <a:pt x="254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38"/>
            <p:cNvSpPr/>
            <p:nvPr/>
          </p:nvSpPr>
          <p:spPr>
            <a:xfrm>
              <a:off x="2388025" y="2781100"/>
              <a:ext cx="42175" cy="58675"/>
            </a:xfrm>
            <a:custGeom>
              <a:avLst/>
              <a:gdLst/>
              <a:ahLst/>
              <a:cxnLst/>
              <a:rect l="l" t="t" r="r" b="b"/>
              <a:pathLst>
                <a:path w="1687" h="2347" extrusionOk="0">
                  <a:moveTo>
                    <a:pt x="269" y="0"/>
                  </a:moveTo>
                  <a:cubicBezTo>
                    <a:pt x="135" y="0"/>
                    <a:pt x="0" y="136"/>
                    <a:pt x="86" y="287"/>
                  </a:cubicBezTo>
                  <a:lnTo>
                    <a:pt x="1282" y="2269"/>
                  </a:lnTo>
                  <a:cubicBezTo>
                    <a:pt x="1318" y="2324"/>
                    <a:pt x="1370" y="2347"/>
                    <a:pt x="1423" y="2347"/>
                  </a:cubicBezTo>
                  <a:cubicBezTo>
                    <a:pt x="1552" y="2347"/>
                    <a:pt x="1686" y="2206"/>
                    <a:pt x="1597" y="2049"/>
                  </a:cubicBezTo>
                  <a:lnTo>
                    <a:pt x="432" y="98"/>
                  </a:lnTo>
                  <a:cubicBezTo>
                    <a:pt x="393" y="29"/>
                    <a:pt x="331" y="0"/>
                    <a:pt x="269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38"/>
            <p:cNvSpPr/>
            <p:nvPr/>
          </p:nvSpPr>
          <p:spPr>
            <a:xfrm>
              <a:off x="2404950" y="2889400"/>
              <a:ext cx="63000" cy="76950"/>
            </a:xfrm>
            <a:custGeom>
              <a:avLst/>
              <a:gdLst/>
              <a:ahLst/>
              <a:cxnLst/>
              <a:rect l="l" t="t" r="r" b="b"/>
              <a:pathLst>
                <a:path w="2520" h="3078" extrusionOk="0">
                  <a:moveTo>
                    <a:pt x="251" y="1"/>
                  </a:moveTo>
                  <a:cubicBezTo>
                    <a:pt x="125" y="1"/>
                    <a:pt x="0" y="100"/>
                    <a:pt x="39" y="234"/>
                  </a:cubicBezTo>
                  <a:cubicBezTo>
                    <a:pt x="448" y="1367"/>
                    <a:pt x="1203" y="2342"/>
                    <a:pt x="2147" y="3035"/>
                  </a:cubicBezTo>
                  <a:cubicBezTo>
                    <a:pt x="2189" y="3065"/>
                    <a:pt x="2230" y="3077"/>
                    <a:pt x="2267" y="3077"/>
                  </a:cubicBezTo>
                  <a:cubicBezTo>
                    <a:pt x="2425" y="3077"/>
                    <a:pt x="2520" y="2847"/>
                    <a:pt x="2367" y="2720"/>
                  </a:cubicBezTo>
                  <a:cubicBezTo>
                    <a:pt x="1486" y="2059"/>
                    <a:pt x="825" y="1147"/>
                    <a:pt x="448" y="140"/>
                  </a:cubicBezTo>
                  <a:cubicBezTo>
                    <a:pt x="411" y="42"/>
                    <a:pt x="331" y="1"/>
                    <a:pt x="251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38"/>
            <p:cNvSpPr/>
            <p:nvPr/>
          </p:nvSpPr>
          <p:spPr>
            <a:xfrm>
              <a:off x="2430250" y="2879425"/>
              <a:ext cx="54200" cy="73250"/>
            </a:xfrm>
            <a:custGeom>
              <a:avLst/>
              <a:gdLst/>
              <a:ahLst/>
              <a:cxnLst/>
              <a:rect l="l" t="t" r="r" b="b"/>
              <a:pathLst>
                <a:path w="2168" h="2930" extrusionOk="0">
                  <a:moveTo>
                    <a:pt x="254" y="0"/>
                  </a:moveTo>
                  <a:cubicBezTo>
                    <a:pt x="127" y="0"/>
                    <a:pt x="0" y="136"/>
                    <a:pt x="65" y="287"/>
                  </a:cubicBezTo>
                  <a:cubicBezTo>
                    <a:pt x="537" y="1200"/>
                    <a:pt x="1103" y="2081"/>
                    <a:pt x="1764" y="2867"/>
                  </a:cubicBezTo>
                  <a:cubicBezTo>
                    <a:pt x="1808" y="2911"/>
                    <a:pt x="1855" y="2929"/>
                    <a:pt x="1900" y="2929"/>
                  </a:cubicBezTo>
                  <a:cubicBezTo>
                    <a:pt x="2048" y="2929"/>
                    <a:pt x="2168" y="2729"/>
                    <a:pt x="2047" y="2584"/>
                  </a:cubicBezTo>
                  <a:cubicBezTo>
                    <a:pt x="1418" y="1829"/>
                    <a:pt x="883" y="979"/>
                    <a:pt x="411" y="98"/>
                  </a:cubicBezTo>
                  <a:cubicBezTo>
                    <a:pt x="371" y="29"/>
                    <a:pt x="313" y="0"/>
                    <a:pt x="254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38"/>
            <p:cNvSpPr/>
            <p:nvPr/>
          </p:nvSpPr>
          <p:spPr>
            <a:xfrm>
              <a:off x="2443600" y="2866075"/>
              <a:ext cx="51675" cy="63800"/>
            </a:xfrm>
            <a:custGeom>
              <a:avLst/>
              <a:gdLst/>
              <a:ahLst/>
              <a:cxnLst/>
              <a:rect l="l" t="t" r="r" b="b"/>
              <a:pathLst>
                <a:path w="2067" h="2552" extrusionOk="0">
                  <a:moveTo>
                    <a:pt x="258" y="0"/>
                  </a:moveTo>
                  <a:cubicBezTo>
                    <a:pt x="130" y="0"/>
                    <a:pt x="1" y="144"/>
                    <a:pt x="66" y="318"/>
                  </a:cubicBezTo>
                  <a:cubicBezTo>
                    <a:pt x="506" y="1104"/>
                    <a:pt x="1010" y="1828"/>
                    <a:pt x="1639" y="2489"/>
                  </a:cubicBezTo>
                  <a:cubicBezTo>
                    <a:pt x="1683" y="2533"/>
                    <a:pt x="1732" y="2551"/>
                    <a:pt x="1779" y="2551"/>
                  </a:cubicBezTo>
                  <a:cubicBezTo>
                    <a:pt x="1934" y="2551"/>
                    <a:pt x="2067" y="2350"/>
                    <a:pt x="1922" y="2206"/>
                  </a:cubicBezTo>
                  <a:cubicBezTo>
                    <a:pt x="1324" y="1576"/>
                    <a:pt x="821" y="884"/>
                    <a:pt x="412" y="97"/>
                  </a:cubicBezTo>
                  <a:cubicBezTo>
                    <a:pt x="373" y="29"/>
                    <a:pt x="316" y="0"/>
                    <a:pt x="258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38"/>
            <p:cNvSpPr/>
            <p:nvPr/>
          </p:nvSpPr>
          <p:spPr>
            <a:xfrm>
              <a:off x="2453250" y="2958225"/>
              <a:ext cx="84650" cy="82925"/>
            </a:xfrm>
            <a:custGeom>
              <a:avLst/>
              <a:gdLst/>
              <a:ahLst/>
              <a:cxnLst/>
              <a:rect l="l" t="t" r="r" b="b"/>
              <a:pathLst>
                <a:path w="3386" h="3317" extrusionOk="0">
                  <a:moveTo>
                    <a:pt x="268" y="1"/>
                  </a:moveTo>
                  <a:cubicBezTo>
                    <a:pt x="129" y="1"/>
                    <a:pt x="0" y="149"/>
                    <a:pt x="89" y="282"/>
                  </a:cubicBezTo>
                  <a:cubicBezTo>
                    <a:pt x="938" y="1383"/>
                    <a:pt x="1882" y="2390"/>
                    <a:pt x="2952" y="3271"/>
                  </a:cubicBezTo>
                  <a:cubicBezTo>
                    <a:pt x="2991" y="3303"/>
                    <a:pt x="3034" y="3317"/>
                    <a:pt x="3076" y="3317"/>
                  </a:cubicBezTo>
                  <a:cubicBezTo>
                    <a:pt x="3237" y="3317"/>
                    <a:pt x="3385" y="3112"/>
                    <a:pt x="3235" y="2987"/>
                  </a:cubicBezTo>
                  <a:cubicBezTo>
                    <a:pt x="2197" y="2138"/>
                    <a:pt x="1253" y="1163"/>
                    <a:pt x="435" y="93"/>
                  </a:cubicBezTo>
                  <a:cubicBezTo>
                    <a:pt x="388" y="27"/>
                    <a:pt x="327" y="1"/>
                    <a:pt x="268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38"/>
            <p:cNvSpPr/>
            <p:nvPr/>
          </p:nvSpPr>
          <p:spPr>
            <a:xfrm>
              <a:off x="2472975" y="2941550"/>
              <a:ext cx="74475" cy="79800"/>
            </a:xfrm>
            <a:custGeom>
              <a:avLst/>
              <a:gdLst/>
              <a:ahLst/>
              <a:cxnLst/>
              <a:rect l="l" t="t" r="r" b="b"/>
              <a:pathLst>
                <a:path w="2979" h="3192" extrusionOk="0">
                  <a:moveTo>
                    <a:pt x="270" y="1"/>
                  </a:moveTo>
                  <a:cubicBezTo>
                    <a:pt x="135" y="1"/>
                    <a:pt x="0" y="137"/>
                    <a:pt x="86" y="288"/>
                  </a:cubicBezTo>
                  <a:cubicBezTo>
                    <a:pt x="747" y="1421"/>
                    <a:pt x="1597" y="2396"/>
                    <a:pt x="2603" y="3151"/>
                  </a:cubicBezTo>
                  <a:cubicBezTo>
                    <a:pt x="2643" y="3179"/>
                    <a:pt x="2681" y="3191"/>
                    <a:pt x="2717" y="3191"/>
                  </a:cubicBezTo>
                  <a:cubicBezTo>
                    <a:pt x="2879" y="3191"/>
                    <a:pt x="2979" y="2940"/>
                    <a:pt x="2824" y="2836"/>
                  </a:cubicBezTo>
                  <a:cubicBezTo>
                    <a:pt x="1848" y="2081"/>
                    <a:pt x="1030" y="1169"/>
                    <a:pt x="432" y="99"/>
                  </a:cubicBezTo>
                  <a:cubicBezTo>
                    <a:pt x="393" y="30"/>
                    <a:pt x="331" y="1"/>
                    <a:pt x="270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38"/>
            <p:cNvSpPr/>
            <p:nvPr/>
          </p:nvSpPr>
          <p:spPr>
            <a:xfrm>
              <a:off x="2485650" y="2935375"/>
              <a:ext cx="59200" cy="59000"/>
            </a:xfrm>
            <a:custGeom>
              <a:avLst/>
              <a:gdLst/>
              <a:ahLst/>
              <a:cxnLst/>
              <a:rect l="l" t="t" r="r" b="b"/>
              <a:pathLst>
                <a:path w="2368" h="2360" extrusionOk="0">
                  <a:moveTo>
                    <a:pt x="289" y="1"/>
                  </a:moveTo>
                  <a:cubicBezTo>
                    <a:pt x="134" y="1"/>
                    <a:pt x="1" y="201"/>
                    <a:pt x="146" y="346"/>
                  </a:cubicBezTo>
                  <a:lnTo>
                    <a:pt x="1971" y="2297"/>
                  </a:lnTo>
                  <a:cubicBezTo>
                    <a:pt x="2007" y="2341"/>
                    <a:pt x="2051" y="2359"/>
                    <a:pt x="2093" y="2359"/>
                  </a:cubicBezTo>
                  <a:cubicBezTo>
                    <a:pt x="2234" y="2359"/>
                    <a:pt x="2367" y="2159"/>
                    <a:pt x="2222" y="2014"/>
                  </a:cubicBezTo>
                  <a:lnTo>
                    <a:pt x="429" y="63"/>
                  </a:lnTo>
                  <a:cubicBezTo>
                    <a:pt x="385" y="19"/>
                    <a:pt x="336" y="1"/>
                    <a:pt x="289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38"/>
            <p:cNvSpPr/>
            <p:nvPr/>
          </p:nvSpPr>
          <p:spPr>
            <a:xfrm>
              <a:off x="2498850" y="2928300"/>
              <a:ext cx="58700" cy="63025"/>
            </a:xfrm>
            <a:custGeom>
              <a:avLst/>
              <a:gdLst/>
              <a:ahLst/>
              <a:cxnLst/>
              <a:rect l="l" t="t" r="r" b="b"/>
              <a:pathLst>
                <a:path w="2348" h="2521" extrusionOk="0">
                  <a:moveTo>
                    <a:pt x="281" y="0"/>
                  </a:moveTo>
                  <a:cubicBezTo>
                    <a:pt x="139" y="0"/>
                    <a:pt x="0" y="201"/>
                    <a:pt x="121" y="346"/>
                  </a:cubicBezTo>
                  <a:cubicBezTo>
                    <a:pt x="719" y="1070"/>
                    <a:pt x="1348" y="1762"/>
                    <a:pt x="1946" y="2454"/>
                  </a:cubicBezTo>
                  <a:cubicBezTo>
                    <a:pt x="1985" y="2501"/>
                    <a:pt x="2031" y="2520"/>
                    <a:pt x="2077" y="2520"/>
                  </a:cubicBezTo>
                  <a:cubicBezTo>
                    <a:pt x="2216" y="2520"/>
                    <a:pt x="2348" y="2337"/>
                    <a:pt x="2229" y="2171"/>
                  </a:cubicBezTo>
                  <a:cubicBezTo>
                    <a:pt x="1600" y="1479"/>
                    <a:pt x="1002" y="786"/>
                    <a:pt x="404" y="63"/>
                  </a:cubicBezTo>
                  <a:cubicBezTo>
                    <a:pt x="368" y="19"/>
                    <a:pt x="324" y="0"/>
                    <a:pt x="281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38"/>
            <p:cNvSpPr/>
            <p:nvPr/>
          </p:nvSpPr>
          <p:spPr>
            <a:xfrm>
              <a:off x="2515250" y="2938500"/>
              <a:ext cx="13375" cy="10250"/>
            </a:xfrm>
            <a:custGeom>
              <a:avLst/>
              <a:gdLst/>
              <a:ahLst/>
              <a:cxnLst/>
              <a:rect l="l" t="t" r="r" b="b"/>
              <a:pathLst>
                <a:path w="535" h="410" extrusionOk="0">
                  <a:moveTo>
                    <a:pt x="252" y="1"/>
                  </a:moveTo>
                  <a:cubicBezTo>
                    <a:pt x="0" y="1"/>
                    <a:pt x="0" y="410"/>
                    <a:pt x="252" y="410"/>
                  </a:cubicBezTo>
                  <a:cubicBezTo>
                    <a:pt x="535" y="410"/>
                    <a:pt x="535" y="1"/>
                    <a:pt x="252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38"/>
            <p:cNvSpPr/>
            <p:nvPr/>
          </p:nvSpPr>
          <p:spPr>
            <a:xfrm>
              <a:off x="2539875" y="3030875"/>
              <a:ext cx="73400" cy="62600"/>
            </a:xfrm>
            <a:custGeom>
              <a:avLst/>
              <a:gdLst/>
              <a:ahLst/>
              <a:cxnLst/>
              <a:rect l="l" t="t" r="r" b="b"/>
              <a:pathLst>
                <a:path w="2936" h="2504" extrusionOk="0">
                  <a:moveTo>
                    <a:pt x="298" y="1"/>
                  </a:moveTo>
                  <a:cubicBezTo>
                    <a:pt x="140" y="1"/>
                    <a:pt x="1" y="186"/>
                    <a:pt x="148" y="333"/>
                  </a:cubicBezTo>
                  <a:lnTo>
                    <a:pt x="2507" y="2441"/>
                  </a:lnTo>
                  <a:cubicBezTo>
                    <a:pt x="2551" y="2485"/>
                    <a:pt x="2600" y="2504"/>
                    <a:pt x="2647" y="2504"/>
                  </a:cubicBezTo>
                  <a:cubicBezTo>
                    <a:pt x="2802" y="2504"/>
                    <a:pt x="2936" y="2303"/>
                    <a:pt x="2791" y="2158"/>
                  </a:cubicBezTo>
                  <a:lnTo>
                    <a:pt x="431" y="50"/>
                  </a:lnTo>
                  <a:cubicBezTo>
                    <a:pt x="389" y="15"/>
                    <a:pt x="343" y="1"/>
                    <a:pt x="298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38"/>
            <p:cNvSpPr/>
            <p:nvPr/>
          </p:nvSpPr>
          <p:spPr>
            <a:xfrm>
              <a:off x="2547800" y="3000675"/>
              <a:ext cx="68550" cy="63025"/>
            </a:xfrm>
            <a:custGeom>
              <a:avLst/>
              <a:gdLst/>
              <a:ahLst/>
              <a:cxnLst/>
              <a:rect l="l" t="t" r="r" b="b"/>
              <a:pathLst>
                <a:path w="2742" h="2521" extrusionOk="0">
                  <a:moveTo>
                    <a:pt x="289" y="0"/>
                  </a:moveTo>
                  <a:cubicBezTo>
                    <a:pt x="134" y="0"/>
                    <a:pt x="0" y="201"/>
                    <a:pt x="145" y="346"/>
                  </a:cubicBezTo>
                  <a:cubicBezTo>
                    <a:pt x="838" y="1101"/>
                    <a:pt x="1561" y="1793"/>
                    <a:pt x="2316" y="2454"/>
                  </a:cubicBezTo>
                  <a:cubicBezTo>
                    <a:pt x="2371" y="2501"/>
                    <a:pt x="2428" y="2520"/>
                    <a:pt x="2480" y="2520"/>
                  </a:cubicBezTo>
                  <a:cubicBezTo>
                    <a:pt x="2635" y="2520"/>
                    <a:pt x="2741" y="2344"/>
                    <a:pt x="2600" y="2202"/>
                  </a:cubicBezTo>
                  <a:cubicBezTo>
                    <a:pt x="1844" y="1510"/>
                    <a:pt x="1121" y="818"/>
                    <a:pt x="429" y="62"/>
                  </a:cubicBezTo>
                  <a:cubicBezTo>
                    <a:pt x="385" y="18"/>
                    <a:pt x="336" y="0"/>
                    <a:pt x="289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38"/>
            <p:cNvSpPr/>
            <p:nvPr/>
          </p:nvSpPr>
          <p:spPr>
            <a:xfrm>
              <a:off x="2547675" y="2984550"/>
              <a:ext cx="70450" cy="55025"/>
            </a:xfrm>
            <a:custGeom>
              <a:avLst/>
              <a:gdLst/>
              <a:ahLst/>
              <a:cxnLst/>
              <a:rect l="l" t="t" r="r" b="b"/>
              <a:pathLst>
                <a:path w="2818" h="2201" extrusionOk="0">
                  <a:moveTo>
                    <a:pt x="298" y="1"/>
                  </a:moveTo>
                  <a:cubicBezTo>
                    <a:pt x="128" y="1"/>
                    <a:pt x="0" y="205"/>
                    <a:pt x="150" y="330"/>
                  </a:cubicBezTo>
                  <a:lnTo>
                    <a:pt x="2384" y="2155"/>
                  </a:lnTo>
                  <a:cubicBezTo>
                    <a:pt x="2423" y="2187"/>
                    <a:pt x="2466" y="2201"/>
                    <a:pt x="2508" y="2201"/>
                  </a:cubicBezTo>
                  <a:cubicBezTo>
                    <a:pt x="2670" y="2201"/>
                    <a:pt x="2817" y="1996"/>
                    <a:pt x="2667" y="1872"/>
                  </a:cubicBezTo>
                  <a:cubicBezTo>
                    <a:pt x="1912" y="1274"/>
                    <a:pt x="1157" y="644"/>
                    <a:pt x="434" y="47"/>
                  </a:cubicBezTo>
                  <a:cubicBezTo>
                    <a:pt x="388" y="14"/>
                    <a:pt x="342" y="1"/>
                    <a:pt x="298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38"/>
            <p:cNvSpPr/>
            <p:nvPr/>
          </p:nvSpPr>
          <p:spPr>
            <a:xfrm>
              <a:off x="2564800" y="2974700"/>
              <a:ext cx="12600" cy="9450"/>
            </a:xfrm>
            <a:custGeom>
              <a:avLst/>
              <a:gdLst/>
              <a:ahLst/>
              <a:cxnLst/>
              <a:rect l="l" t="t" r="r" b="b"/>
              <a:pathLst>
                <a:path w="504" h="378" extrusionOk="0">
                  <a:moveTo>
                    <a:pt x="252" y="0"/>
                  </a:moveTo>
                  <a:cubicBezTo>
                    <a:pt x="0" y="0"/>
                    <a:pt x="0" y="378"/>
                    <a:pt x="252" y="378"/>
                  </a:cubicBezTo>
                  <a:cubicBezTo>
                    <a:pt x="504" y="378"/>
                    <a:pt x="504" y="0"/>
                    <a:pt x="252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38"/>
            <p:cNvSpPr/>
            <p:nvPr/>
          </p:nvSpPr>
          <p:spPr>
            <a:xfrm>
              <a:off x="2609725" y="3066775"/>
              <a:ext cx="66750" cy="39200"/>
            </a:xfrm>
            <a:custGeom>
              <a:avLst/>
              <a:gdLst/>
              <a:ahLst/>
              <a:cxnLst/>
              <a:rect l="l" t="t" r="r" b="b"/>
              <a:pathLst>
                <a:path w="2670" h="1568" extrusionOk="0">
                  <a:moveTo>
                    <a:pt x="272" y="1"/>
                  </a:moveTo>
                  <a:cubicBezTo>
                    <a:pt x="104" y="1"/>
                    <a:pt x="1" y="244"/>
                    <a:pt x="185" y="376"/>
                  </a:cubicBezTo>
                  <a:lnTo>
                    <a:pt x="2262" y="1540"/>
                  </a:lnTo>
                  <a:cubicBezTo>
                    <a:pt x="2295" y="1559"/>
                    <a:pt x="2328" y="1567"/>
                    <a:pt x="2360" y="1567"/>
                  </a:cubicBezTo>
                  <a:cubicBezTo>
                    <a:pt x="2538" y="1567"/>
                    <a:pt x="2670" y="1301"/>
                    <a:pt x="2482" y="1194"/>
                  </a:cubicBezTo>
                  <a:lnTo>
                    <a:pt x="374" y="30"/>
                  </a:lnTo>
                  <a:cubicBezTo>
                    <a:pt x="339" y="10"/>
                    <a:pt x="304" y="1"/>
                    <a:pt x="272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38"/>
            <p:cNvSpPr/>
            <p:nvPr/>
          </p:nvSpPr>
          <p:spPr>
            <a:xfrm>
              <a:off x="2643450" y="3056500"/>
              <a:ext cx="12625" cy="10250"/>
            </a:xfrm>
            <a:custGeom>
              <a:avLst/>
              <a:gdLst/>
              <a:ahLst/>
              <a:cxnLst/>
              <a:rect l="l" t="t" r="r" b="b"/>
              <a:pathLst>
                <a:path w="505" h="410" extrusionOk="0">
                  <a:moveTo>
                    <a:pt x="252" y="0"/>
                  </a:moveTo>
                  <a:cubicBezTo>
                    <a:pt x="1" y="0"/>
                    <a:pt x="1" y="409"/>
                    <a:pt x="252" y="409"/>
                  </a:cubicBezTo>
                  <a:cubicBezTo>
                    <a:pt x="504" y="409"/>
                    <a:pt x="504" y="0"/>
                    <a:pt x="252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38"/>
            <p:cNvSpPr/>
            <p:nvPr/>
          </p:nvSpPr>
          <p:spPr>
            <a:xfrm>
              <a:off x="2243075" y="2564875"/>
              <a:ext cx="13400" cy="10250"/>
            </a:xfrm>
            <a:custGeom>
              <a:avLst/>
              <a:gdLst/>
              <a:ahLst/>
              <a:cxnLst/>
              <a:rect l="l" t="t" r="r" b="b"/>
              <a:pathLst>
                <a:path w="536" h="410" extrusionOk="0">
                  <a:moveTo>
                    <a:pt x="284" y="0"/>
                  </a:moveTo>
                  <a:cubicBezTo>
                    <a:pt x="1" y="0"/>
                    <a:pt x="1" y="409"/>
                    <a:pt x="284" y="409"/>
                  </a:cubicBezTo>
                  <a:cubicBezTo>
                    <a:pt x="535" y="409"/>
                    <a:pt x="535" y="0"/>
                    <a:pt x="284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38"/>
            <p:cNvSpPr/>
            <p:nvPr/>
          </p:nvSpPr>
          <p:spPr>
            <a:xfrm>
              <a:off x="2472350" y="3089600"/>
              <a:ext cx="46000" cy="42650"/>
            </a:xfrm>
            <a:custGeom>
              <a:avLst/>
              <a:gdLst/>
              <a:ahLst/>
              <a:cxnLst/>
              <a:rect l="l" t="t" r="r" b="b"/>
              <a:pathLst>
                <a:path w="1840" h="1706" extrusionOk="0">
                  <a:moveTo>
                    <a:pt x="285" y="0"/>
                  </a:moveTo>
                  <a:cubicBezTo>
                    <a:pt x="139" y="0"/>
                    <a:pt x="1" y="148"/>
                    <a:pt x="111" y="281"/>
                  </a:cubicBezTo>
                  <a:cubicBezTo>
                    <a:pt x="489" y="816"/>
                    <a:pt x="961" y="1288"/>
                    <a:pt x="1464" y="1665"/>
                  </a:cubicBezTo>
                  <a:cubicBezTo>
                    <a:pt x="1504" y="1693"/>
                    <a:pt x="1542" y="1706"/>
                    <a:pt x="1577" y="1706"/>
                  </a:cubicBezTo>
                  <a:cubicBezTo>
                    <a:pt x="1740" y="1706"/>
                    <a:pt x="1840" y="1449"/>
                    <a:pt x="1685" y="1319"/>
                  </a:cubicBezTo>
                  <a:cubicBezTo>
                    <a:pt x="1213" y="973"/>
                    <a:pt x="804" y="564"/>
                    <a:pt x="457" y="92"/>
                  </a:cubicBezTo>
                  <a:cubicBezTo>
                    <a:pt x="411" y="27"/>
                    <a:pt x="347" y="0"/>
                    <a:pt x="285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38"/>
            <p:cNvSpPr/>
            <p:nvPr/>
          </p:nvSpPr>
          <p:spPr>
            <a:xfrm>
              <a:off x="2472825" y="3069650"/>
              <a:ext cx="32950" cy="23725"/>
            </a:xfrm>
            <a:custGeom>
              <a:avLst/>
              <a:gdLst/>
              <a:ahLst/>
              <a:cxnLst/>
              <a:rect l="l" t="t" r="r" b="b"/>
              <a:pathLst>
                <a:path w="1318" h="949" extrusionOk="0">
                  <a:moveTo>
                    <a:pt x="233" y="0"/>
                  </a:moveTo>
                  <a:cubicBezTo>
                    <a:pt x="79" y="0"/>
                    <a:pt x="0" y="252"/>
                    <a:pt x="155" y="355"/>
                  </a:cubicBezTo>
                  <a:lnTo>
                    <a:pt x="942" y="922"/>
                  </a:lnTo>
                  <a:cubicBezTo>
                    <a:pt x="970" y="941"/>
                    <a:pt x="999" y="949"/>
                    <a:pt x="1027" y="949"/>
                  </a:cubicBezTo>
                  <a:cubicBezTo>
                    <a:pt x="1187" y="949"/>
                    <a:pt x="1318" y="683"/>
                    <a:pt x="1131" y="576"/>
                  </a:cubicBezTo>
                  <a:lnTo>
                    <a:pt x="344" y="41"/>
                  </a:lnTo>
                  <a:cubicBezTo>
                    <a:pt x="305" y="13"/>
                    <a:pt x="267" y="0"/>
                    <a:pt x="233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38"/>
            <p:cNvSpPr/>
            <p:nvPr/>
          </p:nvSpPr>
          <p:spPr>
            <a:xfrm>
              <a:off x="2551650" y="3249575"/>
              <a:ext cx="71175" cy="64375"/>
            </a:xfrm>
            <a:custGeom>
              <a:avLst/>
              <a:gdLst/>
              <a:ahLst/>
              <a:cxnLst/>
              <a:rect l="l" t="t" r="r" b="b"/>
              <a:pathLst>
                <a:path w="2847" h="2575" extrusionOk="0">
                  <a:moveTo>
                    <a:pt x="263" y="0"/>
                  </a:moveTo>
                  <a:cubicBezTo>
                    <a:pt x="126" y="0"/>
                    <a:pt x="1" y="192"/>
                    <a:pt x="117" y="332"/>
                  </a:cubicBezTo>
                  <a:cubicBezTo>
                    <a:pt x="778" y="1182"/>
                    <a:pt x="1565" y="1937"/>
                    <a:pt x="2477" y="2535"/>
                  </a:cubicBezTo>
                  <a:cubicBezTo>
                    <a:pt x="2516" y="2563"/>
                    <a:pt x="2554" y="2575"/>
                    <a:pt x="2590" y="2575"/>
                  </a:cubicBezTo>
                  <a:cubicBezTo>
                    <a:pt x="2751" y="2575"/>
                    <a:pt x="2847" y="2318"/>
                    <a:pt x="2666" y="2189"/>
                  </a:cubicBezTo>
                  <a:cubicBezTo>
                    <a:pt x="1816" y="1622"/>
                    <a:pt x="1030" y="899"/>
                    <a:pt x="400" y="80"/>
                  </a:cubicBezTo>
                  <a:cubicBezTo>
                    <a:pt x="360" y="24"/>
                    <a:pt x="311" y="0"/>
                    <a:pt x="263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38"/>
            <p:cNvSpPr/>
            <p:nvPr/>
          </p:nvSpPr>
          <p:spPr>
            <a:xfrm>
              <a:off x="2571150" y="3242700"/>
              <a:ext cx="48675" cy="37425"/>
            </a:xfrm>
            <a:custGeom>
              <a:avLst/>
              <a:gdLst/>
              <a:ahLst/>
              <a:cxnLst/>
              <a:rect l="l" t="t" r="r" b="b"/>
              <a:pathLst>
                <a:path w="1947" h="1497" extrusionOk="0">
                  <a:moveTo>
                    <a:pt x="245" y="1"/>
                  </a:moveTo>
                  <a:cubicBezTo>
                    <a:pt x="100" y="1"/>
                    <a:pt x="0" y="258"/>
                    <a:pt x="155" y="387"/>
                  </a:cubicBezTo>
                  <a:lnTo>
                    <a:pt x="1571" y="1457"/>
                  </a:lnTo>
                  <a:cubicBezTo>
                    <a:pt x="1610" y="1485"/>
                    <a:pt x="1649" y="1497"/>
                    <a:pt x="1684" y="1497"/>
                  </a:cubicBezTo>
                  <a:cubicBezTo>
                    <a:pt x="1847" y="1497"/>
                    <a:pt x="1947" y="1240"/>
                    <a:pt x="1791" y="1111"/>
                  </a:cubicBezTo>
                  <a:lnTo>
                    <a:pt x="344" y="41"/>
                  </a:lnTo>
                  <a:cubicBezTo>
                    <a:pt x="310" y="13"/>
                    <a:pt x="277" y="1"/>
                    <a:pt x="245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38"/>
            <p:cNvSpPr/>
            <p:nvPr/>
          </p:nvSpPr>
          <p:spPr>
            <a:xfrm>
              <a:off x="2616700" y="3257075"/>
              <a:ext cx="13400" cy="9475"/>
            </a:xfrm>
            <a:custGeom>
              <a:avLst/>
              <a:gdLst/>
              <a:ahLst/>
              <a:cxnLst/>
              <a:rect l="l" t="t" r="r" b="b"/>
              <a:pathLst>
                <a:path w="536" h="379" extrusionOk="0">
                  <a:moveTo>
                    <a:pt x="284" y="1"/>
                  </a:moveTo>
                  <a:cubicBezTo>
                    <a:pt x="1" y="1"/>
                    <a:pt x="1" y="378"/>
                    <a:pt x="284" y="378"/>
                  </a:cubicBezTo>
                  <a:cubicBezTo>
                    <a:pt x="536" y="378"/>
                    <a:pt x="536" y="1"/>
                    <a:pt x="284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38"/>
            <p:cNvSpPr/>
            <p:nvPr/>
          </p:nvSpPr>
          <p:spPr>
            <a:xfrm>
              <a:off x="2426500" y="3092750"/>
              <a:ext cx="33350" cy="38850"/>
            </a:xfrm>
            <a:custGeom>
              <a:avLst/>
              <a:gdLst/>
              <a:ahLst/>
              <a:cxnLst/>
              <a:rect l="l" t="t" r="r" b="b"/>
              <a:pathLst>
                <a:path w="1334" h="1554" extrusionOk="0">
                  <a:moveTo>
                    <a:pt x="283" y="0"/>
                  </a:moveTo>
                  <a:cubicBezTo>
                    <a:pt x="145" y="0"/>
                    <a:pt x="1" y="148"/>
                    <a:pt x="89" y="281"/>
                  </a:cubicBezTo>
                  <a:lnTo>
                    <a:pt x="876" y="1477"/>
                  </a:lnTo>
                  <a:cubicBezTo>
                    <a:pt x="921" y="1531"/>
                    <a:pt x="982" y="1554"/>
                    <a:pt x="1042" y="1554"/>
                  </a:cubicBezTo>
                  <a:cubicBezTo>
                    <a:pt x="1191" y="1554"/>
                    <a:pt x="1334" y="1413"/>
                    <a:pt x="1222" y="1256"/>
                  </a:cubicBezTo>
                  <a:lnTo>
                    <a:pt x="435" y="92"/>
                  </a:lnTo>
                  <a:cubicBezTo>
                    <a:pt x="398" y="27"/>
                    <a:pt x="341" y="0"/>
                    <a:pt x="283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38"/>
            <p:cNvSpPr/>
            <p:nvPr/>
          </p:nvSpPr>
          <p:spPr>
            <a:xfrm>
              <a:off x="2403550" y="3001425"/>
              <a:ext cx="13400" cy="9475"/>
            </a:xfrm>
            <a:custGeom>
              <a:avLst/>
              <a:gdLst/>
              <a:ahLst/>
              <a:cxnLst/>
              <a:rect l="l" t="t" r="r" b="b"/>
              <a:pathLst>
                <a:path w="536" h="379" extrusionOk="0">
                  <a:moveTo>
                    <a:pt x="283" y="1"/>
                  </a:moveTo>
                  <a:cubicBezTo>
                    <a:pt x="0" y="1"/>
                    <a:pt x="0" y="378"/>
                    <a:pt x="283" y="378"/>
                  </a:cubicBezTo>
                  <a:cubicBezTo>
                    <a:pt x="535" y="378"/>
                    <a:pt x="535" y="1"/>
                    <a:pt x="283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38"/>
            <p:cNvSpPr/>
            <p:nvPr/>
          </p:nvSpPr>
          <p:spPr>
            <a:xfrm>
              <a:off x="2407475" y="2974700"/>
              <a:ext cx="12600" cy="9450"/>
            </a:xfrm>
            <a:custGeom>
              <a:avLst/>
              <a:gdLst/>
              <a:ahLst/>
              <a:cxnLst/>
              <a:rect l="l" t="t" r="r" b="b"/>
              <a:pathLst>
                <a:path w="504" h="378" extrusionOk="0">
                  <a:moveTo>
                    <a:pt x="252" y="0"/>
                  </a:moveTo>
                  <a:cubicBezTo>
                    <a:pt x="0" y="0"/>
                    <a:pt x="0" y="378"/>
                    <a:pt x="252" y="378"/>
                  </a:cubicBezTo>
                  <a:cubicBezTo>
                    <a:pt x="504" y="378"/>
                    <a:pt x="504" y="0"/>
                    <a:pt x="252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8"/>
            <p:cNvSpPr/>
            <p:nvPr/>
          </p:nvSpPr>
          <p:spPr>
            <a:xfrm>
              <a:off x="2656100" y="3315850"/>
              <a:ext cx="22725" cy="16975"/>
            </a:xfrm>
            <a:custGeom>
              <a:avLst/>
              <a:gdLst/>
              <a:ahLst/>
              <a:cxnLst/>
              <a:rect l="l" t="t" r="r" b="b"/>
              <a:pathLst>
                <a:path w="909" h="679" extrusionOk="0">
                  <a:moveTo>
                    <a:pt x="245" y="1"/>
                  </a:moveTo>
                  <a:cubicBezTo>
                    <a:pt x="100" y="1"/>
                    <a:pt x="0" y="252"/>
                    <a:pt x="155" y="356"/>
                  </a:cubicBezTo>
                  <a:lnTo>
                    <a:pt x="533" y="639"/>
                  </a:lnTo>
                  <a:cubicBezTo>
                    <a:pt x="572" y="667"/>
                    <a:pt x="610" y="679"/>
                    <a:pt x="646" y="679"/>
                  </a:cubicBezTo>
                  <a:cubicBezTo>
                    <a:pt x="808" y="679"/>
                    <a:pt x="908" y="422"/>
                    <a:pt x="753" y="293"/>
                  </a:cubicBezTo>
                  <a:lnTo>
                    <a:pt x="344" y="41"/>
                  </a:lnTo>
                  <a:cubicBezTo>
                    <a:pt x="310" y="13"/>
                    <a:pt x="276" y="1"/>
                    <a:pt x="245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38"/>
            <p:cNvSpPr/>
            <p:nvPr/>
          </p:nvSpPr>
          <p:spPr>
            <a:xfrm>
              <a:off x="2708750" y="3318425"/>
              <a:ext cx="12600" cy="10250"/>
            </a:xfrm>
            <a:custGeom>
              <a:avLst/>
              <a:gdLst/>
              <a:ahLst/>
              <a:cxnLst/>
              <a:rect l="l" t="t" r="r" b="b"/>
              <a:pathLst>
                <a:path w="504" h="410" extrusionOk="0">
                  <a:moveTo>
                    <a:pt x="252" y="1"/>
                  </a:moveTo>
                  <a:cubicBezTo>
                    <a:pt x="0" y="1"/>
                    <a:pt x="0" y="410"/>
                    <a:pt x="252" y="410"/>
                  </a:cubicBezTo>
                  <a:cubicBezTo>
                    <a:pt x="504" y="410"/>
                    <a:pt x="504" y="1"/>
                    <a:pt x="252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38"/>
            <p:cNvSpPr/>
            <p:nvPr/>
          </p:nvSpPr>
          <p:spPr>
            <a:xfrm>
              <a:off x="3050775" y="3335400"/>
              <a:ext cx="27875" cy="88225"/>
            </a:xfrm>
            <a:custGeom>
              <a:avLst/>
              <a:gdLst/>
              <a:ahLst/>
              <a:cxnLst/>
              <a:rect l="l" t="t" r="r" b="b"/>
              <a:pathLst>
                <a:path w="1115" h="3529" extrusionOk="0">
                  <a:moveTo>
                    <a:pt x="871" y="1"/>
                  </a:moveTo>
                  <a:cubicBezTo>
                    <a:pt x="795" y="1"/>
                    <a:pt x="723" y="42"/>
                    <a:pt x="698" y="140"/>
                  </a:cubicBezTo>
                  <a:lnTo>
                    <a:pt x="37" y="3286"/>
                  </a:lnTo>
                  <a:cubicBezTo>
                    <a:pt x="0" y="3435"/>
                    <a:pt x="117" y="3529"/>
                    <a:pt x="231" y="3529"/>
                  </a:cubicBezTo>
                  <a:cubicBezTo>
                    <a:pt x="311" y="3529"/>
                    <a:pt x="389" y="3484"/>
                    <a:pt x="415" y="3381"/>
                  </a:cubicBezTo>
                  <a:lnTo>
                    <a:pt x="1076" y="234"/>
                  </a:lnTo>
                  <a:cubicBezTo>
                    <a:pt x="1114" y="100"/>
                    <a:pt x="989" y="1"/>
                    <a:pt x="871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38"/>
            <p:cNvSpPr/>
            <p:nvPr/>
          </p:nvSpPr>
          <p:spPr>
            <a:xfrm>
              <a:off x="3059875" y="3263050"/>
              <a:ext cx="21425" cy="75350"/>
            </a:xfrm>
            <a:custGeom>
              <a:avLst/>
              <a:gdLst/>
              <a:ahLst/>
              <a:cxnLst/>
              <a:rect l="l" t="t" r="r" b="b"/>
              <a:pathLst>
                <a:path w="857" h="3014" extrusionOk="0">
                  <a:moveTo>
                    <a:pt x="610" y="0"/>
                  </a:moveTo>
                  <a:cubicBezTo>
                    <a:pt x="537" y="0"/>
                    <a:pt x="472" y="41"/>
                    <a:pt x="460" y="139"/>
                  </a:cubicBezTo>
                  <a:cubicBezTo>
                    <a:pt x="303" y="1020"/>
                    <a:pt x="177" y="1901"/>
                    <a:pt x="19" y="2751"/>
                  </a:cubicBezTo>
                  <a:cubicBezTo>
                    <a:pt x="0" y="2906"/>
                    <a:pt x="137" y="3014"/>
                    <a:pt x="259" y="3014"/>
                  </a:cubicBezTo>
                  <a:cubicBezTo>
                    <a:pt x="335" y="3014"/>
                    <a:pt x="404" y="2973"/>
                    <a:pt x="428" y="2877"/>
                  </a:cubicBezTo>
                  <a:cubicBezTo>
                    <a:pt x="554" y="1996"/>
                    <a:pt x="712" y="1115"/>
                    <a:pt x="838" y="234"/>
                  </a:cubicBezTo>
                  <a:cubicBezTo>
                    <a:pt x="857" y="99"/>
                    <a:pt x="724" y="0"/>
                    <a:pt x="610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38"/>
            <p:cNvSpPr/>
            <p:nvPr/>
          </p:nvSpPr>
          <p:spPr>
            <a:xfrm>
              <a:off x="3077950" y="3276425"/>
              <a:ext cx="16725" cy="55700"/>
            </a:xfrm>
            <a:custGeom>
              <a:avLst/>
              <a:gdLst/>
              <a:ahLst/>
              <a:cxnLst/>
              <a:rect l="l" t="t" r="r" b="b"/>
              <a:pathLst>
                <a:path w="669" h="2228" extrusionOk="0">
                  <a:moveTo>
                    <a:pt x="422" y="0"/>
                  </a:moveTo>
                  <a:cubicBezTo>
                    <a:pt x="349" y="0"/>
                    <a:pt x="284" y="41"/>
                    <a:pt x="272" y="139"/>
                  </a:cubicBezTo>
                  <a:lnTo>
                    <a:pt x="20" y="1964"/>
                  </a:lnTo>
                  <a:cubicBezTo>
                    <a:pt x="1" y="2120"/>
                    <a:pt x="137" y="2227"/>
                    <a:pt x="252" y="2227"/>
                  </a:cubicBezTo>
                  <a:cubicBezTo>
                    <a:pt x="323" y="2227"/>
                    <a:pt x="386" y="2186"/>
                    <a:pt x="398" y="2090"/>
                  </a:cubicBezTo>
                  <a:cubicBezTo>
                    <a:pt x="492" y="1461"/>
                    <a:pt x="586" y="863"/>
                    <a:pt x="649" y="234"/>
                  </a:cubicBezTo>
                  <a:cubicBezTo>
                    <a:pt x="669" y="99"/>
                    <a:pt x="536" y="0"/>
                    <a:pt x="422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38"/>
            <p:cNvSpPr/>
            <p:nvPr/>
          </p:nvSpPr>
          <p:spPr>
            <a:xfrm>
              <a:off x="3096850" y="3312375"/>
              <a:ext cx="13875" cy="32375"/>
            </a:xfrm>
            <a:custGeom>
              <a:avLst/>
              <a:gdLst/>
              <a:ahLst/>
              <a:cxnLst/>
              <a:rect l="l" t="t" r="r" b="b"/>
              <a:pathLst>
                <a:path w="555" h="1295" extrusionOk="0">
                  <a:moveTo>
                    <a:pt x="315" y="0"/>
                  </a:moveTo>
                  <a:cubicBezTo>
                    <a:pt x="240" y="0"/>
                    <a:pt x="177" y="45"/>
                    <a:pt x="177" y="148"/>
                  </a:cubicBezTo>
                  <a:lnTo>
                    <a:pt x="19" y="1061"/>
                  </a:lnTo>
                  <a:cubicBezTo>
                    <a:pt x="0" y="1195"/>
                    <a:pt x="133" y="1294"/>
                    <a:pt x="254" y="1294"/>
                  </a:cubicBezTo>
                  <a:cubicBezTo>
                    <a:pt x="331" y="1294"/>
                    <a:pt x="404" y="1254"/>
                    <a:pt x="428" y="1155"/>
                  </a:cubicBezTo>
                  <a:lnTo>
                    <a:pt x="554" y="243"/>
                  </a:lnTo>
                  <a:cubicBezTo>
                    <a:pt x="554" y="94"/>
                    <a:pt x="422" y="0"/>
                    <a:pt x="315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8"/>
            <p:cNvSpPr/>
            <p:nvPr/>
          </p:nvSpPr>
          <p:spPr>
            <a:xfrm>
              <a:off x="3017000" y="3394400"/>
              <a:ext cx="28125" cy="68725"/>
            </a:xfrm>
            <a:custGeom>
              <a:avLst/>
              <a:gdLst/>
              <a:ahLst/>
              <a:cxnLst/>
              <a:rect l="l" t="t" r="r" b="b"/>
              <a:pathLst>
                <a:path w="1125" h="2749" extrusionOk="0">
                  <a:moveTo>
                    <a:pt x="878" y="1"/>
                  </a:moveTo>
                  <a:cubicBezTo>
                    <a:pt x="805" y="1"/>
                    <a:pt x="740" y="41"/>
                    <a:pt x="728" y="140"/>
                  </a:cubicBezTo>
                  <a:cubicBezTo>
                    <a:pt x="602" y="926"/>
                    <a:pt x="382" y="1713"/>
                    <a:pt x="67" y="2437"/>
                  </a:cubicBezTo>
                  <a:cubicBezTo>
                    <a:pt x="0" y="2592"/>
                    <a:pt x="154" y="2748"/>
                    <a:pt x="283" y="2748"/>
                  </a:cubicBezTo>
                  <a:cubicBezTo>
                    <a:pt x="336" y="2748"/>
                    <a:pt x="385" y="2721"/>
                    <a:pt x="413" y="2657"/>
                  </a:cubicBezTo>
                  <a:cubicBezTo>
                    <a:pt x="759" y="1870"/>
                    <a:pt x="979" y="1052"/>
                    <a:pt x="1105" y="234"/>
                  </a:cubicBezTo>
                  <a:cubicBezTo>
                    <a:pt x="1124" y="100"/>
                    <a:pt x="992" y="1"/>
                    <a:pt x="878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8"/>
            <p:cNvSpPr/>
            <p:nvPr/>
          </p:nvSpPr>
          <p:spPr>
            <a:xfrm>
              <a:off x="3067425" y="3144800"/>
              <a:ext cx="10250" cy="114675"/>
            </a:xfrm>
            <a:custGeom>
              <a:avLst/>
              <a:gdLst/>
              <a:ahLst/>
              <a:cxnLst/>
              <a:rect l="l" t="t" r="r" b="b"/>
              <a:pathLst>
                <a:path w="410" h="4587" extrusionOk="0">
                  <a:moveTo>
                    <a:pt x="205" y="0"/>
                  </a:moveTo>
                  <a:cubicBezTo>
                    <a:pt x="103" y="0"/>
                    <a:pt x="1" y="71"/>
                    <a:pt x="1" y="213"/>
                  </a:cubicBezTo>
                  <a:lnTo>
                    <a:pt x="1" y="4397"/>
                  </a:lnTo>
                  <a:cubicBezTo>
                    <a:pt x="1" y="4523"/>
                    <a:pt x="103" y="4586"/>
                    <a:pt x="205" y="4586"/>
                  </a:cubicBezTo>
                  <a:cubicBezTo>
                    <a:pt x="307" y="4586"/>
                    <a:pt x="410" y="4523"/>
                    <a:pt x="410" y="4397"/>
                  </a:cubicBezTo>
                  <a:lnTo>
                    <a:pt x="410" y="213"/>
                  </a:lnTo>
                  <a:cubicBezTo>
                    <a:pt x="410" y="71"/>
                    <a:pt x="307" y="0"/>
                    <a:pt x="205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38"/>
            <p:cNvSpPr/>
            <p:nvPr/>
          </p:nvSpPr>
          <p:spPr>
            <a:xfrm>
              <a:off x="3087100" y="3177625"/>
              <a:ext cx="10250" cy="85575"/>
            </a:xfrm>
            <a:custGeom>
              <a:avLst/>
              <a:gdLst/>
              <a:ahLst/>
              <a:cxnLst/>
              <a:rect l="l" t="t" r="r" b="b"/>
              <a:pathLst>
                <a:path w="410" h="3423" extrusionOk="0">
                  <a:moveTo>
                    <a:pt x="205" y="1"/>
                  </a:moveTo>
                  <a:cubicBezTo>
                    <a:pt x="102" y="1"/>
                    <a:pt x="0" y="64"/>
                    <a:pt x="0" y="190"/>
                  </a:cubicBezTo>
                  <a:lnTo>
                    <a:pt x="0" y="3210"/>
                  </a:lnTo>
                  <a:cubicBezTo>
                    <a:pt x="0" y="3352"/>
                    <a:pt x="102" y="3423"/>
                    <a:pt x="205" y="3423"/>
                  </a:cubicBezTo>
                  <a:cubicBezTo>
                    <a:pt x="307" y="3423"/>
                    <a:pt x="409" y="3352"/>
                    <a:pt x="409" y="3210"/>
                  </a:cubicBezTo>
                  <a:lnTo>
                    <a:pt x="409" y="190"/>
                  </a:lnTo>
                  <a:cubicBezTo>
                    <a:pt x="409" y="64"/>
                    <a:pt x="307" y="1"/>
                    <a:pt x="205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38"/>
            <p:cNvSpPr/>
            <p:nvPr/>
          </p:nvSpPr>
          <p:spPr>
            <a:xfrm>
              <a:off x="3089300" y="3145400"/>
              <a:ext cx="55650" cy="88050"/>
            </a:xfrm>
            <a:custGeom>
              <a:avLst/>
              <a:gdLst/>
              <a:ahLst/>
              <a:cxnLst/>
              <a:rect l="l" t="t" r="r" b="b"/>
              <a:pathLst>
                <a:path w="2226" h="3522" extrusionOk="0">
                  <a:moveTo>
                    <a:pt x="246" y="0"/>
                  </a:moveTo>
                  <a:cubicBezTo>
                    <a:pt x="122" y="0"/>
                    <a:pt x="0" y="87"/>
                    <a:pt x="38" y="220"/>
                  </a:cubicBezTo>
                  <a:cubicBezTo>
                    <a:pt x="479" y="1353"/>
                    <a:pt x="1076" y="2423"/>
                    <a:pt x="1769" y="3429"/>
                  </a:cubicBezTo>
                  <a:cubicBezTo>
                    <a:pt x="1815" y="3495"/>
                    <a:pt x="1879" y="3521"/>
                    <a:pt x="1941" y="3521"/>
                  </a:cubicBezTo>
                  <a:cubicBezTo>
                    <a:pt x="2087" y="3521"/>
                    <a:pt x="2225" y="3373"/>
                    <a:pt x="2115" y="3241"/>
                  </a:cubicBezTo>
                  <a:cubicBezTo>
                    <a:pt x="1422" y="2265"/>
                    <a:pt x="888" y="1227"/>
                    <a:pt x="447" y="126"/>
                  </a:cubicBezTo>
                  <a:cubicBezTo>
                    <a:pt x="410" y="38"/>
                    <a:pt x="327" y="0"/>
                    <a:pt x="246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38"/>
            <p:cNvSpPr/>
            <p:nvPr/>
          </p:nvSpPr>
          <p:spPr>
            <a:xfrm>
              <a:off x="3108475" y="3151750"/>
              <a:ext cx="38475" cy="59050"/>
            </a:xfrm>
            <a:custGeom>
              <a:avLst/>
              <a:gdLst/>
              <a:ahLst/>
              <a:cxnLst/>
              <a:rect l="l" t="t" r="r" b="b"/>
              <a:pathLst>
                <a:path w="1539" h="2362" extrusionOk="0">
                  <a:moveTo>
                    <a:pt x="285" y="1"/>
                  </a:moveTo>
                  <a:cubicBezTo>
                    <a:pt x="147" y="1"/>
                    <a:pt x="0" y="156"/>
                    <a:pt x="89" y="312"/>
                  </a:cubicBezTo>
                  <a:cubicBezTo>
                    <a:pt x="435" y="973"/>
                    <a:pt x="781" y="1602"/>
                    <a:pt x="1127" y="2263"/>
                  </a:cubicBezTo>
                  <a:cubicBezTo>
                    <a:pt x="1167" y="2332"/>
                    <a:pt x="1225" y="2361"/>
                    <a:pt x="1284" y="2361"/>
                  </a:cubicBezTo>
                  <a:cubicBezTo>
                    <a:pt x="1411" y="2361"/>
                    <a:pt x="1538" y="2225"/>
                    <a:pt x="1474" y="2074"/>
                  </a:cubicBezTo>
                  <a:lnTo>
                    <a:pt x="435" y="92"/>
                  </a:lnTo>
                  <a:cubicBezTo>
                    <a:pt x="398" y="27"/>
                    <a:pt x="343" y="1"/>
                    <a:pt x="285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38"/>
            <p:cNvSpPr/>
            <p:nvPr/>
          </p:nvSpPr>
          <p:spPr>
            <a:xfrm>
              <a:off x="3147175" y="3236650"/>
              <a:ext cx="43450" cy="39325"/>
            </a:xfrm>
            <a:custGeom>
              <a:avLst/>
              <a:gdLst/>
              <a:ahLst/>
              <a:cxnLst/>
              <a:rect l="l" t="t" r="r" b="b"/>
              <a:pathLst>
                <a:path w="1738" h="1573" extrusionOk="0">
                  <a:moveTo>
                    <a:pt x="289" y="0"/>
                  </a:moveTo>
                  <a:cubicBezTo>
                    <a:pt x="134" y="0"/>
                    <a:pt x="1" y="201"/>
                    <a:pt x="146" y="346"/>
                  </a:cubicBezTo>
                  <a:lnTo>
                    <a:pt x="1341" y="1510"/>
                  </a:lnTo>
                  <a:cubicBezTo>
                    <a:pt x="1378" y="1554"/>
                    <a:pt x="1422" y="1573"/>
                    <a:pt x="1465" y="1573"/>
                  </a:cubicBezTo>
                  <a:cubicBezTo>
                    <a:pt x="1606" y="1573"/>
                    <a:pt x="1738" y="1379"/>
                    <a:pt x="1593" y="1258"/>
                  </a:cubicBezTo>
                  <a:lnTo>
                    <a:pt x="429" y="63"/>
                  </a:lnTo>
                  <a:cubicBezTo>
                    <a:pt x="385" y="19"/>
                    <a:pt x="336" y="0"/>
                    <a:pt x="289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8"/>
            <p:cNvSpPr/>
            <p:nvPr/>
          </p:nvSpPr>
          <p:spPr>
            <a:xfrm>
              <a:off x="3176900" y="3224050"/>
              <a:ext cx="43800" cy="41700"/>
            </a:xfrm>
            <a:custGeom>
              <a:avLst/>
              <a:gdLst/>
              <a:ahLst/>
              <a:cxnLst/>
              <a:rect l="l" t="t" r="r" b="b"/>
              <a:pathLst>
                <a:path w="1752" h="1668" extrusionOk="0">
                  <a:moveTo>
                    <a:pt x="280" y="0"/>
                  </a:moveTo>
                  <a:cubicBezTo>
                    <a:pt x="138" y="0"/>
                    <a:pt x="1" y="194"/>
                    <a:pt x="121" y="315"/>
                  </a:cubicBezTo>
                  <a:lnTo>
                    <a:pt x="1348" y="1605"/>
                  </a:lnTo>
                  <a:cubicBezTo>
                    <a:pt x="1385" y="1649"/>
                    <a:pt x="1428" y="1667"/>
                    <a:pt x="1471" y="1667"/>
                  </a:cubicBezTo>
                  <a:cubicBezTo>
                    <a:pt x="1613" y="1667"/>
                    <a:pt x="1752" y="1467"/>
                    <a:pt x="1631" y="1322"/>
                  </a:cubicBezTo>
                  <a:lnTo>
                    <a:pt x="404" y="63"/>
                  </a:lnTo>
                  <a:cubicBezTo>
                    <a:pt x="367" y="19"/>
                    <a:pt x="323" y="0"/>
                    <a:pt x="280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38"/>
            <p:cNvSpPr/>
            <p:nvPr/>
          </p:nvSpPr>
          <p:spPr>
            <a:xfrm>
              <a:off x="3141575" y="3308900"/>
              <a:ext cx="25575" cy="32475"/>
            </a:xfrm>
            <a:custGeom>
              <a:avLst/>
              <a:gdLst/>
              <a:ahLst/>
              <a:cxnLst/>
              <a:rect l="l" t="t" r="r" b="b"/>
              <a:pathLst>
                <a:path w="1023" h="1299" extrusionOk="0">
                  <a:moveTo>
                    <a:pt x="256" y="1"/>
                  </a:moveTo>
                  <a:cubicBezTo>
                    <a:pt x="121" y="1"/>
                    <a:pt x="0" y="137"/>
                    <a:pt x="87" y="287"/>
                  </a:cubicBezTo>
                  <a:lnTo>
                    <a:pt x="622" y="1200"/>
                  </a:lnTo>
                  <a:cubicBezTo>
                    <a:pt x="661" y="1269"/>
                    <a:pt x="720" y="1298"/>
                    <a:pt x="777" y="1298"/>
                  </a:cubicBezTo>
                  <a:cubicBezTo>
                    <a:pt x="902" y="1298"/>
                    <a:pt x="1022" y="1162"/>
                    <a:pt x="936" y="1011"/>
                  </a:cubicBezTo>
                  <a:lnTo>
                    <a:pt x="433" y="99"/>
                  </a:lnTo>
                  <a:cubicBezTo>
                    <a:pt x="383" y="29"/>
                    <a:pt x="318" y="1"/>
                    <a:pt x="256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38"/>
            <p:cNvSpPr/>
            <p:nvPr/>
          </p:nvSpPr>
          <p:spPr>
            <a:xfrm>
              <a:off x="3147650" y="3384500"/>
              <a:ext cx="13400" cy="10250"/>
            </a:xfrm>
            <a:custGeom>
              <a:avLst/>
              <a:gdLst/>
              <a:ahLst/>
              <a:cxnLst/>
              <a:rect l="l" t="t" r="r" b="b"/>
              <a:pathLst>
                <a:path w="536" h="410" extrusionOk="0">
                  <a:moveTo>
                    <a:pt x="284" y="1"/>
                  </a:moveTo>
                  <a:cubicBezTo>
                    <a:pt x="1" y="1"/>
                    <a:pt x="1" y="410"/>
                    <a:pt x="284" y="410"/>
                  </a:cubicBezTo>
                  <a:cubicBezTo>
                    <a:pt x="536" y="410"/>
                    <a:pt x="536" y="1"/>
                    <a:pt x="284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38"/>
            <p:cNvSpPr/>
            <p:nvPr/>
          </p:nvSpPr>
          <p:spPr>
            <a:xfrm>
              <a:off x="3216400" y="3439600"/>
              <a:ext cx="65675" cy="66050"/>
            </a:xfrm>
            <a:custGeom>
              <a:avLst/>
              <a:gdLst/>
              <a:ahLst/>
              <a:cxnLst/>
              <a:rect l="l" t="t" r="r" b="b"/>
              <a:pathLst>
                <a:path w="2627" h="2642" extrusionOk="0">
                  <a:moveTo>
                    <a:pt x="289" y="0"/>
                  </a:moveTo>
                  <a:cubicBezTo>
                    <a:pt x="134" y="0"/>
                    <a:pt x="1" y="201"/>
                    <a:pt x="146" y="345"/>
                  </a:cubicBezTo>
                  <a:lnTo>
                    <a:pt x="2222" y="2579"/>
                  </a:lnTo>
                  <a:cubicBezTo>
                    <a:pt x="2259" y="2623"/>
                    <a:pt x="2302" y="2642"/>
                    <a:pt x="2345" y="2642"/>
                  </a:cubicBezTo>
                  <a:cubicBezTo>
                    <a:pt x="2487" y="2642"/>
                    <a:pt x="2626" y="2441"/>
                    <a:pt x="2505" y="2296"/>
                  </a:cubicBezTo>
                  <a:lnTo>
                    <a:pt x="429" y="62"/>
                  </a:lnTo>
                  <a:cubicBezTo>
                    <a:pt x="385" y="18"/>
                    <a:pt x="336" y="0"/>
                    <a:pt x="289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38"/>
            <p:cNvSpPr/>
            <p:nvPr/>
          </p:nvSpPr>
          <p:spPr>
            <a:xfrm>
              <a:off x="3219400" y="3473450"/>
              <a:ext cx="39600" cy="45525"/>
            </a:xfrm>
            <a:custGeom>
              <a:avLst/>
              <a:gdLst/>
              <a:ahLst/>
              <a:cxnLst/>
              <a:rect l="l" t="t" r="r" b="b"/>
              <a:pathLst>
                <a:path w="1584" h="1821" extrusionOk="0">
                  <a:moveTo>
                    <a:pt x="268" y="1"/>
                  </a:moveTo>
                  <a:cubicBezTo>
                    <a:pt x="129" y="1"/>
                    <a:pt x="0" y="149"/>
                    <a:pt x="89" y="281"/>
                  </a:cubicBezTo>
                  <a:lnTo>
                    <a:pt x="1127" y="1729"/>
                  </a:lnTo>
                  <a:cubicBezTo>
                    <a:pt x="1174" y="1794"/>
                    <a:pt x="1237" y="1821"/>
                    <a:pt x="1299" y="1821"/>
                  </a:cubicBezTo>
                  <a:cubicBezTo>
                    <a:pt x="1445" y="1821"/>
                    <a:pt x="1583" y="1673"/>
                    <a:pt x="1473" y="1540"/>
                  </a:cubicBezTo>
                  <a:lnTo>
                    <a:pt x="435" y="93"/>
                  </a:lnTo>
                  <a:cubicBezTo>
                    <a:pt x="388" y="27"/>
                    <a:pt x="327" y="1"/>
                    <a:pt x="268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8"/>
            <p:cNvSpPr/>
            <p:nvPr/>
          </p:nvSpPr>
          <p:spPr>
            <a:xfrm>
              <a:off x="3219725" y="3522000"/>
              <a:ext cx="27225" cy="13125"/>
            </a:xfrm>
            <a:custGeom>
              <a:avLst/>
              <a:gdLst/>
              <a:ahLst/>
              <a:cxnLst/>
              <a:rect l="l" t="t" r="r" b="b"/>
              <a:pathLst>
                <a:path w="1089" h="525" extrusionOk="0">
                  <a:moveTo>
                    <a:pt x="272" y="0"/>
                  </a:moveTo>
                  <a:cubicBezTo>
                    <a:pt x="63" y="0"/>
                    <a:pt x="0" y="327"/>
                    <a:pt x="233" y="385"/>
                  </a:cubicBezTo>
                  <a:lnTo>
                    <a:pt x="736" y="510"/>
                  </a:lnTo>
                  <a:cubicBezTo>
                    <a:pt x="765" y="520"/>
                    <a:pt x="792" y="525"/>
                    <a:pt x="817" y="525"/>
                  </a:cubicBezTo>
                  <a:cubicBezTo>
                    <a:pt x="1035" y="525"/>
                    <a:pt x="1088" y="189"/>
                    <a:pt x="862" y="133"/>
                  </a:cubicBezTo>
                  <a:lnTo>
                    <a:pt x="327" y="7"/>
                  </a:lnTo>
                  <a:cubicBezTo>
                    <a:pt x="308" y="2"/>
                    <a:pt x="290" y="0"/>
                    <a:pt x="272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8"/>
            <p:cNvSpPr/>
            <p:nvPr/>
          </p:nvSpPr>
          <p:spPr>
            <a:xfrm>
              <a:off x="3341175" y="3534750"/>
              <a:ext cx="13375" cy="10250"/>
            </a:xfrm>
            <a:custGeom>
              <a:avLst/>
              <a:gdLst/>
              <a:ahLst/>
              <a:cxnLst/>
              <a:rect l="l" t="t" r="r" b="b"/>
              <a:pathLst>
                <a:path w="535" h="410" extrusionOk="0">
                  <a:moveTo>
                    <a:pt x="252" y="0"/>
                  </a:moveTo>
                  <a:cubicBezTo>
                    <a:pt x="0" y="0"/>
                    <a:pt x="0" y="410"/>
                    <a:pt x="252" y="410"/>
                  </a:cubicBezTo>
                  <a:cubicBezTo>
                    <a:pt x="535" y="410"/>
                    <a:pt x="535" y="0"/>
                    <a:pt x="252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38"/>
            <p:cNvSpPr/>
            <p:nvPr/>
          </p:nvSpPr>
          <p:spPr>
            <a:xfrm>
              <a:off x="3688700" y="3240000"/>
              <a:ext cx="32550" cy="91600"/>
            </a:xfrm>
            <a:custGeom>
              <a:avLst/>
              <a:gdLst/>
              <a:ahLst/>
              <a:cxnLst/>
              <a:rect l="l" t="t" r="r" b="b"/>
              <a:pathLst>
                <a:path w="1302" h="3664" extrusionOk="0">
                  <a:moveTo>
                    <a:pt x="1071" y="1"/>
                  </a:moveTo>
                  <a:cubicBezTo>
                    <a:pt x="991" y="1"/>
                    <a:pt x="913" y="46"/>
                    <a:pt x="887" y="149"/>
                  </a:cubicBezTo>
                  <a:cubicBezTo>
                    <a:pt x="604" y="1250"/>
                    <a:pt x="321" y="2320"/>
                    <a:pt x="38" y="3421"/>
                  </a:cubicBezTo>
                  <a:cubicBezTo>
                    <a:pt x="0" y="3570"/>
                    <a:pt x="117" y="3664"/>
                    <a:pt x="231" y="3664"/>
                  </a:cubicBezTo>
                  <a:cubicBezTo>
                    <a:pt x="311" y="3664"/>
                    <a:pt x="389" y="3618"/>
                    <a:pt x="415" y="3515"/>
                  </a:cubicBezTo>
                  <a:cubicBezTo>
                    <a:pt x="698" y="2446"/>
                    <a:pt x="981" y="1344"/>
                    <a:pt x="1265" y="243"/>
                  </a:cubicBezTo>
                  <a:cubicBezTo>
                    <a:pt x="1302" y="95"/>
                    <a:pt x="1185" y="1"/>
                    <a:pt x="1071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38"/>
            <p:cNvSpPr/>
            <p:nvPr/>
          </p:nvSpPr>
          <p:spPr>
            <a:xfrm>
              <a:off x="3709125" y="3286250"/>
              <a:ext cx="25550" cy="45525"/>
            </a:xfrm>
            <a:custGeom>
              <a:avLst/>
              <a:gdLst/>
              <a:ahLst/>
              <a:cxnLst/>
              <a:rect l="l" t="t" r="r" b="b"/>
              <a:pathLst>
                <a:path w="1022" h="1821" extrusionOk="0">
                  <a:moveTo>
                    <a:pt x="769" y="0"/>
                  </a:moveTo>
                  <a:cubicBezTo>
                    <a:pt x="689" y="0"/>
                    <a:pt x="610" y="38"/>
                    <a:pt x="573" y="124"/>
                  </a:cubicBezTo>
                  <a:cubicBezTo>
                    <a:pt x="416" y="627"/>
                    <a:pt x="227" y="1099"/>
                    <a:pt x="39" y="1571"/>
                  </a:cubicBezTo>
                  <a:cubicBezTo>
                    <a:pt x="0" y="1725"/>
                    <a:pt x="127" y="1820"/>
                    <a:pt x="252" y="1820"/>
                  </a:cubicBezTo>
                  <a:cubicBezTo>
                    <a:pt x="332" y="1820"/>
                    <a:pt x="411" y="1782"/>
                    <a:pt x="448" y="1697"/>
                  </a:cubicBezTo>
                  <a:lnTo>
                    <a:pt x="983" y="250"/>
                  </a:lnTo>
                  <a:cubicBezTo>
                    <a:pt x="1021" y="95"/>
                    <a:pt x="894" y="0"/>
                    <a:pt x="769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38"/>
            <p:cNvSpPr/>
            <p:nvPr/>
          </p:nvSpPr>
          <p:spPr>
            <a:xfrm>
              <a:off x="3731325" y="3312150"/>
              <a:ext cx="12600" cy="10250"/>
            </a:xfrm>
            <a:custGeom>
              <a:avLst/>
              <a:gdLst/>
              <a:ahLst/>
              <a:cxnLst/>
              <a:rect l="l" t="t" r="r" b="b"/>
              <a:pathLst>
                <a:path w="504" h="410" extrusionOk="0">
                  <a:moveTo>
                    <a:pt x="252" y="0"/>
                  </a:moveTo>
                  <a:cubicBezTo>
                    <a:pt x="0" y="0"/>
                    <a:pt x="0" y="409"/>
                    <a:pt x="252" y="409"/>
                  </a:cubicBezTo>
                  <a:cubicBezTo>
                    <a:pt x="504" y="409"/>
                    <a:pt x="504" y="0"/>
                    <a:pt x="252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8"/>
            <p:cNvSpPr/>
            <p:nvPr/>
          </p:nvSpPr>
          <p:spPr>
            <a:xfrm>
              <a:off x="3745325" y="3236850"/>
              <a:ext cx="41700" cy="55975"/>
            </a:xfrm>
            <a:custGeom>
              <a:avLst/>
              <a:gdLst/>
              <a:ahLst/>
              <a:cxnLst/>
              <a:rect l="l" t="t" r="r" b="b"/>
              <a:pathLst>
                <a:path w="1668" h="2239" extrusionOk="0">
                  <a:moveTo>
                    <a:pt x="232" y="1"/>
                  </a:moveTo>
                  <a:cubicBezTo>
                    <a:pt x="117" y="1"/>
                    <a:pt x="1" y="95"/>
                    <a:pt x="38" y="243"/>
                  </a:cubicBezTo>
                  <a:cubicBezTo>
                    <a:pt x="258" y="967"/>
                    <a:pt x="699" y="1628"/>
                    <a:pt x="1234" y="2163"/>
                  </a:cubicBezTo>
                  <a:cubicBezTo>
                    <a:pt x="1287" y="2217"/>
                    <a:pt x="1343" y="2238"/>
                    <a:pt x="1394" y="2238"/>
                  </a:cubicBezTo>
                  <a:cubicBezTo>
                    <a:pt x="1552" y="2238"/>
                    <a:pt x="1667" y="2030"/>
                    <a:pt x="1548" y="1911"/>
                  </a:cubicBezTo>
                  <a:cubicBezTo>
                    <a:pt x="1013" y="1408"/>
                    <a:pt x="636" y="810"/>
                    <a:pt x="416" y="149"/>
                  </a:cubicBezTo>
                  <a:cubicBezTo>
                    <a:pt x="390" y="46"/>
                    <a:pt x="311" y="1"/>
                    <a:pt x="232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38"/>
            <p:cNvSpPr/>
            <p:nvPr/>
          </p:nvSpPr>
          <p:spPr>
            <a:xfrm>
              <a:off x="3757425" y="3217025"/>
              <a:ext cx="26950" cy="29150"/>
            </a:xfrm>
            <a:custGeom>
              <a:avLst/>
              <a:gdLst/>
              <a:ahLst/>
              <a:cxnLst/>
              <a:rect l="l" t="t" r="r" b="b"/>
              <a:pathLst>
                <a:path w="1078" h="1166" extrusionOk="0">
                  <a:moveTo>
                    <a:pt x="282" y="0"/>
                  </a:moveTo>
                  <a:cubicBezTo>
                    <a:pt x="145" y="0"/>
                    <a:pt x="0" y="149"/>
                    <a:pt x="89" y="281"/>
                  </a:cubicBezTo>
                  <a:lnTo>
                    <a:pt x="624" y="1068"/>
                  </a:lnTo>
                  <a:cubicBezTo>
                    <a:pt x="673" y="1137"/>
                    <a:pt x="742" y="1166"/>
                    <a:pt x="807" y="1166"/>
                  </a:cubicBezTo>
                  <a:cubicBezTo>
                    <a:pt x="949" y="1166"/>
                    <a:pt x="1078" y="1030"/>
                    <a:pt x="970" y="879"/>
                  </a:cubicBezTo>
                  <a:lnTo>
                    <a:pt x="435" y="92"/>
                  </a:lnTo>
                  <a:cubicBezTo>
                    <a:pt x="397" y="27"/>
                    <a:pt x="341" y="0"/>
                    <a:pt x="282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38"/>
            <p:cNvSpPr/>
            <p:nvPr/>
          </p:nvSpPr>
          <p:spPr>
            <a:xfrm>
              <a:off x="3784650" y="3345200"/>
              <a:ext cx="57550" cy="72575"/>
            </a:xfrm>
            <a:custGeom>
              <a:avLst/>
              <a:gdLst/>
              <a:ahLst/>
              <a:cxnLst/>
              <a:rect l="l" t="t" r="r" b="b"/>
              <a:pathLst>
                <a:path w="2302" h="2903" extrusionOk="0">
                  <a:moveTo>
                    <a:pt x="239" y="0"/>
                  </a:moveTo>
                  <a:cubicBezTo>
                    <a:pt x="122" y="0"/>
                    <a:pt x="0" y="87"/>
                    <a:pt x="38" y="220"/>
                  </a:cubicBezTo>
                  <a:cubicBezTo>
                    <a:pt x="384" y="1290"/>
                    <a:pt x="1045" y="2202"/>
                    <a:pt x="1926" y="2863"/>
                  </a:cubicBezTo>
                  <a:cubicBezTo>
                    <a:pt x="1965" y="2891"/>
                    <a:pt x="2003" y="2903"/>
                    <a:pt x="2039" y="2903"/>
                  </a:cubicBezTo>
                  <a:cubicBezTo>
                    <a:pt x="2201" y="2903"/>
                    <a:pt x="2301" y="2646"/>
                    <a:pt x="2146" y="2517"/>
                  </a:cubicBezTo>
                  <a:cubicBezTo>
                    <a:pt x="1328" y="1919"/>
                    <a:pt x="730" y="1069"/>
                    <a:pt x="416" y="126"/>
                  </a:cubicBezTo>
                  <a:cubicBezTo>
                    <a:pt x="391" y="38"/>
                    <a:pt x="316" y="0"/>
                    <a:pt x="239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38"/>
            <p:cNvSpPr/>
            <p:nvPr/>
          </p:nvSpPr>
          <p:spPr>
            <a:xfrm>
              <a:off x="3816275" y="3345175"/>
              <a:ext cx="13400" cy="10250"/>
            </a:xfrm>
            <a:custGeom>
              <a:avLst/>
              <a:gdLst/>
              <a:ahLst/>
              <a:cxnLst/>
              <a:rect l="l" t="t" r="r" b="b"/>
              <a:pathLst>
                <a:path w="536" h="410" extrusionOk="0">
                  <a:moveTo>
                    <a:pt x="283" y="1"/>
                  </a:moveTo>
                  <a:cubicBezTo>
                    <a:pt x="0" y="1"/>
                    <a:pt x="0" y="410"/>
                    <a:pt x="283" y="410"/>
                  </a:cubicBezTo>
                  <a:cubicBezTo>
                    <a:pt x="535" y="410"/>
                    <a:pt x="535" y="1"/>
                    <a:pt x="283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8"/>
            <p:cNvSpPr/>
            <p:nvPr/>
          </p:nvSpPr>
          <p:spPr>
            <a:xfrm>
              <a:off x="3843000" y="3351475"/>
              <a:ext cx="12625" cy="10250"/>
            </a:xfrm>
            <a:custGeom>
              <a:avLst/>
              <a:gdLst/>
              <a:ahLst/>
              <a:cxnLst/>
              <a:rect l="l" t="t" r="r" b="b"/>
              <a:pathLst>
                <a:path w="505" h="410" extrusionOk="0">
                  <a:moveTo>
                    <a:pt x="253" y="0"/>
                  </a:moveTo>
                  <a:cubicBezTo>
                    <a:pt x="1" y="0"/>
                    <a:pt x="1" y="409"/>
                    <a:pt x="253" y="409"/>
                  </a:cubicBezTo>
                  <a:cubicBezTo>
                    <a:pt x="504" y="409"/>
                    <a:pt x="504" y="0"/>
                    <a:pt x="253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38"/>
            <p:cNvSpPr/>
            <p:nvPr/>
          </p:nvSpPr>
          <p:spPr>
            <a:xfrm>
              <a:off x="3639225" y="3387550"/>
              <a:ext cx="25825" cy="39525"/>
            </a:xfrm>
            <a:custGeom>
              <a:avLst/>
              <a:gdLst/>
              <a:ahLst/>
              <a:cxnLst/>
              <a:rect l="l" t="t" r="r" b="b"/>
              <a:pathLst>
                <a:path w="1033" h="1581" extrusionOk="0">
                  <a:moveTo>
                    <a:pt x="764" y="1"/>
                  </a:moveTo>
                  <a:cubicBezTo>
                    <a:pt x="702" y="1"/>
                    <a:pt x="640" y="30"/>
                    <a:pt x="601" y="99"/>
                  </a:cubicBezTo>
                  <a:lnTo>
                    <a:pt x="66" y="1263"/>
                  </a:lnTo>
                  <a:cubicBezTo>
                    <a:pt x="1" y="1437"/>
                    <a:pt x="145" y="1581"/>
                    <a:pt x="272" y="1581"/>
                  </a:cubicBezTo>
                  <a:cubicBezTo>
                    <a:pt x="329" y="1581"/>
                    <a:pt x="383" y="1552"/>
                    <a:pt x="412" y="1484"/>
                  </a:cubicBezTo>
                  <a:cubicBezTo>
                    <a:pt x="601" y="1074"/>
                    <a:pt x="758" y="697"/>
                    <a:pt x="947" y="288"/>
                  </a:cubicBezTo>
                  <a:cubicBezTo>
                    <a:pt x="1033" y="137"/>
                    <a:pt x="898" y="1"/>
                    <a:pt x="764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38"/>
            <p:cNvSpPr/>
            <p:nvPr/>
          </p:nvSpPr>
          <p:spPr>
            <a:xfrm>
              <a:off x="3661675" y="3404225"/>
              <a:ext cx="30750" cy="31825"/>
            </a:xfrm>
            <a:custGeom>
              <a:avLst/>
              <a:gdLst/>
              <a:ahLst/>
              <a:cxnLst/>
              <a:rect l="l" t="t" r="r" b="b"/>
              <a:pathLst>
                <a:path w="1230" h="1273" extrusionOk="0">
                  <a:moveTo>
                    <a:pt x="945" y="1"/>
                  </a:moveTo>
                  <a:cubicBezTo>
                    <a:pt x="883" y="1"/>
                    <a:pt x="819" y="27"/>
                    <a:pt x="772" y="93"/>
                  </a:cubicBezTo>
                  <a:cubicBezTo>
                    <a:pt x="552" y="376"/>
                    <a:pt x="332" y="691"/>
                    <a:pt x="112" y="1005"/>
                  </a:cubicBezTo>
                  <a:cubicBezTo>
                    <a:pt x="0" y="1139"/>
                    <a:pt x="141" y="1272"/>
                    <a:pt x="288" y="1272"/>
                  </a:cubicBezTo>
                  <a:cubicBezTo>
                    <a:pt x="349" y="1272"/>
                    <a:pt x="412" y="1249"/>
                    <a:pt x="458" y="1194"/>
                  </a:cubicBezTo>
                  <a:lnTo>
                    <a:pt x="1119" y="282"/>
                  </a:lnTo>
                  <a:cubicBezTo>
                    <a:pt x="1229" y="149"/>
                    <a:pt x="1091" y="1"/>
                    <a:pt x="945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38"/>
            <p:cNvSpPr/>
            <p:nvPr/>
          </p:nvSpPr>
          <p:spPr>
            <a:xfrm>
              <a:off x="4013275" y="3364750"/>
              <a:ext cx="45875" cy="55550"/>
            </a:xfrm>
            <a:custGeom>
              <a:avLst/>
              <a:gdLst/>
              <a:ahLst/>
              <a:cxnLst/>
              <a:rect l="l" t="t" r="r" b="b"/>
              <a:pathLst>
                <a:path w="1835" h="2222" extrusionOk="0">
                  <a:moveTo>
                    <a:pt x="1565" y="0"/>
                  </a:moveTo>
                  <a:cubicBezTo>
                    <a:pt x="1503" y="0"/>
                    <a:pt x="1442" y="29"/>
                    <a:pt x="1402" y="99"/>
                  </a:cubicBezTo>
                  <a:lnTo>
                    <a:pt x="112" y="1955"/>
                  </a:lnTo>
                  <a:cubicBezTo>
                    <a:pt x="1" y="2089"/>
                    <a:pt x="141" y="2222"/>
                    <a:pt x="289" y="2222"/>
                  </a:cubicBezTo>
                  <a:cubicBezTo>
                    <a:pt x="350" y="2222"/>
                    <a:pt x="412" y="2199"/>
                    <a:pt x="458" y="2144"/>
                  </a:cubicBezTo>
                  <a:lnTo>
                    <a:pt x="1748" y="287"/>
                  </a:lnTo>
                  <a:cubicBezTo>
                    <a:pt x="1834" y="137"/>
                    <a:pt x="1699" y="0"/>
                    <a:pt x="1565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8"/>
            <p:cNvSpPr/>
            <p:nvPr/>
          </p:nvSpPr>
          <p:spPr>
            <a:xfrm>
              <a:off x="4069525" y="3305400"/>
              <a:ext cx="21325" cy="33175"/>
            </a:xfrm>
            <a:custGeom>
              <a:avLst/>
              <a:gdLst/>
              <a:ahLst/>
              <a:cxnLst/>
              <a:rect l="l" t="t" r="r" b="b"/>
              <a:pathLst>
                <a:path w="853" h="1327" extrusionOk="0">
                  <a:moveTo>
                    <a:pt x="610" y="1"/>
                  </a:moveTo>
                  <a:cubicBezTo>
                    <a:pt x="555" y="1"/>
                    <a:pt x="503" y="33"/>
                    <a:pt x="474" y="113"/>
                  </a:cubicBezTo>
                  <a:cubicBezTo>
                    <a:pt x="316" y="427"/>
                    <a:pt x="190" y="711"/>
                    <a:pt x="65" y="1025"/>
                  </a:cubicBezTo>
                  <a:cubicBezTo>
                    <a:pt x="0" y="1176"/>
                    <a:pt x="141" y="1326"/>
                    <a:pt x="267" y="1326"/>
                  </a:cubicBezTo>
                  <a:cubicBezTo>
                    <a:pt x="326" y="1326"/>
                    <a:pt x="381" y="1294"/>
                    <a:pt x="411" y="1214"/>
                  </a:cubicBezTo>
                  <a:lnTo>
                    <a:pt x="788" y="302"/>
                  </a:lnTo>
                  <a:cubicBezTo>
                    <a:pt x="853" y="151"/>
                    <a:pt x="726" y="1"/>
                    <a:pt x="610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38"/>
            <p:cNvSpPr/>
            <p:nvPr/>
          </p:nvSpPr>
          <p:spPr>
            <a:xfrm>
              <a:off x="4043250" y="3331700"/>
              <a:ext cx="58125" cy="72600"/>
            </a:xfrm>
            <a:custGeom>
              <a:avLst/>
              <a:gdLst/>
              <a:ahLst/>
              <a:cxnLst/>
              <a:rect l="l" t="t" r="r" b="b"/>
              <a:pathLst>
                <a:path w="2325" h="2904" extrusionOk="0">
                  <a:moveTo>
                    <a:pt x="2054" y="1"/>
                  </a:moveTo>
                  <a:cubicBezTo>
                    <a:pt x="1988" y="1"/>
                    <a:pt x="1920" y="30"/>
                    <a:pt x="1871" y="99"/>
                  </a:cubicBezTo>
                  <a:lnTo>
                    <a:pt x="109" y="2616"/>
                  </a:lnTo>
                  <a:cubicBezTo>
                    <a:pt x="1" y="2767"/>
                    <a:pt x="129" y="2903"/>
                    <a:pt x="272" y="2903"/>
                  </a:cubicBezTo>
                  <a:cubicBezTo>
                    <a:pt x="337" y="2903"/>
                    <a:pt x="405" y="2874"/>
                    <a:pt x="455" y="2805"/>
                  </a:cubicBezTo>
                  <a:cubicBezTo>
                    <a:pt x="1021" y="1987"/>
                    <a:pt x="1619" y="1137"/>
                    <a:pt x="2217" y="288"/>
                  </a:cubicBezTo>
                  <a:cubicBezTo>
                    <a:pt x="2324" y="137"/>
                    <a:pt x="2196" y="1"/>
                    <a:pt x="2054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38"/>
            <p:cNvSpPr/>
            <p:nvPr/>
          </p:nvSpPr>
          <p:spPr>
            <a:xfrm>
              <a:off x="4068950" y="3341275"/>
              <a:ext cx="48475" cy="66150"/>
            </a:xfrm>
            <a:custGeom>
              <a:avLst/>
              <a:gdLst/>
              <a:ahLst/>
              <a:cxnLst/>
              <a:rect l="l" t="t" r="r" b="b"/>
              <a:pathLst>
                <a:path w="1939" h="2646" extrusionOk="0">
                  <a:moveTo>
                    <a:pt x="1685" y="0"/>
                  </a:moveTo>
                  <a:cubicBezTo>
                    <a:pt x="1645" y="0"/>
                    <a:pt x="1603" y="18"/>
                    <a:pt x="1566" y="62"/>
                  </a:cubicBezTo>
                  <a:cubicBezTo>
                    <a:pt x="968" y="754"/>
                    <a:pt x="497" y="1541"/>
                    <a:pt x="88" y="2328"/>
                  </a:cubicBezTo>
                  <a:cubicBezTo>
                    <a:pt x="1" y="2501"/>
                    <a:pt x="139" y="2645"/>
                    <a:pt x="274" y="2645"/>
                  </a:cubicBezTo>
                  <a:cubicBezTo>
                    <a:pt x="334" y="2645"/>
                    <a:pt x="395" y="2616"/>
                    <a:pt x="434" y="2548"/>
                  </a:cubicBezTo>
                  <a:cubicBezTo>
                    <a:pt x="811" y="1761"/>
                    <a:pt x="1283" y="1038"/>
                    <a:pt x="1818" y="345"/>
                  </a:cubicBezTo>
                  <a:cubicBezTo>
                    <a:pt x="1939" y="201"/>
                    <a:pt x="1819" y="0"/>
                    <a:pt x="1685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38"/>
            <p:cNvSpPr/>
            <p:nvPr/>
          </p:nvSpPr>
          <p:spPr>
            <a:xfrm>
              <a:off x="4101125" y="3269575"/>
              <a:ext cx="20150" cy="19350"/>
            </a:xfrm>
            <a:custGeom>
              <a:avLst/>
              <a:gdLst/>
              <a:ahLst/>
              <a:cxnLst/>
              <a:rect l="l" t="t" r="r" b="b"/>
              <a:pathLst>
                <a:path w="806" h="774" extrusionOk="0">
                  <a:moveTo>
                    <a:pt x="537" y="0"/>
                  </a:moveTo>
                  <a:cubicBezTo>
                    <a:pt x="475" y="0"/>
                    <a:pt x="413" y="29"/>
                    <a:pt x="374" y="99"/>
                  </a:cubicBezTo>
                  <a:cubicBezTo>
                    <a:pt x="279" y="224"/>
                    <a:pt x="185" y="350"/>
                    <a:pt x="91" y="476"/>
                  </a:cubicBezTo>
                  <a:cubicBezTo>
                    <a:pt x="1" y="633"/>
                    <a:pt x="151" y="774"/>
                    <a:pt x="290" y="774"/>
                  </a:cubicBezTo>
                  <a:cubicBezTo>
                    <a:pt x="346" y="774"/>
                    <a:pt x="400" y="751"/>
                    <a:pt x="437" y="696"/>
                  </a:cubicBezTo>
                  <a:lnTo>
                    <a:pt x="720" y="287"/>
                  </a:lnTo>
                  <a:cubicBezTo>
                    <a:pt x="806" y="136"/>
                    <a:pt x="671" y="0"/>
                    <a:pt x="537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8"/>
            <p:cNvSpPr/>
            <p:nvPr/>
          </p:nvSpPr>
          <p:spPr>
            <a:xfrm>
              <a:off x="4118325" y="3331800"/>
              <a:ext cx="12600" cy="10250"/>
            </a:xfrm>
            <a:custGeom>
              <a:avLst/>
              <a:gdLst/>
              <a:ahLst/>
              <a:cxnLst/>
              <a:rect l="l" t="t" r="r" b="b"/>
              <a:pathLst>
                <a:path w="504" h="410" extrusionOk="0">
                  <a:moveTo>
                    <a:pt x="252" y="1"/>
                  </a:moveTo>
                  <a:cubicBezTo>
                    <a:pt x="0" y="1"/>
                    <a:pt x="0" y="410"/>
                    <a:pt x="252" y="410"/>
                  </a:cubicBezTo>
                  <a:cubicBezTo>
                    <a:pt x="504" y="410"/>
                    <a:pt x="504" y="1"/>
                    <a:pt x="252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38"/>
            <p:cNvSpPr/>
            <p:nvPr/>
          </p:nvSpPr>
          <p:spPr>
            <a:xfrm>
              <a:off x="4375575" y="3424250"/>
              <a:ext cx="120950" cy="86825"/>
            </a:xfrm>
            <a:custGeom>
              <a:avLst/>
              <a:gdLst/>
              <a:ahLst/>
              <a:cxnLst/>
              <a:rect l="l" t="t" r="r" b="b"/>
              <a:pathLst>
                <a:path w="4838" h="3473" extrusionOk="0">
                  <a:moveTo>
                    <a:pt x="4528" y="1"/>
                  </a:moveTo>
                  <a:cubicBezTo>
                    <a:pt x="4486" y="1"/>
                    <a:pt x="4443" y="15"/>
                    <a:pt x="4404" y="47"/>
                  </a:cubicBezTo>
                  <a:cubicBezTo>
                    <a:pt x="3082" y="1180"/>
                    <a:pt x="1667" y="2187"/>
                    <a:pt x="188" y="3099"/>
                  </a:cubicBezTo>
                  <a:cubicBezTo>
                    <a:pt x="1" y="3206"/>
                    <a:pt x="109" y="3472"/>
                    <a:pt x="281" y="3472"/>
                  </a:cubicBezTo>
                  <a:cubicBezTo>
                    <a:pt x="311" y="3472"/>
                    <a:pt x="344" y="3464"/>
                    <a:pt x="377" y="3445"/>
                  </a:cubicBezTo>
                  <a:cubicBezTo>
                    <a:pt x="1887" y="2533"/>
                    <a:pt x="3334" y="1494"/>
                    <a:pt x="4687" y="330"/>
                  </a:cubicBezTo>
                  <a:cubicBezTo>
                    <a:pt x="4837" y="205"/>
                    <a:pt x="4689" y="1"/>
                    <a:pt x="4528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38"/>
            <p:cNvSpPr/>
            <p:nvPr/>
          </p:nvSpPr>
          <p:spPr>
            <a:xfrm>
              <a:off x="4405625" y="3453275"/>
              <a:ext cx="82950" cy="71650"/>
            </a:xfrm>
            <a:custGeom>
              <a:avLst/>
              <a:gdLst/>
              <a:ahLst/>
              <a:cxnLst/>
              <a:rect l="l" t="t" r="r" b="b"/>
              <a:pathLst>
                <a:path w="3318" h="2866" extrusionOk="0">
                  <a:moveTo>
                    <a:pt x="3047" y="1"/>
                  </a:moveTo>
                  <a:cubicBezTo>
                    <a:pt x="3005" y="1"/>
                    <a:pt x="2960" y="15"/>
                    <a:pt x="2919" y="50"/>
                  </a:cubicBezTo>
                  <a:lnTo>
                    <a:pt x="150" y="2536"/>
                  </a:lnTo>
                  <a:cubicBezTo>
                    <a:pt x="0" y="2661"/>
                    <a:pt x="148" y="2865"/>
                    <a:pt x="310" y="2865"/>
                  </a:cubicBezTo>
                  <a:cubicBezTo>
                    <a:pt x="351" y="2865"/>
                    <a:pt x="394" y="2851"/>
                    <a:pt x="433" y="2819"/>
                  </a:cubicBezTo>
                  <a:lnTo>
                    <a:pt x="3170" y="333"/>
                  </a:lnTo>
                  <a:cubicBezTo>
                    <a:pt x="3318" y="186"/>
                    <a:pt x="3197" y="1"/>
                    <a:pt x="3047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38"/>
            <p:cNvSpPr/>
            <p:nvPr/>
          </p:nvSpPr>
          <p:spPr>
            <a:xfrm>
              <a:off x="4439375" y="3476100"/>
              <a:ext cx="52525" cy="56300"/>
            </a:xfrm>
            <a:custGeom>
              <a:avLst/>
              <a:gdLst/>
              <a:ahLst/>
              <a:cxnLst/>
              <a:rect l="l" t="t" r="r" b="b"/>
              <a:pathLst>
                <a:path w="2101" h="2252" extrusionOk="0">
                  <a:moveTo>
                    <a:pt x="1811" y="0"/>
                  </a:moveTo>
                  <a:cubicBezTo>
                    <a:pt x="1770" y="0"/>
                    <a:pt x="1729" y="15"/>
                    <a:pt x="1695" y="50"/>
                  </a:cubicBezTo>
                  <a:lnTo>
                    <a:pt x="121" y="1906"/>
                  </a:lnTo>
                  <a:cubicBezTo>
                    <a:pt x="1" y="2051"/>
                    <a:pt x="139" y="2251"/>
                    <a:pt x="282" y="2251"/>
                  </a:cubicBezTo>
                  <a:cubicBezTo>
                    <a:pt x="325" y="2251"/>
                    <a:pt x="368" y="2233"/>
                    <a:pt x="405" y="2189"/>
                  </a:cubicBezTo>
                  <a:lnTo>
                    <a:pt x="1978" y="333"/>
                  </a:lnTo>
                  <a:cubicBezTo>
                    <a:pt x="2100" y="186"/>
                    <a:pt x="1955" y="0"/>
                    <a:pt x="1811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38"/>
            <p:cNvSpPr/>
            <p:nvPr/>
          </p:nvSpPr>
          <p:spPr>
            <a:xfrm>
              <a:off x="4485075" y="3499250"/>
              <a:ext cx="28975" cy="26300"/>
            </a:xfrm>
            <a:custGeom>
              <a:avLst/>
              <a:gdLst/>
              <a:ahLst/>
              <a:cxnLst/>
              <a:rect l="l" t="t" r="r" b="b"/>
              <a:pathLst>
                <a:path w="1159" h="1052" extrusionOk="0">
                  <a:moveTo>
                    <a:pt x="904" y="1"/>
                  </a:moveTo>
                  <a:cubicBezTo>
                    <a:pt x="846" y="1"/>
                    <a:pt x="787" y="30"/>
                    <a:pt x="748" y="99"/>
                  </a:cubicBezTo>
                  <a:cubicBezTo>
                    <a:pt x="590" y="319"/>
                    <a:pt x="402" y="539"/>
                    <a:pt x="181" y="665"/>
                  </a:cubicBezTo>
                  <a:cubicBezTo>
                    <a:pt x="0" y="795"/>
                    <a:pt x="117" y="1052"/>
                    <a:pt x="269" y="1052"/>
                  </a:cubicBezTo>
                  <a:cubicBezTo>
                    <a:pt x="302" y="1052"/>
                    <a:pt x="336" y="1039"/>
                    <a:pt x="370" y="1011"/>
                  </a:cubicBezTo>
                  <a:cubicBezTo>
                    <a:pt x="653" y="823"/>
                    <a:pt x="905" y="571"/>
                    <a:pt x="1094" y="288"/>
                  </a:cubicBezTo>
                  <a:cubicBezTo>
                    <a:pt x="1158" y="137"/>
                    <a:pt x="1031" y="1"/>
                    <a:pt x="904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38"/>
            <p:cNvSpPr/>
            <p:nvPr/>
          </p:nvSpPr>
          <p:spPr>
            <a:xfrm>
              <a:off x="4494450" y="3338800"/>
              <a:ext cx="83075" cy="107850"/>
            </a:xfrm>
            <a:custGeom>
              <a:avLst/>
              <a:gdLst/>
              <a:ahLst/>
              <a:cxnLst/>
              <a:rect l="l" t="t" r="r" b="b"/>
              <a:pathLst>
                <a:path w="3323" h="4314" extrusionOk="0">
                  <a:moveTo>
                    <a:pt x="3053" y="0"/>
                  </a:moveTo>
                  <a:cubicBezTo>
                    <a:pt x="2991" y="0"/>
                    <a:pt x="2929" y="29"/>
                    <a:pt x="2890" y="98"/>
                  </a:cubicBezTo>
                  <a:cubicBezTo>
                    <a:pt x="2103" y="1483"/>
                    <a:pt x="1191" y="2773"/>
                    <a:pt x="121" y="3968"/>
                  </a:cubicBezTo>
                  <a:cubicBezTo>
                    <a:pt x="0" y="4113"/>
                    <a:pt x="139" y="4314"/>
                    <a:pt x="281" y="4314"/>
                  </a:cubicBezTo>
                  <a:cubicBezTo>
                    <a:pt x="324" y="4314"/>
                    <a:pt x="368" y="4295"/>
                    <a:pt x="404" y="4252"/>
                  </a:cubicBezTo>
                  <a:cubicBezTo>
                    <a:pt x="1474" y="3024"/>
                    <a:pt x="2418" y="1703"/>
                    <a:pt x="3236" y="287"/>
                  </a:cubicBezTo>
                  <a:cubicBezTo>
                    <a:pt x="3322" y="136"/>
                    <a:pt x="3187" y="0"/>
                    <a:pt x="3053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38"/>
            <p:cNvSpPr/>
            <p:nvPr/>
          </p:nvSpPr>
          <p:spPr>
            <a:xfrm>
              <a:off x="4499250" y="3370775"/>
              <a:ext cx="74200" cy="89700"/>
            </a:xfrm>
            <a:custGeom>
              <a:avLst/>
              <a:gdLst/>
              <a:ahLst/>
              <a:cxnLst/>
              <a:rect l="l" t="t" r="r" b="b"/>
              <a:pathLst>
                <a:path w="2968" h="3588" extrusionOk="0">
                  <a:moveTo>
                    <a:pt x="2675" y="0"/>
                  </a:moveTo>
                  <a:cubicBezTo>
                    <a:pt x="2615" y="0"/>
                    <a:pt x="2554" y="24"/>
                    <a:pt x="2509" y="78"/>
                  </a:cubicBezTo>
                  <a:cubicBezTo>
                    <a:pt x="1754" y="1179"/>
                    <a:pt x="967" y="2249"/>
                    <a:pt x="118" y="3224"/>
                  </a:cubicBezTo>
                  <a:cubicBezTo>
                    <a:pt x="1" y="3388"/>
                    <a:pt x="110" y="3587"/>
                    <a:pt x="252" y="3587"/>
                  </a:cubicBezTo>
                  <a:cubicBezTo>
                    <a:pt x="300" y="3587"/>
                    <a:pt x="353" y="3564"/>
                    <a:pt x="401" y="3507"/>
                  </a:cubicBezTo>
                  <a:cubicBezTo>
                    <a:pt x="1250" y="2501"/>
                    <a:pt x="2100" y="1399"/>
                    <a:pt x="2855" y="298"/>
                  </a:cubicBezTo>
                  <a:cubicBezTo>
                    <a:pt x="2967" y="141"/>
                    <a:pt x="2824" y="0"/>
                    <a:pt x="2675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38"/>
            <p:cNvSpPr/>
            <p:nvPr/>
          </p:nvSpPr>
          <p:spPr>
            <a:xfrm>
              <a:off x="4515100" y="3410100"/>
              <a:ext cx="57775" cy="63325"/>
            </a:xfrm>
            <a:custGeom>
              <a:avLst/>
              <a:gdLst/>
              <a:ahLst/>
              <a:cxnLst/>
              <a:rect l="l" t="t" r="r" b="b"/>
              <a:pathLst>
                <a:path w="2311" h="2533" extrusionOk="0">
                  <a:moveTo>
                    <a:pt x="2022" y="1"/>
                  </a:moveTo>
                  <a:cubicBezTo>
                    <a:pt x="1966" y="1"/>
                    <a:pt x="1911" y="24"/>
                    <a:pt x="1875" y="78"/>
                  </a:cubicBezTo>
                  <a:cubicBezTo>
                    <a:pt x="1403" y="865"/>
                    <a:pt x="805" y="1588"/>
                    <a:pt x="144" y="2218"/>
                  </a:cubicBezTo>
                  <a:cubicBezTo>
                    <a:pt x="0" y="2338"/>
                    <a:pt x="132" y="2532"/>
                    <a:pt x="272" y="2532"/>
                  </a:cubicBezTo>
                  <a:cubicBezTo>
                    <a:pt x="315" y="2532"/>
                    <a:pt x="359" y="2514"/>
                    <a:pt x="396" y="2469"/>
                  </a:cubicBezTo>
                  <a:cubicBezTo>
                    <a:pt x="1120" y="1840"/>
                    <a:pt x="1718" y="1116"/>
                    <a:pt x="2221" y="298"/>
                  </a:cubicBezTo>
                  <a:cubicBezTo>
                    <a:pt x="2311" y="142"/>
                    <a:pt x="2161" y="1"/>
                    <a:pt x="2022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8"/>
            <p:cNvSpPr/>
            <p:nvPr/>
          </p:nvSpPr>
          <p:spPr>
            <a:xfrm>
              <a:off x="4540250" y="3426900"/>
              <a:ext cx="69525" cy="78750"/>
            </a:xfrm>
            <a:custGeom>
              <a:avLst/>
              <a:gdLst/>
              <a:ahLst/>
              <a:cxnLst/>
              <a:rect l="l" t="t" r="r" b="b"/>
              <a:pathLst>
                <a:path w="2781" h="3150" extrusionOk="0">
                  <a:moveTo>
                    <a:pt x="2511" y="0"/>
                  </a:moveTo>
                  <a:cubicBezTo>
                    <a:pt x="2449" y="0"/>
                    <a:pt x="2387" y="29"/>
                    <a:pt x="2348" y="98"/>
                  </a:cubicBezTo>
                  <a:cubicBezTo>
                    <a:pt x="1718" y="1074"/>
                    <a:pt x="963" y="1986"/>
                    <a:pt x="145" y="2804"/>
                  </a:cubicBezTo>
                  <a:cubicBezTo>
                    <a:pt x="0" y="2949"/>
                    <a:pt x="134" y="3150"/>
                    <a:pt x="289" y="3150"/>
                  </a:cubicBezTo>
                  <a:cubicBezTo>
                    <a:pt x="336" y="3150"/>
                    <a:pt x="385" y="3131"/>
                    <a:pt x="428" y="3087"/>
                  </a:cubicBezTo>
                  <a:cubicBezTo>
                    <a:pt x="1278" y="2238"/>
                    <a:pt x="2033" y="1294"/>
                    <a:pt x="2694" y="287"/>
                  </a:cubicBezTo>
                  <a:cubicBezTo>
                    <a:pt x="2780" y="136"/>
                    <a:pt x="2645" y="0"/>
                    <a:pt x="2511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8"/>
            <p:cNvSpPr/>
            <p:nvPr/>
          </p:nvSpPr>
          <p:spPr>
            <a:xfrm>
              <a:off x="4562800" y="3149575"/>
              <a:ext cx="148925" cy="165175"/>
            </a:xfrm>
            <a:custGeom>
              <a:avLst/>
              <a:gdLst/>
              <a:ahLst/>
              <a:cxnLst/>
              <a:rect l="l" t="t" r="r" b="b"/>
              <a:pathLst>
                <a:path w="5957" h="6607" extrusionOk="0">
                  <a:moveTo>
                    <a:pt x="5716" y="0"/>
                  </a:moveTo>
                  <a:cubicBezTo>
                    <a:pt x="5662" y="0"/>
                    <a:pt x="5607" y="25"/>
                    <a:pt x="5568" y="85"/>
                  </a:cubicBezTo>
                  <a:cubicBezTo>
                    <a:pt x="4215" y="2476"/>
                    <a:pt x="2358" y="4584"/>
                    <a:pt x="156" y="6220"/>
                  </a:cubicBezTo>
                  <a:cubicBezTo>
                    <a:pt x="1" y="6349"/>
                    <a:pt x="100" y="6606"/>
                    <a:pt x="263" y="6606"/>
                  </a:cubicBezTo>
                  <a:cubicBezTo>
                    <a:pt x="299" y="6606"/>
                    <a:pt x="337" y="6594"/>
                    <a:pt x="376" y="6566"/>
                  </a:cubicBezTo>
                  <a:cubicBezTo>
                    <a:pt x="2641" y="4867"/>
                    <a:pt x="4529" y="2727"/>
                    <a:pt x="5914" y="273"/>
                  </a:cubicBezTo>
                  <a:cubicBezTo>
                    <a:pt x="5957" y="122"/>
                    <a:pt x="5837" y="0"/>
                    <a:pt x="5716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8"/>
            <p:cNvSpPr/>
            <p:nvPr/>
          </p:nvSpPr>
          <p:spPr>
            <a:xfrm>
              <a:off x="4596100" y="3171350"/>
              <a:ext cx="121500" cy="134500"/>
            </a:xfrm>
            <a:custGeom>
              <a:avLst/>
              <a:gdLst/>
              <a:ahLst/>
              <a:cxnLst/>
              <a:rect l="l" t="t" r="r" b="b"/>
              <a:pathLst>
                <a:path w="4860" h="5380" extrusionOk="0">
                  <a:moveTo>
                    <a:pt x="4606" y="1"/>
                  </a:moveTo>
                  <a:cubicBezTo>
                    <a:pt x="4565" y="1"/>
                    <a:pt x="4524" y="19"/>
                    <a:pt x="4487" y="63"/>
                  </a:cubicBezTo>
                  <a:cubicBezTo>
                    <a:pt x="3103" y="1794"/>
                    <a:pt x="1655" y="3430"/>
                    <a:pt x="145" y="5034"/>
                  </a:cubicBezTo>
                  <a:cubicBezTo>
                    <a:pt x="0" y="5179"/>
                    <a:pt x="133" y="5380"/>
                    <a:pt x="289" y="5380"/>
                  </a:cubicBezTo>
                  <a:cubicBezTo>
                    <a:pt x="336" y="5380"/>
                    <a:pt x="385" y="5361"/>
                    <a:pt x="428" y="5318"/>
                  </a:cubicBezTo>
                  <a:cubicBezTo>
                    <a:pt x="1939" y="3713"/>
                    <a:pt x="3386" y="2077"/>
                    <a:pt x="4739" y="346"/>
                  </a:cubicBezTo>
                  <a:cubicBezTo>
                    <a:pt x="4860" y="201"/>
                    <a:pt x="4739" y="1"/>
                    <a:pt x="4606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8"/>
            <p:cNvSpPr/>
            <p:nvPr/>
          </p:nvSpPr>
          <p:spPr>
            <a:xfrm>
              <a:off x="4622650" y="3207875"/>
              <a:ext cx="92500" cy="101125"/>
            </a:xfrm>
            <a:custGeom>
              <a:avLst/>
              <a:gdLst/>
              <a:ahLst/>
              <a:cxnLst/>
              <a:rect l="l" t="t" r="r" b="b"/>
              <a:pathLst>
                <a:path w="3700" h="4045" extrusionOk="0">
                  <a:moveTo>
                    <a:pt x="3450" y="1"/>
                  </a:moveTo>
                  <a:cubicBezTo>
                    <a:pt x="3401" y="1"/>
                    <a:pt x="3348" y="24"/>
                    <a:pt x="3299" y="81"/>
                  </a:cubicBezTo>
                  <a:cubicBezTo>
                    <a:pt x="2261" y="1276"/>
                    <a:pt x="1191" y="2504"/>
                    <a:pt x="122" y="3699"/>
                  </a:cubicBezTo>
                  <a:cubicBezTo>
                    <a:pt x="1" y="3844"/>
                    <a:pt x="140" y="4045"/>
                    <a:pt x="282" y="4045"/>
                  </a:cubicBezTo>
                  <a:cubicBezTo>
                    <a:pt x="325" y="4045"/>
                    <a:pt x="368" y="4026"/>
                    <a:pt x="405" y="3982"/>
                  </a:cubicBezTo>
                  <a:lnTo>
                    <a:pt x="3583" y="333"/>
                  </a:lnTo>
                  <a:cubicBezTo>
                    <a:pt x="3699" y="193"/>
                    <a:pt x="3591" y="1"/>
                    <a:pt x="3450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8"/>
            <p:cNvSpPr/>
            <p:nvPr/>
          </p:nvSpPr>
          <p:spPr>
            <a:xfrm>
              <a:off x="4665125" y="3250050"/>
              <a:ext cx="43025" cy="55400"/>
            </a:xfrm>
            <a:custGeom>
              <a:avLst/>
              <a:gdLst/>
              <a:ahLst/>
              <a:cxnLst/>
              <a:rect l="l" t="t" r="r" b="b"/>
              <a:pathLst>
                <a:path w="1721" h="2216" extrusionOk="0">
                  <a:moveTo>
                    <a:pt x="1438" y="1"/>
                  </a:moveTo>
                  <a:cubicBezTo>
                    <a:pt x="1380" y="1"/>
                    <a:pt x="1323" y="27"/>
                    <a:pt x="1286" y="93"/>
                  </a:cubicBezTo>
                  <a:lnTo>
                    <a:pt x="90" y="1918"/>
                  </a:lnTo>
                  <a:cubicBezTo>
                    <a:pt x="1" y="2075"/>
                    <a:pt x="150" y="2216"/>
                    <a:pt x="289" y="2216"/>
                  </a:cubicBezTo>
                  <a:cubicBezTo>
                    <a:pt x="345" y="2216"/>
                    <a:pt x="400" y="2192"/>
                    <a:pt x="436" y="2138"/>
                  </a:cubicBezTo>
                  <a:cubicBezTo>
                    <a:pt x="845" y="1509"/>
                    <a:pt x="1223" y="911"/>
                    <a:pt x="1632" y="282"/>
                  </a:cubicBezTo>
                  <a:cubicBezTo>
                    <a:pt x="1720" y="149"/>
                    <a:pt x="1576" y="1"/>
                    <a:pt x="1438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38"/>
            <p:cNvSpPr/>
            <p:nvPr/>
          </p:nvSpPr>
          <p:spPr>
            <a:xfrm>
              <a:off x="4702100" y="3063500"/>
              <a:ext cx="59500" cy="95200"/>
            </a:xfrm>
            <a:custGeom>
              <a:avLst/>
              <a:gdLst/>
              <a:ahLst/>
              <a:cxnLst/>
              <a:rect l="l" t="t" r="r" b="b"/>
              <a:pathLst>
                <a:path w="2380" h="3808" extrusionOk="0">
                  <a:moveTo>
                    <a:pt x="2106" y="1"/>
                  </a:moveTo>
                  <a:cubicBezTo>
                    <a:pt x="2045" y="1"/>
                    <a:pt x="1985" y="30"/>
                    <a:pt x="1946" y="98"/>
                  </a:cubicBezTo>
                  <a:lnTo>
                    <a:pt x="90" y="3496"/>
                  </a:lnTo>
                  <a:cubicBezTo>
                    <a:pt x="1" y="3652"/>
                    <a:pt x="148" y="3808"/>
                    <a:pt x="286" y="3808"/>
                  </a:cubicBezTo>
                  <a:cubicBezTo>
                    <a:pt x="343" y="3808"/>
                    <a:pt x="399" y="3781"/>
                    <a:pt x="436" y="3716"/>
                  </a:cubicBezTo>
                  <a:lnTo>
                    <a:pt x="2292" y="318"/>
                  </a:lnTo>
                  <a:cubicBezTo>
                    <a:pt x="2379" y="144"/>
                    <a:pt x="2241" y="1"/>
                    <a:pt x="2106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38"/>
            <p:cNvSpPr/>
            <p:nvPr/>
          </p:nvSpPr>
          <p:spPr>
            <a:xfrm>
              <a:off x="4711625" y="3129125"/>
              <a:ext cx="35250" cy="48625"/>
            </a:xfrm>
            <a:custGeom>
              <a:avLst/>
              <a:gdLst/>
              <a:ahLst/>
              <a:cxnLst/>
              <a:rect l="l" t="t" r="r" b="b"/>
              <a:pathLst>
                <a:path w="1410" h="1945" extrusionOk="0">
                  <a:moveTo>
                    <a:pt x="1168" y="0"/>
                  </a:moveTo>
                  <a:cubicBezTo>
                    <a:pt x="1110" y="0"/>
                    <a:pt x="1048" y="25"/>
                    <a:pt x="999" y="84"/>
                  </a:cubicBezTo>
                  <a:cubicBezTo>
                    <a:pt x="716" y="619"/>
                    <a:pt x="401" y="1123"/>
                    <a:pt x="86" y="1658"/>
                  </a:cubicBezTo>
                  <a:cubicBezTo>
                    <a:pt x="0" y="1809"/>
                    <a:pt x="121" y="1945"/>
                    <a:pt x="256" y="1945"/>
                  </a:cubicBezTo>
                  <a:cubicBezTo>
                    <a:pt x="318" y="1945"/>
                    <a:pt x="383" y="1916"/>
                    <a:pt x="433" y="1846"/>
                  </a:cubicBezTo>
                  <a:lnTo>
                    <a:pt x="1345" y="273"/>
                  </a:lnTo>
                  <a:cubicBezTo>
                    <a:pt x="1410" y="122"/>
                    <a:pt x="1296" y="0"/>
                    <a:pt x="1168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38"/>
            <p:cNvSpPr/>
            <p:nvPr/>
          </p:nvSpPr>
          <p:spPr>
            <a:xfrm>
              <a:off x="4721300" y="3175325"/>
              <a:ext cx="23575" cy="22100"/>
            </a:xfrm>
            <a:custGeom>
              <a:avLst/>
              <a:gdLst/>
              <a:ahLst/>
              <a:cxnLst/>
              <a:rect l="l" t="t" r="r" b="b"/>
              <a:pathLst>
                <a:path w="943" h="884" extrusionOk="0">
                  <a:moveTo>
                    <a:pt x="658" y="1"/>
                  </a:moveTo>
                  <a:cubicBezTo>
                    <a:pt x="596" y="1"/>
                    <a:pt x="533" y="27"/>
                    <a:pt x="486" y="93"/>
                  </a:cubicBezTo>
                  <a:lnTo>
                    <a:pt x="109" y="596"/>
                  </a:lnTo>
                  <a:cubicBezTo>
                    <a:pt x="1" y="747"/>
                    <a:pt x="129" y="883"/>
                    <a:pt x="271" y="883"/>
                  </a:cubicBezTo>
                  <a:cubicBezTo>
                    <a:pt x="337" y="883"/>
                    <a:pt x="405" y="854"/>
                    <a:pt x="455" y="785"/>
                  </a:cubicBezTo>
                  <a:lnTo>
                    <a:pt x="832" y="282"/>
                  </a:lnTo>
                  <a:cubicBezTo>
                    <a:pt x="943" y="149"/>
                    <a:pt x="805" y="1"/>
                    <a:pt x="658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8"/>
            <p:cNvSpPr/>
            <p:nvPr/>
          </p:nvSpPr>
          <p:spPr>
            <a:xfrm>
              <a:off x="5070300" y="3115950"/>
              <a:ext cx="213475" cy="194875"/>
            </a:xfrm>
            <a:custGeom>
              <a:avLst/>
              <a:gdLst/>
              <a:ahLst/>
              <a:cxnLst/>
              <a:rect l="l" t="t" r="r" b="b"/>
              <a:pathLst>
                <a:path w="8539" h="7795" extrusionOk="0">
                  <a:moveTo>
                    <a:pt x="8292" y="0"/>
                  </a:moveTo>
                  <a:cubicBezTo>
                    <a:pt x="8219" y="0"/>
                    <a:pt x="8154" y="41"/>
                    <a:pt x="8142" y="140"/>
                  </a:cubicBezTo>
                  <a:cubicBezTo>
                    <a:pt x="8016" y="1083"/>
                    <a:pt x="7009" y="1713"/>
                    <a:pt x="6348" y="2342"/>
                  </a:cubicBezTo>
                  <a:cubicBezTo>
                    <a:pt x="5688" y="2940"/>
                    <a:pt x="5090" y="3475"/>
                    <a:pt x="4429" y="4041"/>
                  </a:cubicBezTo>
                  <a:cubicBezTo>
                    <a:pt x="3045" y="5205"/>
                    <a:pt x="1629" y="6338"/>
                    <a:pt x="181" y="7439"/>
                  </a:cubicBezTo>
                  <a:cubicBezTo>
                    <a:pt x="1" y="7542"/>
                    <a:pt x="117" y="7794"/>
                    <a:pt x="268" y="7794"/>
                  </a:cubicBezTo>
                  <a:cubicBezTo>
                    <a:pt x="301" y="7794"/>
                    <a:pt x="336" y="7782"/>
                    <a:pt x="370" y="7754"/>
                  </a:cubicBezTo>
                  <a:cubicBezTo>
                    <a:pt x="1943" y="6590"/>
                    <a:pt x="3485" y="5363"/>
                    <a:pt x="4995" y="4072"/>
                  </a:cubicBezTo>
                  <a:cubicBezTo>
                    <a:pt x="5719" y="3443"/>
                    <a:pt x="6443" y="2782"/>
                    <a:pt x="7166" y="2090"/>
                  </a:cubicBezTo>
                  <a:cubicBezTo>
                    <a:pt x="7764" y="1555"/>
                    <a:pt x="8393" y="1052"/>
                    <a:pt x="8519" y="234"/>
                  </a:cubicBezTo>
                  <a:cubicBezTo>
                    <a:pt x="8538" y="100"/>
                    <a:pt x="8406" y="0"/>
                    <a:pt x="8292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38"/>
            <p:cNvSpPr/>
            <p:nvPr/>
          </p:nvSpPr>
          <p:spPr>
            <a:xfrm>
              <a:off x="5133300" y="3159550"/>
              <a:ext cx="146525" cy="122400"/>
            </a:xfrm>
            <a:custGeom>
              <a:avLst/>
              <a:gdLst/>
              <a:ahLst/>
              <a:cxnLst/>
              <a:rect l="l" t="t" r="r" b="b"/>
              <a:pathLst>
                <a:path w="5861" h="4896" extrusionOk="0">
                  <a:moveTo>
                    <a:pt x="5574" y="0"/>
                  </a:moveTo>
                  <a:cubicBezTo>
                    <a:pt x="5527" y="0"/>
                    <a:pt x="5477" y="19"/>
                    <a:pt x="5433" y="63"/>
                  </a:cubicBezTo>
                  <a:cubicBezTo>
                    <a:pt x="3765" y="1636"/>
                    <a:pt x="1972" y="3147"/>
                    <a:pt x="147" y="4594"/>
                  </a:cubicBezTo>
                  <a:cubicBezTo>
                    <a:pt x="0" y="4716"/>
                    <a:pt x="139" y="4895"/>
                    <a:pt x="296" y="4895"/>
                  </a:cubicBezTo>
                  <a:cubicBezTo>
                    <a:pt x="341" y="4895"/>
                    <a:pt x="388" y="4881"/>
                    <a:pt x="430" y="4846"/>
                  </a:cubicBezTo>
                  <a:cubicBezTo>
                    <a:pt x="2255" y="3430"/>
                    <a:pt x="4017" y="1919"/>
                    <a:pt x="5716" y="315"/>
                  </a:cubicBezTo>
                  <a:cubicBezTo>
                    <a:pt x="5861" y="194"/>
                    <a:pt x="5729" y="0"/>
                    <a:pt x="5574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8"/>
            <p:cNvSpPr/>
            <p:nvPr/>
          </p:nvSpPr>
          <p:spPr>
            <a:xfrm>
              <a:off x="5175700" y="3193375"/>
              <a:ext cx="93125" cy="82175"/>
            </a:xfrm>
            <a:custGeom>
              <a:avLst/>
              <a:gdLst/>
              <a:ahLst/>
              <a:cxnLst/>
              <a:rect l="l" t="t" r="r" b="b"/>
              <a:pathLst>
                <a:path w="3725" h="3287" extrusionOk="0">
                  <a:moveTo>
                    <a:pt x="3436" y="1"/>
                  </a:moveTo>
                  <a:cubicBezTo>
                    <a:pt x="3389" y="1"/>
                    <a:pt x="3340" y="19"/>
                    <a:pt x="3296" y="63"/>
                  </a:cubicBezTo>
                  <a:cubicBezTo>
                    <a:pt x="2290" y="1070"/>
                    <a:pt x="1220" y="2045"/>
                    <a:pt x="150" y="2958"/>
                  </a:cubicBezTo>
                  <a:cubicBezTo>
                    <a:pt x="0" y="3083"/>
                    <a:pt x="148" y="3287"/>
                    <a:pt x="310" y="3287"/>
                  </a:cubicBezTo>
                  <a:cubicBezTo>
                    <a:pt x="352" y="3287"/>
                    <a:pt x="394" y="3273"/>
                    <a:pt x="433" y="3241"/>
                  </a:cubicBezTo>
                  <a:cubicBezTo>
                    <a:pt x="1503" y="2328"/>
                    <a:pt x="2573" y="1353"/>
                    <a:pt x="3580" y="346"/>
                  </a:cubicBezTo>
                  <a:cubicBezTo>
                    <a:pt x="3725" y="201"/>
                    <a:pt x="3591" y="1"/>
                    <a:pt x="3436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8"/>
            <p:cNvSpPr/>
            <p:nvPr/>
          </p:nvSpPr>
          <p:spPr>
            <a:xfrm>
              <a:off x="5231550" y="3250425"/>
              <a:ext cx="31725" cy="22000"/>
            </a:xfrm>
            <a:custGeom>
              <a:avLst/>
              <a:gdLst/>
              <a:ahLst/>
              <a:cxnLst/>
              <a:rect l="l" t="t" r="r" b="b"/>
              <a:pathLst>
                <a:path w="1269" h="880" extrusionOk="0">
                  <a:moveTo>
                    <a:pt x="939" y="0"/>
                  </a:moveTo>
                  <a:cubicBezTo>
                    <a:pt x="895" y="0"/>
                    <a:pt x="850" y="14"/>
                    <a:pt x="811" y="46"/>
                  </a:cubicBezTo>
                  <a:lnTo>
                    <a:pt x="150" y="550"/>
                  </a:lnTo>
                  <a:cubicBezTo>
                    <a:pt x="0" y="675"/>
                    <a:pt x="148" y="879"/>
                    <a:pt x="310" y="879"/>
                  </a:cubicBezTo>
                  <a:cubicBezTo>
                    <a:pt x="351" y="879"/>
                    <a:pt x="394" y="865"/>
                    <a:pt x="433" y="833"/>
                  </a:cubicBezTo>
                  <a:lnTo>
                    <a:pt x="1094" y="298"/>
                  </a:lnTo>
                  <a:cubicBezTo>
                    <a:pt x="1268" y="198"/>
                    <a:pt x="1107" y="0"/>
                    <a:pt x="939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8"/>
            <p:cNvSpPr/>
            <p:nvPr/>
          </p:nvSpPr>
          <p:spPr>
            <a:xfrm>
              <a:off x="5257150" y="3128575"/>
              <a:ext cx="40000" cy="117850"/>
            </a:xfrm>
            <a:custGeom>
              <a:avLst/>
              <a:gdLst/>
              <a:ahLst/>
              <a:cxnLst/>
              <a:rect l="l" t="t" r="r" b="b"/>
              <a:pathLst>
                <a:path w="1600" h="4714" extrusionOk="0">
                  <a:moveTo>
                    <a:pt x="1341" y="1"/>
                  </a:moveTo>
                  <a:cubicBezTo>
                    <a:pt x="1265" y="1"/>
                    <a:pt x="1195" y="42"/>
                    <a:pt x="1171" y="138"/>
                  </a:cubicBezTo>
                  <a:cubicBezTo>
                    <a:pt x="888" y="1617"/>
                    <a:pt x="510" y="3064"/>
                    <a:pt x="38" y="4480"/>
                  </a:cubicBezTo>
                  <a:cubicBezTo>
                    <a:pt x="0" y="4614"/>
                    <a:pt x="125" y="4713"/>
                    <a:pt x="250" y="4713"/>
                  </a:cubicBezTo>
                  <a:cubicBezTo>
                    <a:pt x="331" y="4713"/>
                    <a:pt x="411" y="4673"/>
                    <a:pt x="447" y="4574"/>
                  </a:cubicBezTo>
                  <a:cubicBezTo>
                    <a:pt x="919" y="3158"/>
                    <a:pt x="1297" y="1711"/>
                    <a:pt x="1580" y="264"/>
                  </a:cubicBezTo>
                  <a:cubicBezTo>
                    <a:pt x="1600" y="108"/>
                    <a:pt x="1463" y="1"/>
                    <a:pt x="1341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38"/>
            <p:cNvSpPr/>
            <p:nvPr/>
          </p:nvSpPr>
          <p:spPr>
            <a:xfrm>
              <a:off x="5277700" y="3125150"/>
              <a:ext cx="45075" cy="111575"/>
            </a:xfrm>
            <a:custGeom>
              <a:avLst/>
              <a:gdLst/>
              <a:ahLst/>
              <a:cxnLst/>
              <a:rect l="l" t="t" r="r" b="b"/>
              <a:pathLst>
                <a:path w="1803" h="4463" extrusionOk="0">
                  <a:moveTo>
                    <a:pt x="1558" y="1"/>
                  </a:moveTo>
                  <a:cubicBezTo>
                    <a:pt x="1476" y="1"/>
                    <a:pt x="1400" y="46"/>
                    <a:pt x="1387" y="149"/>
                  </a:cubicBezTo>
                  <a:cubicBezTo>
                    <a:pt x="1104" y="1533"/>
                    <a:pt x="664" y="2886"/>
                    <a:pt x="66" y="4145"/>
                  </a:cubicBezTo>
                  <a:cubicBezTo>
                    <a:pt x="1" y="4319"/>
                    <a:pt x="146" y="4462"/>
                    <a:pt x="272" y="4462"/>
                  </a:cubicBezTo>
                  <a:cubicBezTo>
                    <a:pt x="329" y="4462"/>
                    <a:pt x="383" y="4433"/>
                    <a:pt x="412" y="4365"/>
                  </a:cubicBezTo>
                  <a:cubicBezTo>
                    <a:pt x="1010" y="3044"/>
                    <a:pt x="1450" y="1659"/>
                    <a:pt x="1765" y="243"/>
                  </a:cubicBezTo>
                  <a:cubicBezTo>
                    <a:pt x="1802" y="95"/>
                    <a:pt x="1675" y="1"/>
                    <a:pt x="1558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38"/>
            <p:cNvSpPr/>
            <p:nvPr/>
          </p:nvSpPr>
          <p:spPr>
            <a:xfrm>
              <a:off x="5331225" y="3151575"/>
              <a:ext cx="31550" cy="52475"/>
            </a:xfrm>
            <a:custGeom>
              <a:avLst/>
              <a:gdLst/>
              <a:ahLst/>
              <a:cxnLst/>
              <a:rect l="l" t="t" r="r" b="b"/>
              <a:pathLst>
                <a:path w="1262" h="2099" extrusionOk="0">
                  <a:moveTo>
                    <a:pt x="994" y="1"/>
                  </a:moveTo>
                  <a:cubicBezTo>
                    <a:pt x="936" y="1"/>
                    <a:pt x="881" y="30"/>
                    <a:pt x="851" y="99"/>
                  </a:cubicBezTo>
                  <a:lnTo>
                    <a:pt x="65" y="1798"/>
                  </a:lnTo>
                  <a:cubicBezTo>
                    <a:pt x="0" y="1948"/>
                    <a:pt x="141" y="2099"/>
                    <a:pt x="267" y="2099"/>
                  </a:cubicBezTo>
                  <a:cubicBezTo>
                    <a:pt x="326" y="2099"/>
                    <a:pt x="381" y="2067"/>
                    <a:pt x="411" y="1987"/>
                  </a:cubicBezTo>
                  <a:lnTo>
                    <a:pt x="1197" y="288"/>
                  </a:lnTo>
                  <a:cubicBezTo>
                    <a:pt x="1262" y="137"/>
                    <a:pt x="1120" y="1"/>
                    <a:pt x="994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38"/>
            <p:cNvSpPr/>
            <p:nvPr/>
          </p:nvSpPr>
          <p:spPr>
            <a:xfrm>
              <a:off x="5357200" y="3174475"/>
              <a:ext cx="12625" cy="10275"/>
            </a:xfrm>
            <a:custGeom>
              <a:avLst/>
              <a:gdLst/>
              <a:ahLst/>
              <a:cxnLst/>
              <a:rect l="l" t="t" r="r" b="b"/>
              <a:pathLst>
                <a:path w="505" h="411" extrusionOk="0">
                  <a:moveTo>
                    <a:pt x="253" y="1"/>
                  </a:moveTo>
                  <a:cubicBezTo>
                    <a:pt x="1" y="1"/>
                    <a:pt x="1" y="410"/>
                    <a:pt x="253" y="410"/>
                  </a:cubicBezTo>
                  <a:cubicBezTo>
                    <a:pt x="504" y="410"/>
                    <a:pt x="504" y="1"/>
                    <a:pt x="253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8"/>
            <p:cNvSpPr/>
            <p:nvPr/>
          </p:nvSpPr>
          <p:spPr>
            <a:xfrm>
              <a:off x="5147200" y="3368000"/>
              <a:ext cx="12600" cy="9450"/>
            </a:xfrm>
            <a:custGeom>
              <a:avLst/>
              <a:gdLst/>
              <a:ahLst/>
              <a:cxnLst/>
              <a:rect l="l" t="t" r="r" b="b"/>
              <a:pathLst>
                <a:path w="504" h="378" extrusionOk="0">
                  <a:moveTo>
                    <a:pt x="252" y="0"/>
                  </a:moveTo>
                  <a:cubicBezTo>
                    <a:pt x="0" y="0"/>
                    <a:pt x="0" y="378"/>
                    <a:pt x="252" y="378"/>
                  </a:cubicBezTo>
                  <a:cubicBezTo>
                    <a:pt x="503" y="378"/>
                    <a:pt x="503" y="0"/>
                    <a:pt x="252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8"/>
            <p:cNvSpPr/>
            <p:nvPr/>
          </p:nvSpPr>
          <p:spPr>
            <a:xfrm>
              <a:off x="5429775" y="2902375"/>
              <a:ext cx="51600" cy="72775"/>
            </a:xfrm>
            <a:custGeom>
              <a:avLst/>
              <a:gdLst/>
              <a:ahLst/>
              <a:cxnLst/>
              <a:rect l="l" t="t" r="r" b="b"/>
              <a:pathLst>
                <a:path w="2064" h="2911" extrusionOk="0">
                  <a:moveTo>
                    <a:pt x="1781" y="1"/>
                  </a:moveTo>
                  <a:cubicBezTo>
                    <a:pt x="1723" y="1"/>
                    <a:pt x="1666" y="27"/>
                    <a:pt x="1629" y="93"/>
                  </a:cubicBezTo>
                  <a:lnTo>
                    <a:pt x="87" y="2610"/>
                  </a:lnTo>
                  <a:cubicBezTo>
                    <a:pt x="1" y="2760"/>
                    <a:pt x="135" y="2911"/>
                    <a:pt x="269" y="2911"/>
                  </a:cubicBezTo>
                  <a:cubicBezTo>
                    <a:pt x="331" y="2911"/>
                    <a:pt x="393" y="2879"/>
                    <a:pt x="433" y="2799"/>
                  </a:cubicBezTo>
                  <a:lnTo>
                    <a:pt x="1975" y="282"/>
                  </a:lnTo>
                  <a:cubicBezTo>
                    <a:pt x="2063" y="149"/>
                    <a:pt x="1919" y="1"/>
                    <a:pt x="1781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8"/>
            <p:cNvSpPr/>
            <p:nvPr/>
          </p:nvSpPr>
          <p:spPr>
            <a:xfrm>
              <a:off x="5465100" y="2926175"/>
              <a:ext cx="32200" cy="42175"/>
            </a:xfrm>
            <a:custGeom>
              <a:avLst/>
              <a:gdLst/>
              <a:ahLst/>
              <a:cxnLst/>
              <a:rect l="l" t="t" r="r" b="b"/>
              <a:pathLst>
                <a:path w="1288" h="1687" extrusionOk="0">
                  <a:moveTo>
                    <a:pt x="1046" y="1"/>
                  </a:moveTo>
                  <a:cubicBezTo>
                    <a:pt x="987" y="1"/>
                    <a:pt x="926" y="26"/>
                    <a:pt x="876" y="85"/>
                  </a:cubicBezTo>
                  <a:lnTo>
                    <a:pt x="90" y="1375"/>
                  </a:lnTo>
                  <a:cubicBezTo>
                    <a:pt x="1" y="1531"/>
                    <a:pt x="148" y="1686"/>
                    <a:pt x="286" y="1686"/>
                  </a:cubicBezTo>
                  <a:cubicBezTo>
                    <a:pt x="343" y="1686"/>
                    <a:pt x="399" y="1660"/>
                    <a:pt x="436" y="1595"/>
                  </a:cubicBezTo>
                  <a:lnTo>
                    <a:pt x="1223" y="274"/>
                  </a:lnTo>
                  <a:cubicBezTo>
                    <a:pt x="1287" y="122"/>
                    <a:pt x="1174" y="1"/>
                    <a:pt x="1046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38"/>
            <p:cNvSpPr/>
            <p:nvPr/>
          </p:nvSpPr>
          <p:spPr>
            <a:xfrm>
              <a:off x="5501350" y="2929325"/>
              <a:ext cx="25850" cy="32125"/>
            </a:xfrm>
            <a:custGeom>
              <a:avLst/>
              <a:gdLst/>
              <a:ahLst/>
              <a:cxnLst/>
              <a:rect l="l" t="t" r="r" b="b"/>
              <a:pathLst>
                <a:path w="1034" h="1285" extrusionOk="0">
                  <a:moveTo>
                    <a:pt x="777" y="0"/>
                  </a:moveTo>
                  <a:cubicBezTo>
                    <a:pt x="719" y="0"/>
                    <a:pt x="661" y="26"/>
                    <a:pt x="622" y="85"/>
                  </a:cubicBezTo>
                  <a:lnTo>
                    <a:pt x="87" y="997"/>
                  </a:lnTo>
                  <a:cubicBezTo>
                    <a:pt x="1" y="1148"/>
                    <a:pt x="136" y="1284"/>
                    <a:pt x="270" y="1284"/>
                  </a:cubicBezTo>
                  <a:cubicBezTo>
                    <a:pt x="332" y="1284"/>
                    <a:pt x="394" y="1255"/>
                    <a:pt x="433" y="1186"/>
                  </a:cubicBezTo>
                  <a:lnTo>
                    <a:pt x="968" y="273"/>
                  </a:lnTo>
                  <a:cubicBezTo>
                    <a:pt x="1033" y="122"/>
                    <a:pt x="905" y="0"/>
                    <a:pt x="777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38"/>
            <p:cNvSpPr/>
            <p:nvPr/>
          </p:nvSpPr>
          <p:spPr>
            <a:xfrm>
              <a:off x="4842975" y="3492175"/>
              <a:ext cx="195225" cy="191475"/>
            </a:xfrm>
            <a:custGeom>
              <a:avLst/>
              <a:gdLst/>
              <a:ahLst/>
              <a:cxnLst/>
              <a:rect l="l" t="t" r="r" b="b"/>
              <a:pathLst>
                <a:path w="7809" h="7659" extrusionOk="0">
                  <a:moveTo>
                    <a:pt x="7548" y="1"/>
                  </a:moveTo>
                  <a:cubicBezTo>
                    <a:pt x="7488" y="1"/>
                    <a:pt x="7426" y="29"/>
                    <a:pt x="7387" y="99"/>
                  </a:cubicBezTo>
                  <a:cubicBezTo>
                    <a:pt x="5341" y="2836"/>
                    <a:pt x="2919" y="5259"/>
                    <a:pt x="181" y="7304"/>
                  </a:cubicBezTo>
                  <a:cubicBezTo>
                    <a:pt x="1" y="7407"/>
                    <a:pt x="116" y="7659"/>
                    <a:pt x="268" y="7659"/>
                  </a:cubicBezTo>
                  <a:cubicBezTo>
                    <a:pt x="301" y="7659"/>
                    <a:pt x="336" y="7647"/>
                    <a:pt x="370" y="7619"/>
                  </a:cubicBezTo>
                  <a:cubicBezTo>
                    <a:pt x="3170" y="5574"/>
                    <a:pt x="5656" y="3088"/>
                    <a:pt x="7701" y="288"/>
                  </a:cubicBezTo>
                  <a:cubicBezTo>
                    <a:pt x="7809" y="137"/>
                    <a:pt x="7681" y="1"/>
                    <a:pt x="7548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38"/>
            <p:cNvSpPr/>
            <p:nvPr/>
          </p:nvSpPr>
          <p:spPr>
            <a:xfrm>
              <a:off x="4887175" y="3554750"/>
              <a:ext cx="128600" cy="121200"/>
            </a:xfrm>
            <a:custGeom>
              <a:avLst/>
              <a:gdLst/>
              <a:ahLst/>
              <a:cxnLst/>
              <a:rect l="l" t="t" r="r" b="b"/>
              <a:pathLst>
                <a:path w="5144" h="4848" extrusionOk="0">
                  <a:moveTo>
                    <a:pt x="4866" y="1"/>
                  </a:moveTo>
                  <a:cubicBezTo>
                    <a:pt x="4824" y="1"/>
                    <a:pt x="4779" y="15"/>
                    <a:pt x="4738" y="50"/>
                  </a:cubicBezTo>
                  <a:cubicBezTo>
                    <a:pt x="3353" y="1655"/>
                    <a:pt x="1811" y="3165"/>
                    <a:pt x="175" y="4518"/>
                  </a:cubicBezTo>
                  <a:cubicBezTo>
                    <a:pt x="0" y="4643"/>
                    <a:pt x="143" y="4847"/>
                    <a:pt x="304" y="4847"/>
                  </a:cubicBezTo>
                  <a:cubicBezTo>
                    <a:pt x="345" y="4847"/>
                    <a:pt x="388" y="4833"/>
                    <a:pt x="427" y="4801"/>
                  </a:cubicBezTo>
                  <a:cubicBezTo>
                    <a:pt x="2095" y="3417"/>
                    <a:pt x="3605" y="1938"/>
                    <a:pt x="5021" y="333"/>
                  </a:cubicBezTo>
                  <a:cubicBezTo>
                    <a:pt x="5143" y="186"/>
                    <a:pt x="5017" y="1"/>
                    <a:pt x="4866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38"/>
            <p:cNvSpPr/>
            <p:nvPr/>
          </p:nvSpPr>
          <p:spPr>
            <a:xfrm>
              <a:off x="4966500" y="3578425"/>
              <a:ext cx="64100" cy="60600"/>
            </a:xfrm>
            <a:custGeom>
              <a:avLst/>
              <a:gdLst/>
              <a:ahLst/>
              <a:cxnLst/>
              <a:rect l="l" t="t" r="r" b="b"/>
              <a:pathLst>
                <a:path w="2564" h="2424" extrusionOk="0">
                  <a:moveTo>
                    <a:pt x="2256" y="1"/>
                  </a:moveTo>
                  <a:cubicBezTo>
                    <a:pt x="2213" y="1"/>
                    <a:pt x="2170" y="14"/>
                    <a:pt x="2131" y="47"/>
                  </a:cubicBezTo>
                  <a:cubicBezTo>
                    <a:pt x="1376" y="645"/>
                    <a:pt x="715" y="1337"/>
                    <a:pt x="117" y="2092"/>
                  </a:cubicBezTo>
                  <a:cubicBezTo>
                    <a:pt x="1" y="2232"/>
                    <a:pt x="109" y="2424"/>
                    <a:pt x="237" y="2424"/>
                  </a:cubicBezTo>
                  <a:cubicBezTo>
                    <a:pt x="281" y="2424"/>
                    <a:pt x="328" y="2401"/>
                    <a:pt x="369" y="2344"/>
                  </a:cubicBezTo>
                  <a:cubicBezTo>
                    <a:pt x="967" y="1589"/>
                    <a:pt x="1659" y="928"/>
                    <a:pt x="2414" y="299"/>
                  </a:cubicBezTo>
                  <a:cubicBezTo>
                    <a:pt x="2564" y="199"/>
                    <a:pt x="2417" y="1"/>
                    <a:pt x="2256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38"/>
            <p:cNvSpPr/>
            <p:nvPr/>
          </p:nvSpPr>
          <p:spPr>
            <a:xfrm>
              <a:off x="5035625" y="3561400"/>
              <a:ext cx="35875" cy="36275"/>
            </a:xfrm>
            <a:custGeom>
              <a:avLst/>
              <a:gdLst/>
              <a:ahLst/>
              <a:cxnLst/>
              <a:rect l="l" t="t" r="r" b="b"/>
              <a:pathLst>
                <a:path w="1435" h="1451" extrusionOk="0">
                  <a:moveTo>
                    <a:pt x="1180" y="0"/>
                  </a:moveTo>
                  <a:cubicBezTo>
                    <a:pt x="1132" y="0"/>
                    <a:pt x="1081" y="20"/>
                    <a:pt x="1033" y="67"/>
                  </a:cubicBezTo>
                  <a:lnTo>
                    <a:pt x="121" y="1105"/>
                  </a:lnTo>
                  <a:cubicBezTo>
                    <a:pt x="0" y="1250"/>
                    <a:pt x="139" y="1451"/>
                    <a:pt x="281" y="1451"/>
                  </a:cubicBezTo>
                  <a:cubicBezTo>
                    <a:pt x="324" y="1451"/>
                    <a:pt x="368" y="1433"/>
                    <a:pt x="404" y="1389"/>
                  </a:cubicBezTo>
                  <a:lnTo>
                    <a:pt x="1317" y="319"/>
                  </a:lnTo>
                  <a:cubicBezTo>
                    <a:pt x="1435" y="177"/>
                    <a:pt x="1323" y="0"/>
                    <a:pt x="1180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38"/>
            <p:cNvSpPr/>
            <p:nvPr/>
          </p:nvSpPr>
          <p:spPr>
            <a:xfrm>
              <a:off x="4648525" y="3982800"/>
              <a:ext cx="210450" cy="155975"/>
            </a:xfrm>
            <a:custGeom>
              <a:avLst/>
              <a:gdLst/>
              <a:ahLst/>
              <a:cxnLst/>
              <a:rect l="l" t="t" r="r" b="b"/>
              <a:pathLst>
                <a:path w="8418" h="6239" extrusionOk="0">
                  <a:moveTo>
                    <a:pt x="8123" y="1"/>
                  </a:moveTo>
                  <a:cubicBezTo>
                    <a:pt x="8070" y="1"/>
                    <a:pt x="8013" y="23"/>
                    <a:pt x="7959" y="76"/>
                  </a:cubicBezTo>
                  <a:cubicBezTo>
                    <a:pt x="5662" y="2341"/>
                    <a:pt x="3051" y="4324"/>
                    <a:pt x="188" y="5897"/>
                  </a:cubicBezTo>
                  <a:cubicBezTo>
                    <a:pt x="1" y="5977"/>
                    <a:pt x="131" y="6239"/>
                    <a:pt x="310" y="6239"/>
                  </a:cubicBezTo>
                  <a:cubicBezTo>
                    <a:pt x="342" y="6239"/>
                    <a:pt x="375" y="6230"/>
                    <a:pt x="408" y="6211"/>
                  </a:cubicBezTo>
                  <a:cubicBezTo>
                    <a:pt x="3271" y="4638"/>
                    <a:pt x="5914" y="2656"/>
                    <a:pt x="8274" y="359"/>
                  </a:cubicBezTo>
                  <a:cubicBezTo>
                    <a:pt x="8417" y="216"/>
                    <a:pt x="8289" y="1"/>
                    <a:pt x="8123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8"/>
            <p:cNvSpPr/>
            <p:nvPr/>
          </p:nvSpPr>
          <p:spPr>
            <a:xfrm>
              <a:off x="4218525" y="3636700"/>
              <a:ext cx="150750" cy="149775"/>
            </a:xfrm>
            <a:custGeom>
              <a:avLst/>
              <a:gdLst/>
              <a:ahLst/>
              <a:cxnLst/>
              <a:rect l="l" t="t" r="r" b="b"/>
              <a:pathLst>
                <a:path w="6030" h="5991" extrusionOk="0">
                  <a:moveTo>
                    <a:pt x="5779" y="1"/>
                  </a:moveTo>
                  <a:cubicBezTo>
                    <a:pt x="5687" y="1"/>
                    <a:pt x="5605" y="36"/>
                    <a:pt x="5557" y="107"/>
                  </a:cubicBezTo>
                  <a:cubicBezTo>
                    <a:pt x="5494" y="170"/>
                    <a:pt x="5494" y="296"/>
                    <a:pt x="5557" y="359"/>
                  </a:cubicBezTo>
                  <a:cubicBezTo>
                    <a:pt x="4425" y="1366"/>
                    <a:pt x="523" y="5267"/>
                    <a:pt x="146" y="5645"/>
                  </a:cubicBezTo>
                  <a:cubicBezTo>
                    <a:pt x="1" y="5790"/>
                    <a:pt x="134" y="5990"/>
                    <a:pt x="275" y="5990"/>
                  </a:cubicBezTo>
                  <a:cubicBezTo>
                    <a:pt x="317" y="5990"/>
                    <a:pt x="361" y="5972"/>
                    <a:pt x="397" y="5928"/>
                  </a:cubicBezTo>
                  <a:cubicBezTo>
                    <a:pt x="1499" y="4795"/>
                    <a:pt x="2631" y="3663"/>
                    <a:pt x="3764" y="2561"/>
                  </a:cubicBezTo>
                  <a:cubicBezTo>
                    <a:pt x="4267" y="2058"/>
                    <a:pt x="4802" y="1555"/>
                    <a:pt x="5337" y="1083"/>
                  </a:cubicBezTo>
                  <a:cubicBezTo>
                    <a:pt x="5589" y="831"/>
                    <a:pt x="5998" y="611"/>
                    <a:pt x="6029" y="202"/>
                  </a:cubicBezTo>
                  <a:cubicBezTo>
                    <a:pt x="5998" y="107"/>
                    <a:pt x="5966" y="44"/>
                    <a:pt x="5872" y="13"/>
                  </a:cubicBezTo>
                  <a:cubicBezTo>
                    <a:pt x="5841" y="5"/>
                    <a:pt x="5809" y="1"/>
                    <a:pt x="5779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38"/>
            <p:cNvSpPr/>
            <p:nvPr/>
          </p:nvSpPr>
          <p:spPr>
            <a:xfrm>
              <a:off x="4313750" y="3731825"/>
              <a:ext cx="23925" cy="22000"/>
            </a:xfrm>
            <a:custGeom>
              <a:avLst/>
              <a:gdLst/>
              <a:ahLst/>
              <a:cxnLst/>
              <a:rect l="l" t="t" r="r" b="b"/>
              <a:pathLst>
                <a:path w="957" h="880" extrusionOk="0">
                  <a:moveTo>
                    <a:pt x="668" y="0"/>
                  </a:moveTo>
                  <a:cubicBezTo>
                    <a:pt x="612" y="0"/>
                    <a:pt x="558" y="23"/>
                    <a:pt x="521" y="78"/>
                  </a:cubicBezTo>
                  <a:lnTo>
                    <a:pt x="112" y="613"/>
                  </a:lnTo>
                  <a:cubicBezTo>
                    <a:pt x="1" y="746"/>
                    <a:pt x="141" y="880"/>
                    <a:pt x="289" y="880"/>
                  </a:cubicBezTo>
                  <a:cubicBezTo>
                    <a:pt x="350" y="880"/>
                    <a:pt x="412" y="857"/>
                    <a:pt x="458" y="802"/>
                  </a:cubicBezTo>
                  <a:lnTo>
                    <a:pt x="867" y="298"/>
                  </a:lnTo>
                  <a:cubicBezTo>
                    <a:pt x="957" y="141"/>
                    <a:pt x="807" y="0"/>
                    <a:pt x="668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38"/>
            <p:cNvSpPr/>
            <p:nvPr/>
          </p:nvSpPr>
          <p:spPr>
            <a:xfrm>
              <a:off x="4350375" y="3729050"/>
              <a:ext cx="13400" cy="9450"/>
            </a:xfrm>
            <a:custGeom>
              <a:avLst/>
              <a:gdLst/>
              <a:ahLst/>
              <a:cxnLst/>
              <a:rect l="l" t="t" r="r" b="b"/>
              <a:pathLst>
                <a:path w="536" h="378" extrusionOk="0">
                  <a:moveTo>
                    <a:pt x="283" y="0"/>
                  </a:moveTo>
                  <a:cubicBezTo>
                    <a:pt x="0" y="0"/>
                    <a:pt x="0" y="378"/>
                    <a:pt x="283" y="378"/>
                  </a:cubicBezTo>
                  <a:cubicBezTo>
                    <a:pt x="535" y="378"/>
                    <a:pt x="535" y="0"/>
                    <a:pt x="283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38"/>
            <p:cNvSpPr/>
            <p:nvPr/>
          </p:nvSpPr>
          <p:spPr>
            <a:xfrm>
              <a:off x="2914225" y="1037575"/>
              <a:ext cx="167850" cy="646100"/>
            </a:xfrm>
            <a:custGeom>
              <a:avLst/>
              <a:gdLst/>
              <a:ahLst/>
              <a:cxnLst/>
              <a:rect l="l" t="t" r="r" b="b"/>
              <a:pathLst>
                <a:path w="6714" h="25844" extrusionOk="0">
                  <a:moveTo>
                    <a:pt x="6466" y="1"/>
                  </a:moveTo>
                  <a:cubicBezTo>
                    <a:pt x="6387" y="1"/>
                    <a:pt x="6311" y="46"/>
                    <a:pt x="6286" y="147"/>
                  </a:cubicBezTo>
                  <a:lnTo>
                    <a:pt x="56" y="25601"/>
                  </a:lnTo>
                  <a:cubicBezTo>
                    <a:pt x="0" y="25750"/>
                    <a:pt x="120" y="25844"/>
                    <a:pt x="241" y="25844"/>
                  </a:cubicBezTo>
                  <a:cubicBezTo>
                    <a:pt x="324" y="25844"/>
                    <a:pt x="408" y="25798"/>
                    <a:pt x="434" y="25695"/>
                  </a:cubicBezTo>
                  <a:cubicBezTo>
                    <a:pt x="2510" y="17200"/>
                    <a:pt x="4587" y="8736"/>
                    <a:pt x="6695" y="273"/>
                  </a:cubicBezTo>
                  <a:cubicBezTo>
                    <a:pt x="6714" y="103"/>
                    <a:pt x="6585" y="1"/>
                    <a:pt x="6466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38"/>
            <p:cNvSpPr/>
            <p:nvPr/>
          </p:nvSpPr>
          <p:spPr>
            <a:xfrm>
              <a:off x="2900675" y="1721650"/>
              <a:ext cx="9450" cy="13975"/>
            </a:xfrm>
            <a:custGeom>
              <a:avLst/>
              <a:gdLst/>
              <a:ahLst/>
              <a:cxnLst/>
              <a:rect l="l" t="t" r="r" b="b"/>
              <a:pathLst>
                <a:path w="378" h="559" extrusionOk="0">
                  <a:moveTo>
                    <a:pt x="189" y="0"/>
                  </a:moveTo>
                  <a:cubicBezTo>
                    <a:pt x="95" y="0"/>
                    <a:pt x="0" y="63"/>
                    <a:pt x="0" y="189"/>
                  </a:cubicBezTo>
                  <a:lnTo>
                    <a:pt x="0" y="346"/>
                  </a:lnTo>
                  <a:cubicBezTo>
                    <a:pt x="0" y="488"/>
                    <a:pt x="95" y="559"/>
                    <a:pt x="189" y="559"/>
                  </a:cubicBezTo>
                  <a:cubicBezTo>
                    <a:pt x="283" y="559"/>
                    <a:pt x="378" y="488"/>
                    <a:pt x="378" y="346"/>
                  </a:cubicBezTo>
                  <a:lnTo>
                    <a:pt x="378" y="189"/>
                  </a:lnTo>
                  <a:cubicBezTo>
                    <a:pt x="378" y="63"/>
                    <a:pt x="283" y="0"/>
                    <a:pt x="189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38"/>
            <p:cNvSpPr/>
            <p:nvPr/>
          </p:nvSpPr>
          <p:spPr>
            <a:xfrm>
              <a:off x="2892025" y="1784575"/>
              <a:ext cx="13400" cy="10250"/>
            </a:xfrm>
            <a:custGeom>
              <a:avLst/>
              <a:gdLst/>
              <a:ahLst/>
              <a:cxnLst/>
              <a:rect l="l" t="t" r="r" b="b"/>
              <a:pathLst>
                <a:path w="536" h="410" extrusionOk="0">
                  <a:moveTo>
                    <a:pt x="283" y="0"/>
                  </a:moveTo>
                  <a:cubicBezTo>
                    <a:pt x="0" y="0"/>
                    <a:pt x="0" y="409"/>
                    <a:pt x="283" y="409"/>
                  </a:cubicBezTo>
                  <a:cubicBezTo>
                    <a:pt x="535" y="409"/>
                    <a:pt x="535" y="0"/>
                    <a:pt x="283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38"/>
            <p:cNvSpPr/>
            <p:nvPr/>
          </p:nvSpPr>
          <p:spPr>
            <a:xfrm>
              <a:off x="2738500" y="1830650"/>
              <a:ext cx="158425" cy="559400"/>
            </a:xfrm>
            <a:custGeom>
              <a:avLst/>
              <a:gdLst/>
              <a:ahLst/>
              <a:cxnLst/>
              <a:rect l="l" t="t" r="r" b="b"/>
              <a:pathLst>
                <a:path w="6337" h="22376" extrusionOk="0">
                  <a:moveTo>
                    <a:pt x="6094" y="0"/>
                  </a:moveTo>
                  <a:cubicBezTo>
                    <a:pt x="6018" y="0"/>
                    <a:pt x="5946" y="41"/>
                    <a:pt x="5921" y="139"/>
                  </a:cubicBezTo>
                  <a:cubicBezTo>
                    <a:pt x="4128" y="7533"/>
                    <a:pt x="2177" y="14865"/>
                    <a:pt x="37" y="22133"/>
                  </a:cubicBezTo>
                  <a:cubicBezTo>
                    <a:pt x="0" y="22281"/>
                    <a:pt x="128" y="22375"/>
                    <a:pt x="251" y="22375"/>
                  </a:cubicBezTo>
                  <a:cubicBezTo>
                    <a:pt x="337" y="22375"/>
                    <a:pt x="420" y="22330"/>
                    <a:pt x="446" y="22227"/>
                  </a:cubicBezTo>
                  <a:cubicBezTo>
                    <a:pt x="2586" y="14959"/>
                    <a:pt x="4537" y="7628"/>
                    <a:pt x="6299" y="234"/>
                  </a:cubicBezTo>
                  <a:cubicBezTo>
                    <a:pt x="6337" y="100"/>
                    <a:pt x="6212" y="0"/>
                    <a:pt x="6094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38"/>
            <p:cNvSpPr/>
            <p:nvPr/>
          </p:nvSpPr>
          <p:spPr>
            <a:xfrm>
              <a:off x="2723675" y="2453375"/>
              <a:ext cx="9475" cy="16350"/>
            </a:xfrm>
            <a:custGeom>
              <a:avLst/>
              <a:gdLst/>
              <a:ahLst/>
              <a:cxnLst/>
              <a:rect l="l" t="t" r="r" b="b"/>
              <a:pathLst>
                <a:path w="379" h="654" extrusionOk="0">
                  <a:moveTo>
                    <a:pt x="190" y="0"/>
                  </a:moveTo>
                  <a:cubicBezTo>
                    <a:pt x="95" y="0"/>
                    <a:pt x="1" y="71"/>
                    <a:pt x="1" y="213"/>
                  </a:cubicBezTo>
                  <a:lnTo>
                    <a:pt x="1" y="464"/>
                  </a:lnTo>
                  <a:cubicBezTo>
                    <a:pt x="1" y="590"/>
                    <a:pt x="95" y="653"/>
                    <a:pt x="190" y="653"/>
                  </a:cubicBezTo>
                  <a:cubicBezTo>
                    <a:pt x="284" y="653"/>
                    <a:pt x="378" y="590"/>
                    <a:pt x="378" y="464"/>
                  </a:cubicBezTo>
                  <a:lnTo>
                    <a:pt x="378" y="213"/>
                  </a:lnTo>
                  <a:cubicBezTo>
                    <a:pt x="378" y="71"/>
                    <a:pt x="284" y="0"/>
                    <a:pt x="190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38"/>
            <p:cNvSpPr/>
            <p:nvPr/>
          </p:nvSpPr>
          <p:spPr>
            <a:xfrm>
              <a:off x="2708750" y="2545200"/>
              <a:ext cx="12600" cy="10250"/>
            </a:xfrm>
            <a:custGeom>
              <a:avLst/>
              <a:gdLst/>
              <a:ahLst/>
              <a:cxnLst/>
              <a:rect l="l" t="t" r="r" b="b"/>
              <a:pathLst>
                <a:path w="504" h="410" extrusionOk="0">
                  <a:moveTo>
                    <a:pt x="252" y="1"/>
                  </a:moveTo>
                  <a:cubicBezTo>
                    <a:pt x="0" y="1"/>
                    <a:pt x="0" y="410"/>
                    <a:pt x="252" y="410"/>
                  </a:cubicBezTo>
                  <a:cubicBezTo>
                    <a:pt x="504" y="410"/>
                    <a:pt x="504" y="1"/>
                    <a:pt x="252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38"/>
            <p:cNvSpPr/>
            <p:nvPr/>
          </p:nvSpPr>
          <p:spPr>
            <a:xfrm>
              <a:off x="2615275" y="2617800"/>
              <a:ext cx="87650" cy="310050"/>
            </a:xfrm>
            <a:custGeom>
              <a:avLst/>
              <a:gdLst/>
              <a:ahLst/>
              <a:cxnLst/>
              <a:rect l="l" t="t" r="r" b="b"/>
              <a:pathLst>
                <a:path w="3506" h="12402" extrusionOk="0">
                  <a:moveTo>
                    <a:pt x="3264" y="1"/>
                  </a:moveTo>
                  <a:cubicBezTo>
                    <a:pt x="3183" y="1"/>
                    <a:pt x="3104" y="46"/>
                    <a:pt x="3078" y="149"/>
                  </a:cubicBezTo>
                  <a:cubicBezTo>
                    <a:pt x="2386" y="4208"/>
                    <a:pt x="1348" y="8235"/>
                    <a:pt x="58" y="12168"/>
                  </a:cubicBezTo>
                  <a:cubicBezTo>
                    <a:pt x="0" y="12302"/>
                    <a:pt x="118" y="12401"/>
                    <a:pt x="240" y="12401"/>
                  </a:cubicBezTo>
                  <a:cubicBezTo>
                    <a:pt x="318" y="12401"/>
                    <a:pt x="399" y="12361"/>
                    <a:pt x="435" y="12262"/>
                  </a:cubicBezTo>
                  <a:cubicBezTo>
                    <a:pt x="1757" y="8329"/>
                    <a:pt x="2764" y="4302"/>
                    <a:pt x="3487" y="243"/>
                  </a:cubicBezTo>
                  <a:cubicBezTo>
                    <a:pt x="3506" y="95"/>
                    <a:pt x="3382" y="1"/>
                    <a:pt x="3264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38"/>
            <p:cNvSpPr/>
            <p:nvPr/>
          </p:nvSpPr>
          <p:spPr>
            <a:xfrm>
              <a:off x="4310900" y="1056400"/>
              <a:ext cx="81650" cy="311850"/>
            </a:xfrm>
            <a:custGeom>
              <a:avLst/>
              <a:gdLst/>
              <a:ahLst/>
              <a:cxnLst/>
              <a:rect l="l" t="t" r="r" b="b"/>
              <a:pathLst>
                <a:path w="3266" h="12474" extrusionOk="0">
                  <a:moveTo>
                    <a:pt x="238" y="1"/>
                  </a:moveTo>
                  <a:cubicBezTo>
                    <a:pt x="117" y="1"/>
                    <a:pt x="0" y="95"/>
                    <a:pt x="37" y="243"/>
                  </a:cubicBezTo>
                  <a:cubicBezTo>
                    <a:pt x="1202" y="4239"/>
                    <a:pt x="2146" y="8267"/>
                    <a:pt x="2838" y="12325"/>
                  </a:cubicBezTo>
                  <a:cubicBezTo>
                    <a:pt x="2863" y="12428"/>
                    <a:pt x="2942" y="12473"/>
                    <a:pt x="3024" y="12473"/>
                  </a:cubicBezTo>
                  <a:cubicBezTo>
                    <a:pt x="3141" y="12473"/>
                    <a:pt x="3265" y="12380"/>
                    <a:pt x="3247" y="12231"/>
                  </a:cubicBezTo>
                  <a:cubicBezTo>
                    <a:pt x="2523" y="8172"/>
                    <a:pt x="1579" y="4113"/>
                    <a:pt x="446" y="149"/>
                  </a:cubicBezTo>
                  <a:cubicBezTo>
                    <a:pt x="408" y="46"/>
                    <a:pt x="322" y="1"/>
                    <a:pt x="238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38"/>
            <p:cNvSpPr/>
            <p:nvPr/>
          </p:nvSpPr>
          <p:spPr>
            <a:xfrm>
              <a:off x="4399925" y="1404650"/>
              <a:ext cx="12600" cy="10250"/>
            </a:xfrm>
            <a:custGeom>
              <a:avLst/>
              <a:gdLst/>
              <a:ahLst/>
              <a:cxnLst/>
              <a:rect l="l" t="t" r="r" b="b"/>
              <a:pathLst>
                <a:path w="504" h="410" extrusionOk="0">
                  <a:moveTo>
                    <a:pt x="252" y="0"/>
                  </a:moveTo>
                  <a:cubicBezTo>
                    <a:pt x="0" y="0"/>
                    <a:pt x="0" y="409"/>
                    <a:pt x="252" y="409"/>
                  </a:cubicBezTo>
                  <a:cubicBezTo>
                    <a:pt x="504" y="409"/>
                    <a:pt x="504" y="0"/>
                    <a:pt x="252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38"/>
            <p:cNvSpPr/>
            <p:nvPr/>
          </p:nvSpPr>
          <p:spPr>
            <a:xfrm>
              <a:off x="4413300" y="1463625"/>
              <a:ext cx="12600" cy="10250"/>
            </a:xfrm>
            <a:custGeom>
              <a:avLst/>
              <a:gdLst/>
              <a:ahLst/>
              <a:cxnLst/>
              <a:rect l="l" t="t" r="r" b="b"/>
              <a:pathLst>
                <a:path w="504" h="410" extrusionOk="0">
                  <a:moveTo>
                    <a:pt x="252" y="1"/>
                  </a:moveTo>
                  <a:cubicBezTo>
                    <a:pt x="0" y="1"/>
                    <a:pt x="0" y="410"/>
                    <a:pt x="252" y="410"/>
                  </a:cubicBezTo>
                  <a:cubicBezTo>
                    <a:pt x="504" y="410"/>
                    <a:pt x="504" y="1"/>
                    <a:pt x="252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38"/>
            <p:cNvSpPr/>
            <p:nvPr/>
          </p:nvSpPr>
          <p:spPr>
            <a:xfrm>
              <a:off x="4424150" y="1516625"/>
              <a:ext cx="83700" cy="278750"/>
            </a:xfrm>
            <a:custGeom>
              <a:avLst/>
              <a:gdLst/>
              <a:ahLst/>
              <a:cxnLst/>
              <a:rect l="l" t="t" r="r" b="b"/>
              <a:pathLst>
                <a:path w="3348" h="11150" extrusionOk="0">
                  <a:moveTo>
                    <a:pt x="238" y="0"/>
                  </a:moveTo>
                  <a:cubicBezTo>
                    <a:pt x="121" y="0"/>
                    <a:pt x="0" y="102"/>
                    <a:pt x="38" y="272"/>
                  </a:cubicBezTo>
                  <a:cubicBezTo>
                    <a:pt x="1014" y="3828"/>
                    <a:pt x="1958" y="7414"/>
                    <a:pt x="2933" y="11001"/>
                  </a:cubicBezTo>
                  <a:cubicBezTo>
                    <a:pt x="2959" y="11104"/>
                    <a:pt x="3037" y="11149"/>
                    <a:pt x="3117" y="11149"/>
                  </a:cubicBezTo>
                  <a:cubicBezTo>
                    <a:pt x="3231" y="11149"/>
                    <a:pt x="3348" y="11056"/>
                    <a:pt x="3310" y="10907"/>
                  </a:cubicBezTo>
                  <a:cubicBezTo>
                    <a:pt x="2335" y="7320"/>
                    <a:pt x="1391" y="3733"/>
                    <a:pt x="416" y="146"/>
                  </a:cubicBezTo>
                  <a:cubicBezTo>
                    <a:pt x="391" y="46"/>
                    <a:pt x="315" y="0"/>
                    <a:pt x="238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38"/>
            <p:cNvSpPr/>
            <p:nvPr/>
          </p:nvSpPr>
          <p:spPr>
            <a:xfrm>
              <a:off x="4506125" y="1826450"/>
              <a:ext cx="10250" cy="14000"/>
            </a:xfrm>
            <a:custGeom>
              <a:avLst/>
              <a:gdLst/>
              <a:ahLst/>
              <a:cxnLst/>
              <a:rect l="l" t="t" r="r" b="b"/>
              <a:pathLst>
                <a:path w="410" h="560" extrusionOk="0">
                  <a:moveTo>
                    <a:pt x="205" y="1"/>
                  </a:moveTo>
                  <a:cubicBezTo>
                    <a:pt x="102" y="1"/>
                    <a:pt x="0" y="71"/>
                    <a:pt x="0" y="213"/>
                  </a:cubicBezTo>
                  <a:lnTo>
                    <a:pt x="0" y="370"/>
                  </a:lnTo>
                  <a:cubicBezTo>
                    <a:pt x="0" y="496"/>
                    <a:pt x="102" y="559"/>
                    <a:pt x="205" y="559"/>
                  </a:cubicBezTo>
                  <a:cubicBezTo>
                    <a:pt x="307" y="559"/>
                    <a:pt x="409" y="496"/>
                    <a:pt x="409" y="370"/>
                  </a:cubicBezTo>
                  <a:lnTo>
                    <a:pt x="409" y="213"/>
                  </a:lnTo>
                  <a:cubicBezTo>
                    <a:pt x="409" y="71"/>
                    <a:pt x="307" y="1"/>
                    <a:pt x="205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38"/>
            <p:cNvSpPr/>
            <p:nvPr/>
          </p:nvSpPr>
          <p:spPr>
            <a:xfrm>
              <a:off x="4531275" y="1915925"/>
              <a:ext cx="12625" cy="10250"/>
            </a:xfrm>
            <a:custGeom>
              <a:avLst/>
              <a:gdLst/>
              <a:ahLst/>
              <a:cxnLst/>
              <a:rect l="l" t="t" r="r" b="b"/>
              <a:pathLst>
                <a:path w="505" h="410" extrusionOk="0">
                  <a:moveTo>
                    <a:pt x="253" y="1"/>
                  </a:moveTo>
                  <a:cubicBezTo>
                    <a:pt x="1" y="1"/>
                    <a:pt x="1" y="410"/>
                    <a:pt x="253" y="410"/>
                  </a:cubicBezTo>
                  <a:cubicBezTo>
                    <a:pt x="504" y="410"/>
                    <a:pt x="504" y="1"/>
                    <a:pt x="253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38"/>
            <p:cNvSpPr/>
            <p:nvPr/>
          </p:nvSpPr>
          <p:spPr>
            <a:xfrm>
              <a:off x="4548900" y="2006900"/>
              <a:ext cx="102125" cy="398425"/>
            </a:xfrm>
            <a:custGeom>
              <a:avLst/>
              <a:gdLst/>
              <a:ahLst/>
              <a:cxnLst/>
              <a:rect l="l" t="t" r="r" b="b"/>
              <a:pathLst>
                <a:path w="4085" h="15937" extrusionOk="0">
                  <a:moveTo>
                    <a:pt x="252" y="0"/>
                  </a:moveTo>
                  <a:cubicBezTo>
                    <a:pt x="137" y="0"/>
                    <a:pt x="0" y="108"/>
                    <a:pt x="20" y="263"/>
                  </a:cubicBezTo>
                  <a:cubicBezTo>
                    <a:pt x="1121" y="5455"/>
                    <a:pt x="2348" y="10646"/>
                    <a:pt x="3669" y="15775"/>
                  </a:cubicBezTo>
                  <a:cubicBezTo>
                    <a:pt x="3695" y="15889"/>
                    <a:pt x="3771" y="15937"/>
                    <a:pt x="3849" y="15937"/>
                  </a:cubicBezTo>
                  <a:cubicBezTo>
                    <a:pt x="3965" y="15937"/>
                    <a:pt x="4085" y="15831"/>
                    <a:pt x="4047" y="15681"/>
                  </a:cubicBezTo>
                  <a:cubicBezTo>
                    <a:pt x="2725" y="10520"/>
                    <a:pt x="1530" y="5360"/>
                    <a:pt x="397" y="137"/>
                  </a:cubicBezTo>
                  <a:cubicBezTo>
                    <a:pt x="385" y="41"/>
                    <a:pt x="323" y="0"/>
                    <a:pt x="252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38"/>
            <p:cNvSpPr/>
            <p:nvPr/>
          </p:nvSpPr>
          <p:spPr>
            <a:xfrm>
              <a:off x="4661850" y="2499575"/>
              <a:ext cx="13400" cy="10250"/>
            </a:xfrm>
            <a:custGeom>
              <a:avLst/>
              <a:gdLst/>
              <a:ahLst/>
              <a:cxnLst/>
              <a:rect l="l" t="t" r="r" b="b"/>
              <a:pathLst>
                <a:path w="536" h="410" extrusionOk="0">
                  <a:moveTo>
                    <a:pt x="284" y="1"/>
                  </a:moveTo>
                  <a:cubicBezTo>
                    <a:pt x="1" y="1"/>
                    <a:pt x="1" y="410"/>
                    <a:pt x="284" y="410"/>
                  </a:cubicBezTo>
                  <a:cubicBezTo>
                    <a:pt x="536" y="410"/>
                    <a:pt x="536" y="1"/>
                    <a:pt x="284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38"/>
            <p:cNvSpPr/>
            <p:nvPr/>
          </p:nvSpPr>
          <p:spPr>
            <a:xfrm>
              <a:off x="4702750" y="2637250"/>
              <a:ext cx="10250" cy="16325"/>
            </a:xfrm>
            <a:custGeom>
              <a:avLst/>
              <a:gdLst/>
              <a:ahLst/>
              <a:cxnLst/>
              <a:rect l="l" t="t" r="r" b="b"/>
              <a:pathLst>
                <a:path w="410" h="653" extrusionOk="0">
                  <a:moveTo>
                    <a:pt x="205" y="0"/>
                  </a:moveTo>
                  <a:cubicBezTo>
                    <a:pt x="103" y="0"/>
                    <a:pt x="1" y="63"/>
                    <a:pt x="1" y="189"/>
                  </a:cubicBezTo>
                  <a:lnTo>
                    <a:pt x="1" y="441"/>
                  </a:lnTo>
                  <a:cubicBezTo>
                    <a:pt x="1" y="582"/>
                    <a:pt x="103" y="653"/>
                    <a:pt x="205" y="653"/>
                  </a:cubicBezTo>
                  <a:cubicBezTo>
                    <a:pt x="308" y="653"/>
                    <a:pt x="410" y="582"/>
                    <a:pt x="410" y="441"/>
                  </a:cubicBezTo>
                  <a:lnTo>
                    <a:pt x="410" y="189"/>
                  </a:lnTo>
                  <a:cubicBezTo>
                    <a:pt x="410" y="63"/>
                    <a:pt x="308" y="0"/>
                    <a:pt x="205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8"/>
            <p:cNvSpPr/>
            <p:nvPr/>
          </p:nvSpPr>
          <p:spPr>
            <a:xfrm>
              <a:off x="4732825" y="2801750"/>
              <a:ext cx="28250" cy="16075"/>
            </a:xfrm>
            <a:custGeom>
              <a:avLst/>
              <a:gdLst/>
              <a:ahLst/>
              <a:cxnLst/>
              <a:rect l="l" t="t" r="r" b="b"/>
              <a:pathLst>
                <a:path w="1130" h="643" extrusionOk="0">
                  <a:moveTo>
                    <a:pt x="305" y="0"/>
                  </a:moveTo>
                  <a:cubicBezTo>
                    <a:pt x="127" y="0"/>
                    <a:pt x="0" y="262"/>
                    <a:pt x="214" y="342"/>
                  </a:cubicBezTo>
                  <a:lnTo>
                    <a:pt x="717" y="625"/>
                  </a:lnTo>
                  <a:cubicBezTo>
                    <a:pt x="745" y="637"/>
                    <a:pt x="773" y="643"/>
                    <a:pt x="800" y="643"/>
                  </a:cubicBezTo>
                  <a:cubicBezTo>
                    <a:pt x="986" y="643"/>
                    <a:pt x="1130" y="389"/>
                    <a:pt x="938" y="279"/>
                  </a:cubicBezTo>
                  <a:lnTo>
                    <a:pt x="403" y="28"/>
                  </a:lnTo>
                  <a:cubicBezTo>
                    <a:pt x="369" y="9"/>
                    <a:pt x="336" y="0"/>
                    <a:pt x="305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8"/>
            <p:cNvSpPr/>
            <p:nvPr/>
          </p:nvSpPr>
          <p:spPr>
            <a:xfrm>
              <a:off x="3835925" y="1837275"/>
              <a:ext cx="13400" cy="9450"/>
            </a:xfrm>
            <a:custGeom>
              <a:avLst/>
              <a:gdLst/>
              <a:ahLst/>
              <a:cxnLst/>
              <a:rect l="l" t="t" r="r" b="b"/>
              <a:pathLst>
                <a:path w="536" h="378" extrusionOk="0">
                  <a:moveTo>
                    <a:pt x="284" y="0"/>
                  </a:moveTo>
                  <a:cubicBezTo>
                    <a:pt x="1" y="0"/>
                    <a:pt x="1" y="378"/>
                    <a:pt x="284" y="378"/>
                  </a:cubicBezTo>
                  <a:cubicBezTo>
                    <a:pt x="536" y="378"/>
                    <a:pt x="536" y="0"/>
                    <a:pt x="284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38"/>
            <p:cNvSpPr/>
            <p:nvPr/>
          </p:nvSpPr>
          <p:spPr>
            <a:xfrm>
              <a:off x="3849300" y="1634325"/>
              <a:ext cx="12625" cy="10250"/>
            </a:xfrm>
            <a:custGeom>
              <a:avLst/>
              <a:gdLst/>
              <a:ahLst/>
              <a:cxnLst/>
              <a:rect l="l" t="t" r="r" b="b"/>
              <a:pathLst>
                <a:path w="505" h="410" extrusionOk="0">
                  <a:moveTo>
                    <a:pt x="252" y="1"/>
                  </a:moveTo>
                  <a:cubicBezTo>
                    <a:pt x="1" y="1"/>
                    <a:pt x="1" y="410"/>
                    <a:pt x="252" y="410"/>
                  </a:cubicBezTo>
                  <a:cubicBezTo>
                    <a:pt x="504" y="410"/>
                    <a:pt x="504" y="1"/>
                    <a:pt x="252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38"/>
            <p:cNvSpPr/>
            <p:nvPr/>
          </p:nvSpPr>
          <p:spPr>
            <a:xfrm>
              <a:off x="3993250" y="1823900"/>
              <a:ext cx="13400" cy="10250"/>
            </a:xfrm>
            <a:custGeom>
              <a:avLst/>
              <a:gdLst/>
              <a:ahLst/>
              <a:cxnLst/>
              <a:rect l="l" t="t" r="r" b="b"/>
              <a:pathLst>
                <a:path w="536" h="410" extrusionOk="0">
                  <a:moveTo>
                    <a:pt x="284" y="0"/>
                  </a:moveTo>
                  <a:cubicBezTo>
                    <a:pt x="1" y="0"/>
                    <a:pt x="1" y="409"/>
                    <a:pt x="284" y="409"/>
                  </a:cubicBezTo>
                  <a:cubicBezTo>
                    <a:pt x="535" y="409"/>
                    <a:pt x="535" y="0"/>
                    <a:pt x="284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8"/>
            <p:cNvSpPr/>
            <p:nvPr/>
          </p:nvSpPr>
          <p:spPr>
            <a:xfrm>
              <a:off x="3652650" y="1457350"/>
              <a:ext cx="12625" cy="10250"/>
            </a:xfrm>
            <a:custGeom>
              <a:avLst/>
              <a:gdLst/>
              <a:ahLst/>
              <a:cxnLst/>
              <a:rect l="l" t="t" r="r" b="b"/>
              <a:pathLst>
                <a:path w="505" h="410" extrusionOk="0">
                  <a:moveTo>
                    <a:pt x="252" y="0"/>
                  </a:moveTo>
                  <a:cubicBezTo>
                    <a:pt x="1" y="0"/>
                    <a:pt x="1" y="409"/>
                    <a:pt x="252" y="409"/>
                  </a:cubicBezTo>
                  <a:cubicBezTo>
                    <a:pt x="504" y="409"/>
                    <a:pt x="504" y="0"/>
                    <a:pt x="252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38"/>
            <p:cNvSpPr/>
            <p:nvPr/>
          </p:nvSpPr>
          <p:spPr>
            <a:xfrm>
              <a:off x="3470950" y="1673650"/>
              <a:ext cx="9475" cy="16350"/>
            </a:xfrm>
            <a:custGeom>
              <a:avLst/>
              <a:gdLst/>
              <a:ahLst/>
              <a:cxnLst/>
              <a:rect l="l" t="t" r="r" b="b"/>
              <a:pathLst>
                <a:path w="379" h="654" extrusionOk="0">
                  <a:moveTo>
                    <a:pt x="189" y="1"/>
                  </a:moveTo>
                  <a:cubicBezTo>
                    <a:pt x="95" y="1"/>
                    <a:pt x="1" y="64"/>
                    <a:pt x="1" y="190"/>
                  </a:cubicBezTo>
                  <a:lnTo>
                    <a:pt x="1" y="441"/>
                  </a:lnTo>
                  <a:cubicBezTo>
                    <a:pt x="1" y="583"/>
                    <a:pt x="95" y="654"/>
                    <a:pt x="189" y="654"/>
                  </a:cubicBezTo>
                  <a:cubicBezTo>
                    <a:pt x="284" y="654"/>
                    <a:pt x="378" y="583"/>
                    <a:pt x="378" y="441"/>
                  </a:cubicBezTo>
                  <a:lnTo>
                    <a:pt x="378" y="190"/>
                  </a:lnTo>
                  <a:cubicBezTo>
                    <a:pt x="378" y="64"/>
                    <a:pt x="284" y="1"/>
                    <a:pt x="189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38"/>
            <p:cNvSpPr/>
            <p:nvPr/>
          </p:nvSpPr>
          <p:spPr>
            <a:xfrm>
              <a:off x="3508700" y="1325975"/>
              <a:ext cx="18900" cy="10250"/>
            </a:xfrm>
            <a:custGeom>
              <a:avLst/>
              <a:gdLst/>
              <a:ahLst/>
              <a:cxnLst/>
              <a:rect l="l" t="t" r="r" b="b"/>
              <a:pathLst>
                <a:path w="756" h="410" extrusionOk="0">
                  <a:moveTo>
                    <a:pt x="253" y="1"/>
                  </a:moveTo>
                  <a:cubicBezTo>
                    <a:pt x="1" y="1"/>
                    <a:pt x="1" y="410"/>
                    <a:pt x="253" y="410"/>
                  </a:cubicBezTo>
                  <a:lnTo>
                    <a:pt x="504" y="410"/>
                  </a:lnTo>
                  <a:cubicBezTo>
                    <a:pt x="756" y="410"/>
                    <a:pt x="756" y="1"/>
                    <a:pt x="504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38"/>
            <p:cNvSpPr/>
            <p:nvPr/>
          </p:nvSpPr>
          <p:spPr>
            <a:xfrm>
              <a:off x="3888625" y="1339350"/>
              <a:ext cx="12625" cy="10250"/>
            </a:xfrm>
            <a:custGeom>
              <a:avLst/>
              <a:gdLst/>
              <a:ahLst/>
              <a:cxnLst/>
              <a:rect l="l" t="t" r="r" b="b"/>
              <a:pathLst>
                <a:path w="505" h="410" extrusionOk="0">
                  <a:moveTo>
                    <a:pt x="253" y="1"/>
                  </a:moveTo>
                  <a:cubicBezTo>
                    <a:pt x="1" y="1"/>
                    <a:pt x="1" y="410"/>
                    <a:pt x="253" y="410"/>
                  </a:cubicBezTo>
                  <a:cubicBezTo>
                    <a:pt x="504" y="410"/>
                    <a:pt x="504" y="1"/>
                    <a:pt x="253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38"/>
            <p:cNvSpPr/>
            <p:nvPr/>
          </p:nvSpPr>
          <p:spPr>
            <a:xfrm>
              <a:off x="4045950" y="1489600"/>
              <a:ext cx="12625" cy="10250"/>
            </a:xfrm>
            <a:custGeom>
              <a:avLst/>
              <a:gdLst/>
              <a:ahLst/>
              <a:cxnLst/>
              <a:rect l="l" t="t" r="r" b="b"/>
              <a:pathLst>
                <a:path w="505" h="410" extrusionOk="0">
                  <a:moveTo>
                    <a:pt x="252" y="0"/>
                  </a:moveTo>
                  <a:cubicBezTo>
                    <a:pt x="1" y="0"/>
                    <a:pt x="1" y="409"/>
                    <a:pt x="252" y="409"/>
                  </a:cubicBezTo>
                  <a:cubicBezTo>
                    <a:pt x="504" y="409"/>
                    <a:pt x="504" y="0"/>
                    <a:pt x="252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38"/>
            <p:cNvSpPr/>
            <p:nvPr/>
          </p:nvSpPr>
          <p:spPr>
            <a:xfrm>
              <a:off x="3993250" y="1201700"/>
              <a:ext cx="13400" cy="10250"/>
            </a:xfrm>
            <a:custGeom>
              <a:avLst/>
              <a:gdLst/>
              <a:ahLst/>
              <a:cxnLst/>
              <a:rect l="l" t="t" r="r" b="b"/>
              <a:pathLst>
                <a:path w="536" h="410" extrusionOk="0">
                  <a:moveTo>
                    <a:pt x="284" y="0"/>
                  </a:moveTo>
                  <a:cubicBezTo>
                    <a:pt x="1" y="0"/>
                    <a:pt x="1" y="409"/>
                    <a:pt x="284" y="409"/>
                  </a:cubicBezTo>
                  <a:cubicBezTo>
                    <a:pt x="535" y="409"/>
                    <a:pt x="535" y="0"/>
                    <a:pt x="284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38"/>
            <p:cNvSpPr/>
            <p:nvPr/>
          </p:nvSpPr>
          <p:spPr>
            <a:xfrm>
              <a:off x="3279025" y="1968625"/>
              <a:ext cx="12600" cy="10250"/>
            </a:xfrm>
            <a:custGeom>
              <a:avLst/>
              <a:gdLst/>
              <a:ahLst/>
              <a:cxnLst/>
              <a:rect l="l" t="t" r="r" b="b"/>
              <a:pathLst>
                <a:path w="504" h="410" extrusionOk="0">
                  <a:moveTo>
                    <a:pt x="252" y="1"/>
                  </a:moveTo>
                  <a:cubicBezTo>
                    <a:pt x="0" y="1"/>
                    <a:pt x="0" y="410"/>
                    <a:pt x="252" y="410"/>
                  </a:cubicBezTo>
                  <a:cubicBezTo>
                    <a:pt x="504" y="410"/>
                    <a:pt x="504" y="1"/>
                    <a:pt x="252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38"/>
            <p:cNvSpPr/>
            <p:nvPr/>
          </p:nvSpPr>
          <p:spPr>
            <a:xfrm>
              <a:off x="3247550" y="1470125"/>
              <a:ext cx="10250" cy="16350"/>
            </a:xfrm>
            <a:custGeom>
              <a:avLst/>
              <a:gdLst/>
              <a:ahLst/>
              <a:cxnLst/>
              <a:rect l="l" t="t" r="r" b="b"/>
              <a:pathLst>
                <a:path w="410" h="654" extrusionOk="0">
                  <a:moveTo>
                    <a:pt x="205" y="0"/>
                  </a:moveTo>
                  <a:cubicBezTo>
                    <a:pt x="103" y="0"/>
                    <a:pt x="1" y="71"/>
                    <a:pt x="1" y="213"/>
                  </a:cubicBezTo>
                  <a:lnTo>
                    <a:pt x="1" y="465"/>
                  </a:lnTo>
                  <a:cubicBezTo>
                    <a:pt x="1" y="590"/>
                    <a:pt x="103" y="653"/>
                    <a:pt x="205" y="653"/>
                  </a:cubicBezTo>
                  <a:cubicBezTo>
                    <a:pt x="308" y="653"/>
                    <a:pt x="410" y="590"/>
                    <a:pt x="410" y="465"/>
                  </a:cubicBezTo>
                  <a:lnTo>
                    <a:pt x="410" y="213"/>
                  </a:lnTo>
                  <a:cubicBezTo>
                    <a:pt x="410" y="71"/>
                    <a:pt x="308" y="0"/>
                    <a:pt x="205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8"/>
            <p:cNvSpPr/>
            <p:nvPr/>
          </p:nvSpPr>
          <p:spPr>
            <a:xfrm>
              <a:off x="3770650" y="2086625"/>
              <a:ext cx="12600" cy="10250"/>
            </a:xfrm>
            <a:custGeom>
              <a:avLst/>
              <a:gdLst/>
              <a:ahLst/>
              <a:cxnLst/>
              <a:rect l="l" t="t" r="r" b="b"/>
              <a:pathLst>
                <a:path w="504" h="410" extrusionOk="0">
                  <a:moveTo>
                    <a:pt x="252" y="0"/>
                  </a:moveTo>
                  <a:cubicBezTo>
                    <a:pt x="0" y="0"/>
                    <a:pt x="0" y="409"/>
                    <a:pt x="252" y="409"/>
                  </a:cubicBezTo>
                  <a:cubicBezTo>
                    <a:pt x="504" y="409"/>
                    <a:pt x="504" y="0"/>
                    <a:pt x="252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8"/>
            <p:cNvSpPr/>
            <p:nvPr/>
          </p:nvSpPr>
          <p:spPr>
            <a:xfrm>
              <a:off x="3652650" y="1109675"/>
              <a:ext cx="12625" cy="10250"/>
            </a:xfrm>
            <a:custGeom>
              <a:avLst/>
              <a:gdLst/>
              <a:ahLst/>
              <a:cxnLst/>
              <a:rect l="l" t="t" r="r" b="b"/>
              <a:pathLst>
                <a:path w="505" h="410" extrusionOk="0">
                  <a:moveTo>
                    <a:pt x="252" y="0"/>
                  </a:moveTo>
                  <a:cubicBezTo>
                    <a:pt x="1" y="0"/>
                    <a:pt x="1" y="409"/>
                    <a:pt x="252" y="409"/>
                  </a:cubicBezTo>
                  <a:cubicBezTo>
                    <a:pt x="504" y="409"/>
                    <a:pt x="504" y="0"/>
                    <a:pt x="252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38"/>
            <p:cNvSpPr/>
            <p:nvPr/>
          </p:nvSpPr>
          <p:spPr>
            <a:xfrm>
              <a:off x="3409125" y="1155300"/>
              <a:ext cx="20800" cy="16525"/>
            </a:xfrm>
            <a:custGeom>
              <a:avLst/>
              <a:gdLst/>
              <a:ahLst/>
              <a:cxnLst/>
              <a:rect l="l" t="t" r="r" b="b"/>
              <a:pathLst>
                <a:path w="832" h="661" extrusionOk="0">
                  <a:moveTo>
                    <a:pt x="289" y="1"/>
                  </a:moveTo>
                  <a:cubicBezTo>
                    <a:pt x="134" y="1"/>
                    <a:pt x="0" y="201"/>
                    <a:pt x="145" y="346"/>
                  </a:cubicBezTo>
                  <a:lnTo>
                    <a:pt x="428" y="598"/>
                  </a:lnTo>
                  <a:cubicBezTo>
                    <a:pt x="465" y="642"/>
                    <a:pt x="509" y="660"/>
                    <a:pt x="553" y="660"/>
                  </a:cubicBezTo>
                  <a:cubicBezTo>
                    <a:pt x="695" y="660"/>
                    <a:pt x="832" y="466"/>
                    <a:pt x="712" y="346"/>
                  </a:cubicBezTo>
                  <a:lnTo>
                    <a:pt x="428" y="63"/>
                  </a:lnTo>
                  <a:cubicBezTo>
                    <a:pt x="385" y="19"/>
                    <a:pt x="336" y="1"/>
                    <a:pt x="289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38"/>
            <p:cNvSpPr/>
            <p:nvPr/>
          </p:nvSpPr>
          <p:spPr>
            <a:xfrm>
              <a:off x="3352975" y="2741850"/>
              <a:ext cx="9450" cy="16550"/>
            </a:xfrm>
            <a:custGeom>
              <a:avLst/>
              <a:gdLst/>
              <a:ahLst/>
              <a:cxnLst/>
              <a:rect l="l" t="t" r="r" b="b"/>
              <a:pathLst>
                <a:path w="378" h="662" extrusionOk="0">
                  <a:moveTo>
                    <a:pt x="189" y="1"/>
                  </a:moveTo>
                  <a:cubicBezTo>
                    <a:pt x="94" y="1"/>
                    <a:pt x="0" y="64"/>
                    <a:pt x="0" y="190"/>
                  </a:cubicBezTo>
                  <a:lnTo>
                    <a:pt x="0" y="473"/>
                  </a:lnTo>
                  <a:cubicBezTo>
                    <a:pt x="0" y="599"/>
                    <a:pt x="94" y="662"/>
                    <a:pt x="189" y="662"/>
                  </a:cubicBezTo>
                  <a:cubicBezTo>
                    <a:pt x="283" y="662"/>
                    <a:pt x="378" y="599"/>
                    <a:pt x="378" y="473"/>
                  </a:cubicBezTo>
                  <a:lnTo>
                    <a:pt x="378" y="190"/>
                  </a:lnTo>
                  <a:cubicBezTo>
                    <a:pt x="378" y="64"/>
                    <a:pt x="283" y="1"/>
                    <a:pt x="189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8"/>
            <p:cNvSpPr/>
            <p:nvPr/>
          </p:nvSpPr>
          <p:spPr>
            <a:xfrm>
              <a:off x="3599950" y="2899175"/>
              <a:ext cx="19700" cy="10250"/>
            </a:xfrm>
            <a:custGeom>
              <a:avLst/>
              <a:gdLst/>
              <a:ahLst/>
              <a:cxnLst/>
              <a:rect l="l" t="t" r="r" b="b"/>
              <a:pathLst>
                <a:path w="788" h="410" extrusionOk="0">
                  <a:moveTo>
                    <a:pt x="284" y="1"/>
                  </a:moveTo>
                  <a:cubicBezTo>
                    <a:pt x="1" y="1"/>
                    <a:pt x="1" y="410"/>
                    <a:pt x="284" y="410"/>
                  </a:cubicBezTo>
                  <a:lnTo>
                    <a:pt x="536" y="410"/>
                  </a:lnTo>
                  <a:cubicBezTo>
                    <a:pt x="787" y="410"/>
                    <a:pt x="787" y="1"/>
                    <a:pt x="536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8"/>
            <p:cNvSpPr/>
            <p:nvPr/>
          </p:nvSpPr>
          <p:spPr>
            <a:xfrm>
              <a:off x="3815800" y="2846500"/>
              <a:ext cx="20075" cy="16200"/>
            </a:xfrm>
            <a:custGeom>
              <a:avLst/>
              <a:gdLst/>
              <a:ahLst/>
              <a:cxnLst/>
              <a:rect l="l" t="t" r="r" b="b"/>
              <a:pathLst>
                <a:path w="803" h="648" extrusionOk="0">
                  <a:moveTo>
                    <a:pt x="288" y="0"/>
                  </a:moveTo>
                  <a:cubicBezTo>
                    <a:pt x="133" y="0"/>
                    <a:pt x="0" y="201"/>
                    <a:pt x="145" y="346"/>
                  </a:cubicBezTo>
                  <a:lnTo>
                    <a:pt x="397" y="597"/>
                  </a:lnTo>
                  <a:cubicBezTo>
                    <a:pt x="439" y="632"/>
                    <a:pt x="484" y="647"/>
                    <a:pt x="527" y="647"/>
                  </a:cubicBezTo>
                  <a:cubicBezTo>
                    <a:pt x="677" y="647"/>
                    <a:pt x="802" y="468"/>
                    <a:pt x="680" y="346"/>
                  </a:cubicBezTo>
                  <a:lnTo>
                    <a:pt x="428" y="62"/>
                  </a:lnTo>
                  <a:cubicBezTo>
                    <a:pt x="384" y="19"/>
                    <a:pt x="335" y="0"/>
                    <a:pt x="288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38"/>
            <p:cNvSpPr/>
            <p:nvPr/>
          </p:nvSpPr>
          <p:spPr>
            <a:xfrm>
              <a:off x="3947150" y="3082475"/>
              <a:ext cx="20625" cy="16525"/>
            </a:xfrm>
            <a:custGeom>
              <a:avLst/>
              <a:gdLst/>
              <a:ahLst/>
              <a:cxnLst/>
              <a:rect l="l" t="t" r="r" b="b"/>
              <a:pathLst>
                <a:path w="825" h="661" extrusionOk="0">
                  <a:moveTo>
                    <a:pt x="289" y="0"/>
                  </a:moveTo>
                  <a:cubicBezTo>
                    <a:pt x="134" y="0"/>
                    <a:pt x="1" y="201"/>
                    <a:pt x="146" y="346"/>
                  </a:cubicBezTo>
                  <a:lnTo>
                    <a:pt x="397" y="598"/>
                  </a:lnTo>
                  <a:cubicBezTo>
                    <a:pt x="442" y="642"/>
                    <a:pt x="491" y="660"/>
                    <a:pt x="539" y="660"/>
                  </a:cubicBezTo>
                  <a:cubicBezTo>
                    <a:pt x="693" y="660"/>
                    <a:pt x="825" y="466"/>
                    <a:pt x="680" y="346"/>
                  </a:cubicBezTo>
                  <a:lnTo>
                    <a:pt x="429" y="63"/>
                  </a:lnTo>
                  <a:cubicBezTo>
                    <a:pt x="385" y="19"/>
                    <a:pt x="336" y="0"/>
                    <a:pt x="289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8"/>
            <p:cNvSpPr/>
            <p:nvPr/>
          </p:nvSpPr>
          <p:spPr>
            <a:xfrm>
              <a:off x="4112125" y="2774875"/>
              <a:ext cx="19375" cy="22525"/>
            </a:xfrm>
            <a:custGeom>
              <a:avLst/>
              <a:gdLst/>
              <a:ahLst/>
              <a:cxnLst/>
              <a:rect l="l" t="t" r="r" b="b"/>
              <a:pathLst>
                <a:path w="775" h="901" extrusionOk="0">
                  <a:moveTo>
                    <a:pt x="307" y="1"/>
                  </a:moveTo>
                  <a:cubicBezTo>
                    <a:pt x="170" y="1"/>
                    <a:pt x="1" y="126"/>
                    <a:pt x="91" y="284"/>
                  </a:cubicBezTo>
                  <a:lnTo>
                    <a:pt x="343" y="788"/>
                  </a:lnTo>
                  <a:cubicBezTo>
                    <a:pt x="383" y="868"/>
                    <a:pt x="445" y="900"/>
                    <a:pt x="507" y="900"/>
                  </a:cubicBezTo>
                  <a:cubicBezTo>
                    <a:pt x="641" y="900"/>
                    <a:pt x="775" y="750"/>
                    <a:pt x="689" y="599"/>
                  </a:cubicBezTo>
                  <a:cubicBezTo>
                    <a:pt x="594" y="410"/>
                    <a:pt x="532" y="253"/>
                    <a:pt x="437" y="64"/>
                  </a:cubicBezTo>
                  <a:cubicBezTo>
                    <a:pt x="411" y="20"/>
                    <a:pt x="361" y="1"/>
                    <a:pt x="307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8"/>
            <p:cNvSpPr/>
            <p:nvPr/>
          </p:nvSpPr>
          <p:spPr>
            <a:xfrm>
              <a:off x="4183600" y="3095825"/>
              <a:ext cx="12625" cy="10250"/>
            </a:xfrm>
            <a:custGeom>
              <a:avLst/>
              <a:gdLst/>
              <a:ahLst/>
              <a:cxnLst/>
              <a:rect l="l" t="t" r="r" b="b"/>
              <a:pathLst>
                <a:path w="505" h="410" extrusionOk="0">
                  <a:moveTo>
                    <a:pt x="253" y="1"/>
                  </a:moveTo>
                  <a:cubicBezTo>
                    <a:pt x="1" y="1"/>
                    <a:pt x="1" y="410"/>
                    <a:pt x="253" y="410"/>
                  </a:cubicBezTo>
                  <a:cubicBezTo>
                    <a:pt x="504" y="410"/>
                    <a:pt x="504" y="1"/>
                    <a:pt x="253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38"/>
            <p:cNvSpPr/>
            <p:nvPr/>
          </p:nvSpPr>
          <p:spPr>
            <a:xfrm>
              <a:off x="3410375" y="3069875"/>
              <a:ext cx="18900" cy="10250"/>
            </a:xfrm>
            <a:custGeom>
              <a:avLst/>
              <a:gdLst/>
              <a:ahLst/>
              <a:cxnLst/>
              <a:rect l="l" t="t" r="r" b="b"/>
              <a:pathLst>
                <a:path w="756" h="410" extrusionOk="0">
                  <a:moveTo>
                    <a:pt x="253" y="0"/>
                  </a:moveTo>
                  <a:cubicBezTo>
                    <a:pt x="1" y="0"/>
                    <a:pt x="1" y="409"/>
                    <a:pt x="253" y="409"/>
                  </a:cubicBezTo>
                  <a:lnTo>
                    <a:pt x="504" y="409"/>
                  </a:lnTo>
                  <a:cubicBezTo>
                    <a:pt x="756" y="409"/>
                    <a:pt x="756" y="0"/>
                    <a:pt x="504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8"/>
            <p:cNvSpPr/>
            <p:nvPr/>
          </p:nvSpPr>
          <p:spPr>
            <a:xfrm>
              <a:off x="3062700" y="2885800"/>
              <a:ext cx="12625" cy="10250"/>
            </a:xfrm>
            <a:custGeom>
              <a:avLst/>
              <a:gdLst/>
              <a:ahLst/>
              <a:cxnLst/>
              <a:rect l="l" t="t" r="r" b="b"/>
              <a:pathLst>
                <a:path w="505" h="410" extrusionOk="0">
                  <a:moveTo>
                    <a:pt x="253" y="1"/>
                  </a:moveTo>
                  <a:cubicBezTo>
                    <a:pt x="1" y="1"/>
                    <a:pt x="1" y="410"/>
                    <a:pt x="253" y="410"/>
                  </a:cubicBezTo>
                  <a:cubicBezTo>
                    <a:pt x="504" y="410"/>
                    <a:pt x="504" y="1"/>
                    <a:pt x="253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8"/>
            <p:cNvSpPr/>
            <p:nvPr/>
          </p:nvSpPr>
          <p:spPr>
            <a:xfrm>
              <a:off x="2905400" y="3286175"/>
              <a:ext cx="12600" cy="10250"/>
            </a:xfrm>
            <a:custGeom>
              <a:avLst/>
              <a:gdLst/>
              <a:ahLst/>
              <a:cxnLst/>
              <a:rect l="l" t="t" r="r" b="b"/>
              <a:pathLst>
                <a:path w="504" h="410" extrusionOk="0">
                  <a:moveTo>
                    <a:pt x="252" y="1"/>
                  </a:moveTo>
                  <a:cubicBezTo>
                    <a:pt x="0" y="1"/>
                    <a:pt x="0" y="410"/>
                    <a:pt x="252" y="410"/>
                  </a:cubicBezTo>
                  <a:cubicBezTo>
                    <a:pt x="503" y="410"/>
                    <a:pt x="503" y="1"/>
                    <a:pt x="252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8"/>
            <p:cNvSpPr/>
            <p:nvPr/>
          </p:nvSpPr>
          <p:spPr>
            <a:xfrm>
              <a:off x="3077650" y="2505875"/>
              <a:ext cx="9475" cy="16550"/>
            </a:xfrm>
            <a:custGeom>
              <a:avLst/>
              <a:gdLst/>
              <a:ahLst/>
              <a:cxnLst/>
              <a:rect l="l" t="t" r="r" b="b"/>
              <a:pathLst>
                <a:path w="379" h="662" extrusionOk="0">
                  <a:moveTo>
                    <a:pt x="189" y="1"/>
                  </a:moveTo>
                  <a:cubicBezTo>
                    <a:pt x="95" y="1"/>
                    <a:pt x="1" y="64"/>
                    <a:pt x="1" y="189"/>
                  </a:cubicBezTo>
                  <a:lnTo>
                    <a:pt x="1" y="473"/>
                  </a:lnTo>
                  <a:cubicBezTo>
                    <a:pt x="1" y="598"/>
                    <a:pt x="95" y="661"/>
                    <a:pt x="189" y="661"/>
                  </a:cubicBezTo>
                  <a:cubicBezTo>
                    <a:pt x="284" y="661"/>
                    <a:pt x="378" y="598"/>
                    <a:pt x="378" y="473"/>
                  </a:cubicBezTo>
                  <a:lnTo>
                    <a:pt x="378" y="189"/>
                  </a:lnTo>
                  <a:cubicBezTo>
                    <a:pt x="378" y="64"/>
                    <a:pt x="284" y="1"/>
                    <a:pt x="189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8"/>
            <p:cNvSpPr/>
            <p:nvPr/>
          </p:nvSpPr>
          <p:spPr>
            <a:xfrm>
              <a:off x="2940000" y="2322600"/>
              <a:ext cx="9475" cy="16350"/>
            </a:xfrm>
            <a:custGeom>
              <a:avLst/>
              <a:gdLst/>
              <a:ahLst/>
              <a:cxnLst/>
              <a:rect l="l" t="t" r="r" b="b"/>
              <a:pathLst>
                <a:path w="379" h="654" extrusionOk="0">
                  <a:moveTo>
                    <a:pt x="189" y="1"/>
                  </a:moveTo>
                  <a:cubicBezTo>
                    <a:pt x="95" y="1"/>
                    <a:pt x="0" y="63"/>
                    <a:pt x="0" y="189"/>
                  </a:cubicBezTo>
                  <a:lnTo>
                    <a:pt x="0" y="441"/>
                  </a:lnTo>
                  <a:cubicBezTo>
                    <a:pt x="0" y="583"/>
                    <a:pt x="95" y="653"/>
                    <a:pt x="189" y="653"/>
                  </a:cubicBezTo>
                  <a:cubicBezTo>
                    <a:pt x="284" y="653"/>
                    <a:pt x="378" y="583"/>
                    <a:pt x="378" y="441"/>
                  </a:cubicBezTo>
                  <a:lnTo>
                    <a:pt x="378" y="189"/>
                  </a:lnTo>
                  <a:cubicBezTo>
                    <a:pt x="378" y="63"/>
                    <a:pt x="284" y="1"/>
                    <a:pt x="189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38"/>
            <p:cNvSpPr/>
            <p:nvPr/>
          </p:nvSpPr>
          <p:spPr>
            <a:xfrm>
              <a:off x="3161025" y="2328900"/>
              <a:ext cx="12625" cy="10250"/>
            </a:xfrm>
            <a:custGeom>
              <a:avLst/>
              <a:gdLst/>
              <a:ahLst/>
              <a:cxnLst/>
              <a:rect l="l" t="t" r="r" b="b"/>
              <a:pathLst>
                <a:path w="505" h="410" extrusionOk="0">
                  <a:moveTo>
                    <a:pt x="253" y="0"/>
                  </a:moveTo>
                  <a:cubicBezTo>
                    <a:pt x="1" y="0"/>
                    <a:pt x="1" y="409"/>
                    <a:pt x="253" y="409"/>
                  </a:cubicBezTo>
                  <a:cubicBezTo>
                    <a:pt x="504" y="409"/>
                    <a:pt x="504" y="0"/>
                    <a:pt x="253" y="0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38"/>
            <p:cNvSpPr/>
            <p:nvPr/>
          </p:nvSpPr>
          <p:spPr>
            <a:xfrm>
              <a:off x="4274375" y="2578250"/>
              <a:ext cx="20825" cy="16525"/>
            </a:xfrm>
            <a:custGeom>
              <a:avLst/>
              <a:gdLst/>
              <a:ahLst/>
              <a:cxnLst/>
              <a:rect l="l" t="t" r="r" b="b"/>
              <a:pathLst>
                <a:path w="833" h="661" extrusionOk="0">
                  <a:moveTo>
                    <a:pt x="553" y="1"/>
                  </a:moveTo>
                  <a:cubicBezTo>
                    <a:pt x="510" y="1"/>
                    <a:pt x="466" y="19"/>
                    <a:pt x="429" y="63"/>
                  </a:cubicBezTo>
                  <a:lnTo>
                    <a:pt x="146" y="315"/>
                  </a:lnTo>
                  <a:cubicBezTo>
                    <a:pt x="1" y="460"/>
                    <a:pt x="134" y="660"/>
                    <a:pt x="289" y="660"/>
                  </a:cubicBezTo>
                  <a:cubicBezTo>
                    <a:pt x="336" y="660"/>
                    <a:pt x="385" y="642"/>
                    <a:pt x="429" y="598"/>
                  </a:cubicBezTo>
                  <a:lnTo>
                    <a:pt x="712" y="315"/>
                  </a:lnTo>
                  <a:cubicBezTo>
                    <a:pt x="832" y="195"/>
                    <a:pt x="695" y="1"/>
                    <a:pt x="553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8"/>
            <p:cNvSpPr/>
            <p:nvPr/>
          </p:nvSpPr>
          <p:spPr>
            <a:xfrm>
              <a:off x="4375550" y="2237050"/>
              <a:ext cx="9450" cy="14000"/>
            </a:xfrm>
            <a:custGeom>
              <a:avLst/>
              <a:gdLst/>
              <a:ahLst/>
              <a:cxnLst/>
              <a:rect l="l" t="t" r="r" b="b"/>
              <a:pathLst>
                <a:path w="378" h="560" extrusionOk="0">
                  <a:moveTo>
                    <a:pt x="189" y="1"/>
                  </a:moveTo>
                  <a:cubicBezTo>
                    <a:pt x="94" y="1"/>
                    <a:pt x="0" y="72"/>
                    <a:pt x="0" y="213"/>
                  </a:cubicBezTo>
                  <a:lnTo>
                    <a:pt x="0" y="371"/>
                  </a:lnTo>
                  <a:cubicBezTo>
                    <a:pt x="0" y="496"/>
                    <a:pt x="94" y="559"/>
                    <a:pt x="189" y="559"/>
                  </a:cubicBezTo>
                  <a:cubicBezTo>
                    <a:pt x="283" y="559"/>
                    <a:pt x="378" y="496"/>
                    <a:pt x="378" y="371"/>
                  </a:cubicBezTo>
                  <a:lnTo>
                    <a:pt x="378" y="213"/>
                  </a:lnTo>
                  <a:cubicBezTo>
                    <a:pt x="378" y="72"/>
                    <a:pt x="283" y="1"/>
                    <a:pt x="189" y="1"/>
                  </a:cubicBezTo>
                  <a:close/>
                </a:path>
              </a:pathLst>
            </a:custGeom>
            <a:solidFill>
              <a:srgbClr val="FEFF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8"/>
            <p:cNvSpPr/>
            <p:nvPr/>
          </p:nvSpPr>
          <p:spPr>
            <a:xfrm>
              <a:off x="1629000" y="817825"/>
              <a:ext cx="1626450" cy="120425"/>
            </a:xfrm>
            <a:custGeom>
              <a:avLst/>
              <a:gdLst/>
              <a:ahLst/>
              <a:cxnLst/>
              <a:rect l="l" t="t" r="r" b="b"/>
              <a:pathLst>
                <a:path w="65058" h="4817" extrusionOk="0">
                  <a:moveTo>
                    <a:pt x="64806" y="1"/>
                  </a:moveTo>
                  <a:lnTo>
                    <a:pt x="38911" y="1071"/>
                  </a:lnTo>
                  <a:cubicBezTo>
                    <a:pt x="30479" y="1417"/>
                    <a:pt x="22015" y="1574"/>
                    <a:pt x="13614" y="2329"/>
                  </a:cubicBezTo>
                  <a:cubicBezTo>
                    <a:pt x="9115" y="2675"/>
                    <a:pt x="4647" y="3399"/>
                    <a:pt x="242" y="4406"/>
                  </a:cubicBezTo>
                  <a:cubicBezTo>
                    <a:pt x="0" y="4466"/>
                    <a:pt x="78" y="4817"/>
                    <a:pt x="307" y="4817"/>
                  </a:cubicBezTo>
                  <a:cubicBezTo>
                    <a:pt x="317" y="4817"/>
                    <a:pt x="326" y="4816"/>
                    <a:pt x="336" y="4815"/>
                  </a:cubicBezTo>
                  <a:lnTo>
                    <a:pt x="368" y="4783"/>
                  </a:lnTo>
                  <a:cubicBezTo>
                    <a:pt x="8391" y="2864"/>
                    <a:pt x="16635" y="2392"/>
                    <a:pt x="24847" y="2046"/>
                  </a:cubicBezTo>
                  <a:cubicBezTo>
                    <a:pt x="33342" y="1669"/>
                    <a:pt x="41806" y="1322"/>
                    <a:pt x="50301" y="976"/>
                  </a:cubicBezTo>
                  <a:lnTo>
                    <a:pt x="64806" y="379"/>
                  </a:lnTo>
                  <a:cubicBezTo>
                    <a:pt x="65057" y="379"/>
                    <a:pt x="65057" y="1"/>
                    <a:pt x="648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8"/>
            <p:cNvSpPr/>
            <p:nvPr/>
          </p:nvSpPr>
          <p:spPr>
            <a:xfrm>
              <a:off x="3266450" y="813900"/>
              <a:ext cx="61375" cy="14225"/>
            </a:xfrm>
            <a:custGeom>
              <a:avLst/>
              <a:gdLst/>
              <a:ahLst/>
              <a:cxnLst/>
              <a:rect l="l" t="t" r="r" b="b"/>
              <a:pathLst>
                <a:path w="2455" h="569" extrusionOk="0">
                  <a:moveTo>
                    <a:pt x="2202" y="1"/>
                  </a:moveTo>
                  <a:lnTo>
                    <a:pt x="252" y="189"/>
                  </a:lnTo>
                  <a:cubicBezTo>
                    <a:pt x="9" y="189"/>
                    <a:pt x="0" y="569"/>
                    <a:pt x="225" y="569"/>
                  </a:cubicBezTo>
                  <a:cubicBezTo>
                    <a:pt x="233" y="569"/>
                    <a:pt x="242" y="568"/>
                    <a:pt x="252" y="567"/>
                  </a:cubicBezTo>
                  <a:lnTo>
                    <a:pt x="2202" y="410"/>
                  </a:lnTo>
                  <a:cubicBezTo>
                    <a:pt x="2454" y="410"/>
                    <a:pt x="2454" y="1"/>
                    <a:pt x="220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8"/>
            <p:cNvSpPr/>
            <p:nvPr/>
          </p:nvSpPr>
          <p:spPr>
            <a:xfrm>
              <a:off x="3338025" y="814700"/>
              <a:ext cx="16525" cy="10250"/>
            </a:xfrm>
            <a:custGeom>
              <a:avLst/>
              <a:gdLst/>
              <a:ahLst/>
              <a:cxnLst/>
              <a:rect l="l" t="t" r="r" b="b"/>
              <a:pathLst>
                <a:path w="661" h="410" extrusionOk="0">
                  <a:moveTo>
                    <a:pt x="252" y="0"/>
                  </a:moveTo>
                  <a:cubicBezTo>
                    <a:pt x="0" y="0"/>
                    <a:pt x="0" y="409"/>
                    <a:pt x="252" y="409"/>
                  </a:cubicBezTo>
                  <a:lnTo>
                    <a:pt x="378" y="409"/>
                  </a:lnTo>
                  <a:cubicBezTo>
                    <a:pt x="661" y="409"/>
                    <a:pt x="661" y="0"/>
                    <a:pt x="37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8"/>
            <p:cNvSpPr/>
            <p:nvPr/>
          </p:nvSpPr>
          <p:spPr>
            <a:xfrm>
              <a:off x="3376550" y="814700"/>
              <a:ext cx="1356925" cy="37775"/>
            </a:xfrm>
            <a:custGeom>
              <a:avLst/>
              <a:gdLst/>
              <a:ahLst/>
              <a:cxnLst/>
              <a:rect l="l" t="t" r="r" b="b"/>
              <a:pathLst>
                <a:path w="54277" h="1511" extrusionOk="0">
                  <a:moveTo>
                    <a:pt x="12240" y="0"/>
                  </a:moveTo>
                  <a:cubicBezTo>
                    <a:pt x="8244" y="0"/>
                    <a:pt x="4249" y="32"/>
                    <a:pt x="284" y="94"/>
                  </a:cubicBezTo>
                  <a:cubicBezTo>
                    <a:pt x="1" y="94"/>
                    <a:pt x="1" y="504"/>
                    <a:pt x="284" y="504"/>
                  </a:cubicBezTo>
                  <a:cubicBezTo>
                    <a:pt x="4625" y="425"/>
                    <a:pt x="8966" y="386"/>
                    <a:pt x="13305" y="386"/>
                  </a:cubicBezTo>
                  <a:cubicBezTo>
                    <a:pt x="22901" y="386"/>
                    <a:pt x="32492" y="576"/>
                    <a:pt x="42068" y="944"/>
                  </a:cubicBezTo>
                  <a:cubicBezTo>
                    <a:pt x="46064" y="1101"/>
                    <a:pt x="50028" y="1290"/>
                    <a:pt x="54024" y="1510"/>
                  </a:cubicBezTo>
                  <a:cubicBezTo>
                    <a:pt x="54276" y="1510"/>
                    <a:pt x="54276" y="1133"/>
                    <a:pt x="54024" y="1133"/>
                  </a:cubicBezTo>
                  <a:cubicBezTo>
                    <a:pt x="40117" y="346"/>
                    <a:pt x="26179" y="0"/>
                    <a:pt x="1224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8"/>
            <p:cNvSpPr/>
            <p:nvPr/>
          </p:nvSpPr>
          <p:spPr>
            <a:xfrm>
              <a:off x="4743675" y="844575"/>
              <a:ext cx="16525" cy="9475"/>
            </a:xfrm>
            <a:custGeom>
              <a:avLst/>
              <a:gdLst/>
              <a:ahLst/>
              <a:cxnLst/>
              <a:rect l="l" t="t" r="r" b="b"/>
              <a:pathLst>
                <a:path w="661" h="379" extrusionOk="0">
                  <a:moveTo>
                    <a:pt x="283" y="1"/>
                  </a:moveTo>
                  <a:cubicBezTo>
                    <a:pt x="0" y="1"/>
                    <a:pt x="0" y="378"/>
                    <a:pt x="283" y="378"/>
                  </a:cubicBezTo>
                  <a:lnTo>
                    <a:pt x="409" y="378"/>
                  </a:lnTo>
                  <a:cubicBezTo>
                    <a:pt x="661" y="378"/>
                    <a:pt x="661" y="1"/>
                    <a:pt x="40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8"/>
            <p:cNvSpPr/>
            <p:nvPr/>
          </p:nvSpPr>
          <p:spPr>
            <a:xfrm>
              <a:off x="4771875" y="839925"/>
              <a:ext cx="13100" cy="10975"/>
            </a:xfrm>
            <a:custGeom>
              <a:avLst/>
              <a:gdLst/>
              <a:ahLst/>
              <a:cxnLst/>
              <a:rect l="l" t="t" r="r" b="b"/>
              <a:pathLst>
                <a:path w="524" h="439" extrusionOk="0">
                  <a:moveTo>
                    <a:pt x="233" y="0"/>
                  </a:moveTo>
                  <a:cubicBezTo>
                    <a:pt x="145" y="0"/>
                    <a:pt x="63" y="55"/>
                    <a:pt x="36" y="187"/>
                  </a:cubicBezTo>
                  <a:cubicBezTo>
                    <a:pt x="0" y="349"/>
                    <a:pt x="109" y="439"/>
                    <a:pt x="220" y="439"/>
                  </a:cubicBezTo>
                  <a:cubicBezTo>
                    <a:pt x="248" y="439"/>
                    <a:pt x="276" y="433"/>
                    <a:pt x="302" y="421"/>
                  </a:cubicBezTo>
                  <a:lnTo>
                    <a:pt x="302" y="421"/>
                  </a:lnTo>
                  <a:cubicBezTo>
                    <a:pt x="319" y="425"/>
                    <a:pt x="336" y="427"/>
                    <a:pt x="352" y="427"/>
                  </a:cubicBezTo>
                  <a:cubicBezTo>
                    <a:pt x="443" y="427"/>
                    <a:pt x="523" y="371"/>
                    <a:pt x="508" y="250"/>
                  </a:cubicBezTo>
                  <a:cubicBezTo>
                    <a:pt x="490" y="104"/>
                    <a:pt x="355" y="0"/>
                    <a:pt x="23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38"/>
            <p:cNvSpPr/>
            <p:nvPr/>
          </p:nvSpPr>
          <p:spPr>
            <a:xfrm>
              <a:off x="4802650" y="843000"/>
              <a:ext cx="678850" cy="52775"/>
            </a:xfrm>
            <a:custGeom>
              <a:avLst/>
              <a:gdLst/>
              <a:ahLst/>
              <a:cxnLst/>
              <a:rect l="l" t="t" r="r" b="b"/>
              <a:pathLst>
                <a:path w="27154" h="2111" extrusionOk="0">
                  <a:moveTo>
                    <a:pt x="284" y="1"/>
                  </a:moveTo>
                  <a:cubicBezTo>
                    <a:pt x="1" y="1"/>
                    <a:pt x="1" y="410"/>
                    <a:pt x="284" y="410"/>
                  </a:cubicBezTo>
                  <a:cubicBezTo>
                    <a:pt x="9157" y="567"/>
                    <a:pt x="18030" y="1133"/>
                    <a:pt x="26902" y="2109"/>
                  </a:cubicBezTo>
                  <a:cubicBezTo>
                    <a:pt x="26912" y="2110"/>
                    <a:pt x="26921" y="2111"/>
                    <a:pt x="26929" y="2111"/>
                  </a:cubicBezTo>
                  <a:cubicBezTo>
                    <a:pt x="27154" y="2111"/>
                    <a:pt x="27145" y="1731"/>
                    <a:pt x="26902" y="1731"/>
                  </a:cubicBezTo>
                  <a:cubicBezTo>
                    <a:pt x="18061" y="756"/>
                    <a:pt x="9188" y="190"/>
                    <a:pt x="28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8"/>
            <p:cNvSpPr/>
            <p:nvPr/>
          </p:nvSpPr>
          <p:spPr>
            <a:xfrm>
              <a:off x="5497275" y="887175"/>
              <a:ext cx="36150" cy="13100"/>
            </a:xfrm>
            <a:custGeom>
              <a:avLst/>
              <a:gdLst/>
              <a:ahLst/>
              <a:cxnLst/>
              <a:rect l="l" t="t" r="r" b="b"/>
              <a:pathLst>
                <a:path w="1446" h="524" extrusionOk="0">
                  <a:moveTo>
                    <a:pt x="280" y="0"/>
                  </a:moveTo>
                  <a:cubicBezTo>
                    <a:pt x="108" y="0"/>
                    <a:pt x="0" y="262"/>
                    <a:pt x="187" y="342"/>
                  </a:cubicBezTo>
                  <a:cubicBezTo>
                    <a:pt x="421" y="459"/>
                    <a:pt x="671" y="523"/>
                    <a:pt x="926" y="523"/>
                  </a:cubicBezTo>
                  <a:cubicBezTo>
                    <a:pt x="1015" y="523"/>
                    <a:pt x="1105" y="515"/>
                    <a:pt x="1194" y="499"/>
                  </a:cubicBezTo>
                  <a:cubicBezTo>
                    <a:pt x="1436" y="469"/>
                    <a:pt x="1445" y="120"/>
                    <a:pt x="1223" y="120"/>
                  </a:cubicBezTo>
                  <a:cubicBezTo>
                    <a:pt x="1214" y="120"/>
                    <a:pt x="1204" y="120"/>
                    <a:pt x="1194" y="122"/>
                  </a:cubicBezTo>
                  <a:cubicBezTo>
                    <a:pt x="1123" y="129"/>
                    <a:pt x="1053" y="133"/>
                    <a:pt x="982" y="133"/>
                  </a:cubicBezTo>
                  <a:cubicBezTo>
                    <a:pt x="771" y="133"/>
                    <a:pt x="565" y="98"/>
                    <a:pt x="376" y="27"/>
                  </a:cubicBezTo>
                  <a:cubicBezTo>
                    <a:pt x="343" y="8"/>
                    <a:pt x="310" y="0"/>
                    <a:pt x="2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8"/>
            <p:cNvSpPr/>
            <p:nvPr/>
          </p:nvSpPr>
          <p:spPr>
            <a:xfrm>
              <a:off x="5546775" y="893350"/>
              <a:ext cx="13400" cy="10250"/>
            </a:xfrm>
            <a:custGeom>
              <a:avLst/>
              <a:gdLst/>
              <a:ahLst/>
              <a:cxnLst/>
              <a:rect l="l" t="t" r="r" b="b"/>
              <a:pathLst>
                <a:path w="536" h="410" extrusionOk="0">
                  <a:moveTo>
                    <a:pt x="284" y="0"/>
                  </a:moveTo>
                  <a:cubicBezTo>
                    <a:pt x="1" y="0"/>
                    <a:pt x="1" y="410"/>
                    <a:pt x="284" y="410"/>
                  </a:cubicBezTo>
                  <a:cubicBezTo>
                    <a:pt x="536" y="410"/>
                    <a:pt x="536" y="0"/>
                    <a:pt x="28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5576150" y="898800"/>
              <a:ext cx="158400" cy="35525"/>
            </a:xfrm>
            <a:custGeom>
              <a:avLst/>
              <a:gdLst/>
              <a:ahLst/>
              <a:cxnLst/>
              <a:rect l="l" t="t" r="r" b="b"/>
              <a:pathLst>
                <a:path w="6336" h="1421" extrusionOk="0">
                  <a:moveTo>
                    <a:pt x="304" y="1"/>
                  </a:moveTo>
                  <a:cubicBezTo>
                    <a:pt x="77" y="1"/>
                    <a:pt x="1" y="320"/>
                    <a:pt x="242" y="380"/>
                  </a:cubicBezTo>
                  <a:lnTo>
                    <a:pt x="5999" y="1419"/>
                  </a:lnTo>
                  <a:cubicBezTo>
                    <a:pt x="6010" y="1420"/>
                    <a:pt x="6019" y="1420"/>
                    <a:pt x="6029" y="1420"/>
                  </a:cubicBezTo>
                  <a:cubicBezTo>
                    <a:pt x="6258" y="1420"/>
                    <a:pt x="6336" y="1071"/>
                    <a:pt x="6094" y="1041"/>
                  </a:cubicBezTo>
                  <a:lnTo>
                    <a:pt x="336" y="3"/>
                  </a:lnTo>
                  <a:cubicBezTo>
                    <a:pt x="325" y="1"/>
                    <a:pt x="314" y="1"/>
                    <a:pt x="30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3758775" y="755800"/>
              <a:ext cx="53675" cy="54575"/>
            </a:xfrm>
            <a:custGeom>
              <a:avLst/>
              <a:gdLst/>
              <a:ahLst/>
              <a:cxnLst/>
              <a:rect l="l" t="t" r="r" b="b"/>
              <a:pathLst>
                <a:path w="2147" h="2183" extrusionOk="0">
                  <a:moveTo>
                    <a:pt x="266" y="1"/>
                  </a:moveTo>
                  <a:cubicBezTo>
                    <a:pt x="113" y="1"/>
                    <a:pt x="0" y="267"/>
                    <a:pt x="161" y="374"/>
                  </a:cubicBezTo>
                  <a:cubicBezTo>
                    <a:pt x="790" y="814"/>
                    <a:pt x="1325" y="1412"/>
                    <a:pt x="1734" y="2104"/>
                  </a:cubicBezTo>
                  <a:cubicBezTo>
                    <a:pt x="1771" y="2160"/>
                    <a:pt x="1824" y="2183"/>
                    <a:pt x="1878" y="2183"/>
                  </a:cubicBezTo>
                  <a:cubicBezTo>
                    <a:pt x="2009" y="2183"/>
                    <a:pt x="2147" y="2049"/>
                    <a:pt x="2080" y="1916"/>
                  </a:cubicBezTo>
                  <a:cubicBezTo>
                    <a:pt x="1639" y="1160"/>
                    <a:pt x="1073" y="531"/>
                    <a:pt x="349" y="28"/>
                  </a:cubicBezTo>
                  <a:cubicBezTo>
                    <a:pt x="321" y="9"/>
                    <a:pt x="293" y="1"/>
                    <a:pt x="26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3777775" y="751550"/>
              <a:ext cx="42900" cy="39150"/>
            </a:xfrm>
            <a:custGeom>
              <a:avLst/>
              <a:gdLst/>
              <a:ahLst/>
              <a:cxnLst/>
              <a:rect l="l" t="t" r="r" b="b"/>
              <a:pathLst>
                <a:path w="1716" h="1566" extrusionOk="0">
                  <a:moveTo>
                    <a:pt x="263" y="0"/>
                  </a:moveTo>
                  <a:cubicBezTo>
                    <a:pt x="101" y="0"/>
                    <a:pt x="1" y="257"/>
                    <a:pt x="156" y="387"/>
                  </a:cubicBezTo>
                  <a:cubicBezTo>
                    <a:pt x="596" y="670"/>
                    <a:pt x="974" y="1047"/>
                    <a:pt x="1289" y="1488"/>
                  </a:cubicBezTo>
                  <a:cubicBezTo>
                    <a:pt x="1325" y="1542"/>
                    <a:pt x="1379" y="1565"/>
                    <a:pt x="1435" y="1565"/>
                  </a:cubicBezTo>
                  <a:cubicBezTo>
                    <a:pt x="1572" y="1565"/>
                    <a:pt x="1715" y="1424"/>
                    <a:pt x="1603" y="1268"/>
                  </a:cubicBezTo>
                  <a:cubicBezTo>
                    <a:pt x="1257" y="796"/>
                    <a:pt x="848" y="387"/>
                    <a:pt x="376" y="40"/>
                  </a:cubicBezTo>
                  <a:cubicBezTo>
                    <a:pt x="337" y="12"/>
                    <a:pt x="299" y="0"/>
                    <a:pt x="26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3813425" y="754350"/>
              <a:ext cx="13875" cy="61425"/>
            </a:xfrm>
            <a:custGeom>
              <a:avLst/>
              <a:gdLst/>
              <a:ahLst/>
              <a:cxnLst/>
              <a:rect l="l" t="t" r="r" b="b"/>
              <a:pathLst>
                <a:path w="555" h="2457" extrusionOk="0">
                  <a:moveTo>
                    <a:pt x="243" y="1"/>
                  </a:moveTo>
                  <a:cubicBezTo>
                    <a:pt x="125" y="1"/>
                    <a:pt x="1" y="94"/>
                    <a:pt x="20" y="243"/>
                  </a:cubicBezTo>
                  <a:cubicBezTo>
                    <a:pt x="146" y="904"/>
                    <a:pt x="146" y="1565"/>
                    <a:pt x="20" y="2194"/>
                  </a:cubicBezTo>
                  <a:cubicBezTo>
                    <a:pt x="0" y="2349"/>
                    <a:pt x="137" y="2457"/>
                    <a:pt x="259" y="2457"/>
                  </a:cubicBezTo>
                  <a:cubicBezTo>
                    <a:pt x="335" y="2457"/>
                    <a:pt x="405" y="2416"/>
                    <a:pt x="429" y="2320"/>
                  </a:cubicBezTo>
                  <a:cubicBezTo>
                    <a:pt x="555" y="1596"/>
                    <a:pt x="555" y="872"/>
                    <a:pt x="429" y="149"/>
                  </a:cubicBezTo>
                  <a:cubicBezTo>
                    <a:pt x="403" y="46"/>
                    <a:pt x="325" y="1"/>
                    <a:pt x="24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8"/>
            <p:cNvSpPr/>
            <p:nvPr/>
          </p:nvSpPr>
          <p:spPr>
            <a:xfrm>
              <a:off x="3833575" y="769075"/>
              <a:ext cx="11825" cy="48775"/>
            </a:xfrm>
            <a:custGeom>
              <a:avLst/>
              <a:gdLst/>
              <a:ahLst/>
              <a:cxnLst/>
              <a:rect l="l" t="t" r="r" b="b"/>
              <a:pathLst>
                <a:path w="473" h="1951" extrusionOk="0">
                  <a:moveTo>
                    <a:pt x="284" y="0"/>
                  </a:moveTo>
                  <a:cubicBezTo>
                    <a:pt x="189" y="0"/>
                    <a:pt x="95" y="63"/>
                    <a:pt x="95" y="189"/>
                  </a:cubicBezTo>
                  <a:cubicBezTo>
                    <a:pt x="63" y="724"/>
                    <a:pt x="32" y="1227"/>
                    <a:pt x="0" y="1762"/>
                  </a:cubicBezTo>
                  <a:cubicBezTo>
                    <a:pt x="0" y="1888"/>
                    <a:pt x="95" y="1951"/>
                    <a:pt x="189" y="1951"/>
                  </a:cubicBezTo>
                  <a:cubicBezTo>
                    <a:pt x="284" y="1951"/>
                    <a:pt x="378" y="1888"/>
                    <a:pt x="378" y="1762"/>
                  </a:cubicBezTo>
                  <a:cubicBezTo>
                    <a:pt x="409" y="1227"/>
                    <a:pt x="441" y="724"/>
                    <a:pt x="472" y="189"/>
                  </a:cubicBezTo>
                  <a:cubicBezTo>
                    <a:pt x="472" y="63"/>
                    <a:pt x="378" y="0"/>
                    <a:pt x="28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38"/>
            <p:cNvSpPr/>
            <p:nvPr/>
          </p:nvSpPr>
          <p:spPr>
            <a:xfrm>
              <a:off x="3853250" y="785775"/>
              <a:ext cx="10250" cy="22450"/>
            </a:xfrm>
            <a:custGeom>
              <a:avLst/>
              <a:gdLst/>
              <a:ahLst/>
              <a:cxnLst/>
              <a:rect l="l" t="t" r="r" b="b"/>
              <a:pathLst>
                <a:path w="410" h="898" extrusionOk="0">
                  <a:moveTo>
                    <a:pt x="205" y="1"/>
                  </a:moveTo>
                  <a:cubicBezTo>
                    <a:pt x="102" y="1"/>
                    <a:pt x="0" y="72"/>
                    <a:pt x="0" y="213"/>
                  </a:cubicBezTo>
                  <a:lnTo>
                    <a:pt x="0" y="685"/>
                  </a:lnTo>
                  <a:cubicBezTo>
                    <a:pt x="0" y="827"/>
                    <a:pt x="102" y="898"/>
                    <a:pt x="205" y="898"/>
                  </a:cubicBezTo>
                  <a:cubicBezTo>
                    <a:pt x="307" y="898"/>
                    <a:pt x="409" y="827"/>
                    <a:pt x="409" y="685"/>
                  </a:cubicBezTo>
                  <a:lnTo>
                    <a:pt x="409" y="213"/>
                  </a:lnTo>
                  <a:cubicBezTo>
                    <a:pt x="409" y="72"/>
                    <a:pt x="307" y="1"/>
                    <a:pt x="2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38"/>
            <p:cNvSpPr/>
            <p:nvPr/>
          </p:nvSpPr>
          <p:spPr>
            <a:xfrm>
              <a:off x="3854025" y="754125"/>
              <a:ext cx="13400" cy="9450"/>
            </a:xfrm>
            <a:custGeom>
              <a:avLst/>
              <a:gdLst/>
              <a:ahLst/>
              <a:cxnLst/>
              <a:rect l="l" t="t" r="r" b="b"/>
              <a:pathLst>
                <a:path w="536" h="378" extrusionOk="0">
                  <a:moveTo>
                    <a:pt x="252" y="0"/>
                  </a:moveTo>
                  <a:cubicBezTo>
                    <a:pt x="0" y="0"/>
                    <a:pt x="0" y="378"/>
                    <a:pt x="252" y="378"/>
                  </a:cubicBezTo>
                  <a:cubicBezTo>
                    <a:pt x="535" y="378"/>
                    <a:pt x="535" y="0"/>
                    <a:pt x="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38"/>
            <p:cNvSpPr/>
            <p:nvPr/>
          </p:nvSpPr>
          <p:spPr>
            <a:xfrm>
              <a:off x="3844575" y="736825"/>
              <a:ext cx="12625" cy="10250"/>
            </a:xfrm>
            <a:custGeom>
              <a:avLst/>
              <a:gdLst/>
              <a:ahLst/>
              <a:cxnLst/>
              <a:rect l="l" t="t" r="r" b="b"/>
              <a:pathLst>
                <a:path w="505" h="410" extrusionOk="0">
                  <a:moveTo>
                    <a:pt x="253" y="0"/>
                  </a:moveTo>
                  <a:cubicBezTo>
                    <a:pt x="1" y="0"/>
                    <a:pt x="1" y="409"/>
                    <a:pt x="253" y="409"/>
                  </a:cubicBezTo>
                  <a:cubicBezTo>
                    <a:pt x="504" y="409"/>
                    <a:pt x="504" y="0"/>
                    <a:pt x="2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38"/>
            <p:cNvSpPr/>
            <p:nvPr/>
          </p:nvSpPr>
          <p:spPr>
            <a:xfrm>
              <a:off x="3856375" y="780875"/>
              <a:ext cx="68950" cy="33825"/>
            </a:xfrm>
            <a:custGeom>
              <a:avLst/>
              <a:gdLst/>
              <a:ahLst/>
              <a:cxnLst/>
              <a:rect l="l" t="t" r="r" b="b"/>
              <a:pathLst>
                <a:path w="2758" h="1353" extrusionOk="0">
                  <a:moveTo>
                    <a:pt x="253" y="0"/>
                  </a:moveTo>
                  <a:cubicBezTo>
                    <a:pt x="1" y="0"/>
                    <a:pt x="1" y="409"/>
                    <a:pt x="253" y="409"/>
                  </a:cubicBezTo>
                  <a:lnTo>
                    <a:pt x="284" y="409"/>
                  </a:lnTo>
                  <a:cubicBezTo>
                    <a:pt x="1039" y="441"/>
                    <a:pt x="1763" y="755"/>
                    <a:pt x="2329" y="1290"/>
                  </a:cubicBezTo>
                  <a:cubicBezTo>
                    <a:pt x="2373" y="1334"/>
                    <a:pt x="2422" y="1352"/>
                    <a:pt x="2469" y="1352"/>
                  </a:cubicBezTo>
                  <a:cubicBezTo>
                    <a:pt x="2624" y="1352"/>
                    <a:pt x="2757" y="1152"/>
                    <a:pt x="2612" y="1007"/>
                  </a:cubicBezTo>
                  <a:cubicBezTo>
                    <a:pt x="1983" y="409"/>
                    <a:pt x="1134" y="32"/>
                    <a:pt x="2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8"/>
            <p:cNvSpPr/>
            <p:nvPr/>
          </p:nvSpPr>
          <p:spPr>
            <a:xfrm>
              <a:off x="3873700" y="762000"/>
              <a:ext cx="58975" cy="25075"/>
            </a:xfrm>
            <a:custGeom>
              <a:avLst/>
              <a:gdLst/>
              <a:ahLst/>
              <a:cxnLst/>
              <a:rect l="l" t="t" r="r" b="b"/>
              <a:pathLst>
                <a:path w="2359" h="1003" extrusionOk="0">
                  <a:moveTo>
                    <a:pt x="252" y="0"/>
                  </a:moveTo>
                  <a:cubicBezTo>
                    <a:pt x="0" y="0"/>
                    <a:pt x="0" y="409"/>
                    <a:pt x="252" y="409"/>
                  </a:cubicBezTo>
                  <a:cubicBezTo>
                    <a:pt x="881" y="440"/>
                    <a:pt x="1447" y="629"/>
                    <a:pt x="1982" y="975"/>
                  </a:cubicBezTo>
                  <a:cubicBezTo>
                    <a:pt x="2015" y="994"/>
                    <a:pt x="2048" y="1002"/>
                    <a:pt x="2078" y="1002"/>
                  </a:cubicBezTo>
                  <a:cubicBezTo>
                    <a:pt x="2250" y="1002"/>
                    <a:pt x="2358" y="736"/>
                    <a:pt x="2171" y="629"/>
                  </a:cubicBezTo>
                  <a:cubicBezTo>
                    <a:pt x="1605" y="252"/>
                    <a:pt x="944" y="63"/>
                    <a:pt x="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8"/>
            <p:cNvSpPr/>
            <p:nvPr/>
          </p:nvSpPr>
          <p:spPr>
            <a:xfrm>
              <a:off x="3890925" y="736150"/>
              <a:ext cx="26600" cy="15675"/>
            </a:xfrm>
            <a:custGeom>
              <a:avLst/>
              <a:gdLst/>
              <a:ahLst/>
              <a:cxnLst/>
              <a:rect l="l" t="t" r="r" b="b"/>
              <a:pathLst>
                <a:path w="1064" h="627" extrusionOk="0">
                  <a:moveTo>
                    <a:pt x="285" y="0"/>
                  </a:moveTo>
                  <a:cubicBezTo>
                    <a:pt x="113" y="0"/>
                    <a:pt x="0" y="266"/>
                    <a:pt x="161" y="373"/>
                  </a:cubicBezTo>
                  <a:lnTo>
                    <a:pt x="161" y="405"/>
                  </a:lnTo>
                  <a:cubicBezTo>
                    <a:pt x="318" y="499"/>
                    <a:pt x="507" y="594"/>
                    <a:pt x="695" y="625"/>
                  </a:cubicBezTo>
                  <a:cubicBezTo>
                    <a:pt x="706" y="626"/>
                    <a:pt x="715" y="627"/>
                    <a:pt x="725" y="627"/>
                  </a:cubicBezTo>
                  <a:cubicBezTo>
                    <a:pt x="957" y="627"/>
                    <a:pt x="1063" y="276"/>
                    <a:pt x="821" y="216"/>
                  </a:cubicBezTo>
                  <a:cubicBezTo>
                    <a:pt x="633" y="184"/>
                    <a:pt x="507" y="122"/>
                    <a:pt x="381" y="27"/>
                  </a:cubicBezTo>
                  <a:cubicBezTo>
                    <a:pt x="348" y="8"/>
                    <a:pt x="316" y="0"/>
                    <a:pt x="28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8"/>
            <p:cNvSpPr/>
            <p:nvPr/>
          </p:nvSpPr>
          <p:spPr>
            <a:xfrm>
              <a:off x="3922275" y="731825"/>
              <a:ext cx="16725" cy="83950"/>
            </a:xfrm>
            <a:custGeom>
              <a:avLst/>
              <a:gdLst/>
              <a:ahLst/>
              <a:cxnLst/>
              <a:rect l="l" t="t" r="r" b="b"/>
              <a:pathLst>
                <a:path w="669" h="3358" extrusionOk="0">
                  <a:moveTo>
                    <a:pt x="249" y="0"/>
                  </a:moveTo>
                  <a:cubicBezTo>
                    <a:pt x="130" y="0"/>
                    <a:pt x="0" y="108"/>
                    <a:pt x="39" y="263"/>
                  </a:cubicBezTo>
                  <a:cubicBezTo>
                    <a:pt x="228" y="1176"/>
                    <a:pt x="260" y="2151"/>
                    <a:pt x="134" y="3095"/>
                  </a:cubicBezTo>
                  <a:cubicBezTo>
                    <a:pt x="114" y="3250"/>
                    <a:pt x="251" y="3358"/>
                    <a:pt x="366" y="3358"/>
                  </a:cubicBezTo>
                  <a:cubicBezTo>
                    <a:pt x="437" y="3358"/>
                    <a:pt x="499" y="3317"/>
                    <a:pt x="511" y="3221"/>
                  </a:cubicBezTo>
                  <a:cubicBezTo>
                    <a:pt x="669" y="2182"/>
                    <a:pt x="637" y="1144"/>
                    <a:pt x="417" y="137"/>
                  </a:cubicBezTo>
                  <a:cubicBezTo>
                    <a:pt x="393" y="41"/>
                    <a:pt x="323" y="0"/>
                    <a:pt x="24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38"/>
            <p:cNvSpPr/>
            <p:nvPr/>
          </p:nvSpPr>
          <p:spPr>
            <a:xfrm>
              <a:off x="3946050" y="732100"/>
              <a:ext cx="14200" cy="81050"/>
            </a:xfrm>
            <a:custGeom>
              <a:avLst/>
              <a:gdLst/>
              <a:ahLst/>
              <a:cxnLst/>
              <a:rect l="l" t="t" r="r" b="b"/>
              <a:pathLst>
                <a:path w="568" h="3242" extrusionOk="0">
                  <a:moveTo>
                    <a:pt x="186" y="0"/>
                  </a:moveTo>
                  <a:cubicBezTo>
                    <a:pt x="87" y="0"/>
                    <a:pt x="1" y="63"/>
                    <a:pt x="32" y="189"/>
                  </a:cubicBezTo>
                  <a:cubicBezTo>
                    <a:pt x="127" y="1133"/>
                    <a:pt x="158" y="2108"/>
                    <a:pt x="95" y="3052"/>
                  </a:cubicBezTo>
                  <a:cubicBezTo>
                    <a:pt x="79" y="3178"/>
                    <a:pt x="174" y="3241"/>
                    <a:pt x="272" y="3241"/>
                  </a:cubicBezTo>
                  <a:cubicBezTo>
                    <a:pt x="370" y="3241"/>
                    <a:pt x="473" y="3178"/>
                    <a:pt x="473" y="3052"/>
                  </a:cubicBezTo>
                  <a:cubicBezTo>
                    <a:pt x="567" y="2108"/>
                    <a:pt x="536" y="1133"/>
                    <a:pt x="410" y="189"/>
                  </a:cubicBezTo>
                  <a:cubicBezTo>
                    <a:pt x="394" y="63"/>
                    <a:pt x="284" y="0"/>
                    <a:pt x="18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38"/>
            <p:cNvSpPr/>
            <p:nvPr/>
          </p:nvSpPr>
          <p:spPr>
            <a:xfrm>
              <a:off x="3967300" y="756475"/>
              <a:ext cx="13400" cy="58100"/>
            </a:xfrm>
            <a:custGeom>
              <a:avLst/>
              <a:gdLst/>
              <a:ahLst/>
              <a:cxnLst/>
              <a:rect l="l" t="t" r="r" b="b"/>
              <a:pathLst>
                <a:path w="536" h="2324" extrusionOk="0">
                  <a:moveTo>
                    <a:pt x="346" y="1"/>
                  </a:moveTo>
                  <a:cubicBezTo>
                    <a:pt x="252" y="1"/>
                    <a:pt x="158" y="64"/>
                    <a:pt x="158" y="190"/>
                  </a:cubicBezTo>
                  <a:cubicBezTo>
                    <a:pt x="158" y="670"/>
                    <a:pt x="158" y="1133"/>
                    <a:pt x="158" y="1604"/>
                  </a:cubicBezTo>
                  <a:lnTo>
                    <a:pt x="158" y="1604"/>
                  </a:lnTo>
                  <a:cubicBezTo>
                    <a:pt x="114" y="1627"/>
                    <a:pt x="79" y="1668"/>
                    <a:pt x="63" y="1731"/>
                  </a:cubicBezTo>
                  <a:cubicBezTo>
                    <a:pt x="0" y="1889"/>
                    <a:pt x="63" y="2077"/>
                    <a:pt x="158" y="2235"/>
                  </a:cubicBezTo>
                  <a:cubicBezTo>
                    <a:pt x="194" y="2296"/>
                    <a:pt x="260" y="2324"/>
                    <a:pt x="326" y="2324"/>
                  </a:cubicBezTo>
                  <a:cubicBezTo>
                    <a:pt x="430" y="2324"/>
                    <a:pt x="535" y="2256"/>
                    <a:pt x="535" y="2140"/>
                  </a:cubicBezTo>
                  <a:cubicBezTo>
                    <a:pt x="535" y="1480"/>
                    <a:pt x="535" y="850"/>
                    <a:pt x="535" y="190"/>
                  </a:cubicBezTo>
                  <a:cubicBezTo>
                    <a:pt x="535" y="64"/>
                    <a:pt x="441" y="1"/>
                    <a:pt x="34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38"/>
            <p:cNvSpPr/>
            <p:nvPr/>
          </p:nvSpPr>
          <p:spPr>
            <a:xfrm>
              <a:off x="3969650" y="729725"/>
              <a:ext cx="14975" cy="10275"/>
            </a:xfrm>
            <a:custGeom>
              <a:avLst/>
              <a:gdLst/>
              <a:ahLst/>
              <a:cxnLst/>
              <a:rect l="l" t="t" r="r" b="b"/>
              <a:pathLst>
                <a:path w="599" h="411" extrusionOk="0">
                  <a:moveTo>
                    <a:pt x="252" y="1"/>
                  </a:moveTo>
                  <a:cubicBezTo>
                    <a:pt x="1" y="1"/>
                    <a:pt x="1" y="410"/>
                    <a:pt x="252" y="410"/>
                  </a:cubicBezTo>
                  <a:lnTo>
                    <a:pt x="347" y="410"/>
                  </a:lnTo>
                  <a:cubicBezTo>
                    <a:pt x="598" y="410"/>
                    <a:pt x="598" y="1"/>
                    <a:pt x="34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38"/>
            <p:cNvSpPr/>
            <p:nvPr/>
          </p:nvSpPr>
          <p:spPr>
            <a:xfrm>
              <a:off x="3974075" y="783825"/>
              <a:ext cx="51325" cy="41025"/>
            </a:xfrm>
            <a:custGeom>
              <a:avLst/>
              <a:gdLst/>
              <a:ahLst/>
              <a:cxnLst/>
              <a:rect l="l" t="t" r="r" b="b"/>
              <a:pathLst>
                <a:path w="2053" h="1641" extrusionOk="0">
                  <a:moveTo>
                    <a:pt x="272" y="1"/>
                  </a:moveTo>
                  <a:cubicBezTo>
                    <a:pt x="63" y="1"/>
                    <a:pt x="0" y="330"/>
                    <a:pt x="233" y="417"/>
                  </a:cubicBezTo>
                  <a:cubicBezTo>
                    <a:pt x="831" y="574"/>
                    <a:pt x="1334" y="983"/>
                    <a:pt x="1617" y="1550"/>
                  </a:cubicBezTo>
                  <a:cubicBezTo>
                    <a:pt x="1654" y="1614"/>
                    <a:pt x="1710" y="1641"/>
                    <a:pt x="1767" y="1641"/>
                  </a:cubicBezTo>
                  <a:cubicBezTo>
                    <a:pt x="1905" y="1641"/>
                    <a:pt x="2052" y="1485"/>
                    <a:pt x="1963" y="1329"/>
                  </a:cubicBezTo>
                  <a:cubicBezTo>
                    <a:pt x="1617" y="700"/>
                    <a:pt x="1019" y="228"/>
                    <a:pt x="327" y="8"/>
                  </a:cubicBezTo>
                  <a:cubicBezTo>
                    <a:pt x="308" y="3"/>
                    <a:pt x="290" y="1"/>
                    <a:pt x="2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38"/>
            <p:cNvSpPr/>
            <p:nvPr/>
          </p:nvSpPr>
          <p:spPr>
            <a:xfrm>
              <a:off x="3982150" y="762875"/>
              <a:ext cx="66850" cy="55750"/>
            </a:xfrm>
            <a:custGeom>
              <a:avLst/>
              <a:gdLst/>
              <a:ahLst/>
              <a:cxnLst/>
              <a:rect l="l" t="t" r="r" b="b"/>
              <a:pathLst>
                <a:path w="2674" h="2230" extrusionOk="0">
                  <a:moveTo>
                    <a:pt x="286" y="1"/>
                  </a:moveTo>
                  <a:cubicBezTo>
                    <a:pt x="113" y="1"/>
                    <a:pt x="1" y="267"/>
                    <a:pt x="161" y="374"/>
                  </a:cubicBezTo>
                  <a:cubicBezTo>
                    <a:pt x="948" y="877"/>
                    <a:pt x="1672" y="1475"/>
                    <a:pt x="2269" y="2167"/>
                  </a:cubicBezTo>
                  <a:cubicBezTo>
                    <a:pt x="2306" y="2211"/>
                    <a:pt x="2349" y="2230"/>
                    <a:pt x="2392" y="2230"/>
                  </a:cubicBezTo>
                  <a:cubicBezTo>
                    <a:pt x="2535" y="2230"/>
                    <a:pt x="2673" y="2029"/>
                    <a:pt x="2553" y="1884"/>
                  </a:cubicBezTo>
                  <a:cubicBezTo>
                    <a:pt x="1923" y="1161"/>
                    <a:pt x="1168" y="531"/>
                    <a:pt x="382" y="28"/>
                  </a:cubicBezTo>
                  <a:cubicBezTo>
                    <a:pt x="349" y="9"/>
                    <a:pt x="316" y="1"/>
                    <a:pt x="28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38"/>
            <p:cNvSpPr/>
            <p:nvPr/>
          </p:nvSpPr>
          <p:spPr>
            <a:xfrm>
              <a:off x="3996250" y="746575"/>
              <a:ext cx="60625" cy="46875"/>
            </a:xfrm>
            <a:custGeom>
              <a:avLst/>
              <a:gdLst/>
              <a:ahLst/>
              <a:cxnLst/>
              <a:rect l="l" t="t" r="r" b="b"/>
              <a:pathLst>
                <a:path w="2425" h="1875" extrusionOk="0">
                  <a:moveTo>
                    <a:pt x="296" y="0"/>
                  </a:moveTo>
                  <a:cubicBezTo>
                    <a:pt x="119" y="0"/>
                    <a:pt x="1" y="230"/>
                    <a:pt x="164" y="365"/>
                  </a:cubicBezTo>
                  <a:lnTo>
                    <a:pt x="195" y="365"/>
                  </a:lnTo>
                  <a:cubicBezTo>
                    <a:pt x="856" y="743"/>
                    <a:pt x="1485" y="1246"/>
                    <a:pt x="2020" y="1813"/>
                  </a:cubicBezTo>
                  <a:cubicBezTo>
                    <a:pt x="2057" y="1857"/>
                    <a:pt x="2100" y="1875"/>
                    <a:pt x="2143" y="1875"/>
                  </a:cubicBezTo>
                  <a:cubicBezTo>
                    <a:pt x="2285" y="1875"/>
                    <a:pt x="2424" y="1674"/>
                    <a:pt x="2303" y="1529"/>
                  </a:cubicBezTo>
                  <a:cubicBezTo>
                    <a:pt x="1737" y="932"/>
                    <a:pt x="1076" y="428"/>
                    <a:pt x="384" y="19"/>
                  </a:cubicBezTo>
                  <a:cubicBezTo>
                    <a:pt x="354" y="6"/>
                    <a:pt x="324" y="0"/>
                    <a:pt x="29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38"/>
            <p:cNvSpPr/>
            <p:nvPr/>
          </p:nvSpPr>
          <p:spPr>
            <a:xfrm>
              <a:off x="4060900" y="798950"/>
              <a:ext cx="14975" cy="9475"/>
            </a:xfrm>
            <a:custGeom>
              <a:avLst/>
              <a:gdLst/>
              <a:ahLst/>
              <a:cxnLst/>
              <a:rect l="l" t="t" r="r" b="b"/>
              <a:pathLst>
                <a:path w="599" h="379" extrusionOk="0">
                  <a:moveTo>
                    <a:pt x="252" y="1"/>
                  </a:moveTo>
                  <a:cubicBezTo>
                    <a:pt x="0" y="1"/>
                    <a:pt x="0" y="378"/>
                    <a:pt x="252" y="378"/>
                  </a:cubicBezTo>
                  <a:lnTo>
                    <a:pt x="347" y="378"/>
                  </a:lnTo>
                  <a:cubicBezTo>
                    <a:pt x="598" y="378"/>
                    <a:pt x="598" y="1"/>
                    <a:pt x="34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38"/>
            <p:cNvSpPr/>
            <p:nvPr/>
          </p:nvSpPr>
          <p:spPr>
            <a:xfrm>
              <a:off x="4068900" y="763975"/>
              <a:ext cx="41225" cy="61300"/>
            </a:xfrm>
            <a:custGeom>
              <a:avLst/>
              <a:gdLst/>
              <a:ahLst/>
              <a:cxnLst/>
              <a:rect l="l" t="t" r="r" b="b"/>
              <a:pathLst>
                <a:path w="1649" h="2452" extrusionOk="0">
                  <a:moveTo>
                    <a:pt x="1371" y="0"/>
                  </a:moveTo>
                  <a:cubicBezTo>
                    <a:pt x="1315" y="0"/>
                    <a:pt x="1259" y="23"/>
                    <a:pt x="1222" y="78"/>
                  </a:cubicBezTo>
                  <a:cubicBezTo>
                    <a:pt x="719" y="708"/>
                    <a:pt x="341" y="1431"/>
                    <a:pt x="58" y="2218"/>
                  </a:cubicBezTo>
                  <a:cubicBezTo>
                    <a:pt x="1" y="2352"/>
                    <a:pt x="118" y="2451"/>
                    <a:pt x="248" y="2451"/>
                  </a:cubicBezTo>
                  <a:cubicBezTo>
                    <a:pt x="330" y="2451"/>
                    <a:pt x="418" y="2411"/>
                    <a:pt x="467" y="2312"/>
                  </a:cubicBezTo>
                  <a:lnTo>
                    <a:pt x="436" y="2312"/>
                  </a:lnTo>
                  <a:cubicBezTo>
                    <a:pt x="687" y="1589"/>
                    <a:pt x="1065" y="896"/>
                    <a:pt x="1537" y="267"/>
                  </a:cubicBezTo>
                  <a:cubicBezTo>
                    <a:pt x="1648" y="134"/>
                    <a:pt x="1508" y="0"/>
                    <a:pt x="13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38"/>
            <p:cNvSpPr/>
            <p:nvPr/>
          </p:nvSpPr>
          <p:spPr>
            <a:xfrm>
              <a:off x="4092575" y="773700"/>
              <a:ext cx="35000" cy="52125"/>
            </a:xfrm>
            <a:custGeom>
              <a:avLst/>
              <a:gdLst/>
              <a:ahLst/>
              <a:cxnLst/>
              <a:rect l="l" t="t" r="r" b="b"/>
              <a:pathLst>
                <a:path w="1400" h="2085" extrusionOk="0">
                  <a:moveTo>
                    <a:pt x="1130" y="0"/>
                  </a:moveTo>
                  <a:cubicBezTo>
                    <a:pt x="1069" y="0"/>
                    <a:pt x="1007" y="29"/>
                    <a:pt x="967" y="98"/>
                  </a:cubicBezTo>
                  <a:lnTo>
                    <a:pt x="86" y="1797"/>
                  </a:lnTo>
                  <a:cubicBezTo>
                    <a:pt x="0" y="1948"/>
                    <a:pt x="135" y="2084"/>
                    <a:pt x="270" y="2084"/>
                  </a:cubicBezTo>
                  <a:cubicBezTo>
                    <a:pt x="331" y="2084"/>
                    <a:pt x="393" y="2056"/>
                    <a:pt x="433" y="1986"/>
                  </a:cubicBezTo>
                  <a:lnTo>
                    <a:pt x="433" y="1955"/>
                  </a:lnTo>
                  <a:lnTo>
                    <a:pt x="1314" y="287"/>
                  </a:lnTo>
                  <a:cubicBezTo>
                    <a:pt x="1400" y="136"/>
                    <a:pt x="1264" y="0"/>
                    <a:pt x="11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38"/>
            <p:cNvSpPr/>
            <p:nvPr/>
          </p:nvSpPr>
          <p:spPr>
            <a:xfrm>
              <a:off x="4126975" y="759625"/>
              <a:ext cx="12600" cy="9475"/>
            </a:xfrm>
            <a:custGeom>
              <a:avLst/>
              <a:gdLst/>
              <a:ahLst/>
              <a:cxnLst/>
              <a:rect l="l" t="t" r="r" b="b"/>
              <a:pathLst>
                <a:path w="504" h="379" extrusionOk="0">
                  <a:moveTo>
                    <a:pt x="252" y="1"/>
                  </a:moveTo>
                  <a:cubicBezTo>
                    <a:pt x="0" y="1"/>
                    <a:pt x="0" y="378"/>
                    <a:pt x="252" y="378"/>
                  </a:cubicBezTo>
                  <a:cubicBezTo>
                    <a:pt x="504" y="378"/>
                    <a:pt x="504" y="1"/>
                    <a:pt x="25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38"/>
            <p:cNvSpPr/>
            <p:nvPr/>
          </p:nvSpPr>
          <p:spPr>
            <a:xfrm>
              <a:off x="4103850" y="793275"/>
              <a:ext cx="51200" cy="32125"/>
            </a:xfrm>
            <a:custGeom>
              <a:avLst/>
              <a:gdLst/>
              <a:ahLst/>
              <a:cxnLst/>
              <a:rect l="l" t="t" r="r" b="b"/>
              <a:pathLst>
                <a:path w="2048" h="1285" extrusionOk="0">
                  <a:moveTo>
                    <a:pt x="273" y="1"/>
                  </a:moveTo>
                  <a:cubicBezTo>
                    <a:pt x="64" y="1"/>
                    <a:pt x="1" y="329"/>
                    <a:pt x="233" y="417"/>
                  </a:cubicBezTo>
                  <a:cubicBezTo>
                    <a:pt x="768" y="574"/>
                    <a:pt x="1240" y="857"/>
                    <a:pt x="1618" y="1235"/>
                  </a:cubicBezTo>
                  <a:cubicBezTo>
                    <a:pt x="1659" y="1269"/>
                    <a:pt x="1705" y="1284"/>
                    <a:pt x="1750" y="1284"/>
                  </a:cubicBezTo>
                  <a:cubicBezTo>
                    <a:pt x="1908" y="1284"/>
                    <a:pt x="2048" y="1099"/>
                    <a:pt x="1901" y="951"/>
                  </a:cubicBezTo>
                  <a:cubicBezTo>
                    <a:pt x="1460" y="542"/>
                    <a:pt x="925" y="228"/>
                    <a:pt x="328" y="8"/>
                  </a:cubicBezTo>
                  <a:cubicBezTo>
                    <a:pt x="308" y="3"/>
                    <a:pt x="290" y="1"/>
                    <a:pt x="2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38"/>
            <p:cNvSpPr/>
            <p:nvPr/>
          </p:nvSpPr>
          <p:spPr>
            <a:xfrm>
              <a:off x="4134125" y="778850"/>
              <a:ext cx="58250" cy="41800"/>
            </a:xfrm>
            <a:custGeom>
              <a:avLst/>
              <a:gdLst/>
              <a:ahLst/>
              <a:cxnLst/>
              <a:rect l="l" t="t" r="r" b="b"/>
              <a:pathLst>
                <a:path w="2330" h="1672" extrusionOk="0">
                  <a:moveTo>
                    <a:pt x="278" y="0"/>
                  </a:moveTo>
                  <a:cubicBezTo>
                    <a:pt x="127" y="0"/>
                    <a:pt x="1" y="186"/>
                    <a:pt x="123" y="333"/>
                  </a:cubicBezTo>
                  <a:cubicBezTo>
                    <a:pt x="658" y="868"/>
                    <a:pt x="1256" y="1308"/>
                    <a:pt x="1948" y="1654"/>
                  </a:cubicBezTo>
                  <a:cubicBezTo>
                    <a:pt x="1976" y="1666"/>
                    <a:pt x="2004" y="1672"/>
                    <a:pt x="2030" y="1672"/>
                  </a:cubicBezTo>
                  <a:cubicBezTo>
                    <a:pt x="2210" y="1672"/>
                    <a:pt x="2329" y="1418"/>
                    <a:pt x="2137" y="1308"/>
                  </a:cubicBezTo>
                  <a:cubicBezTo>
                    <a:pt x="1508" y="962"/>
                    <a:pt x="910" y="553"/>
                    <a:pt x="407" y="50"/>
                  </a:cubicBezTo>
                  <a:cubicBezTo>
                    <a:pt x="365" y="15"/>
                    <a:pt x="320" y="0"/>
                    <a:pt x="27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38"/>
            <p:cNvSpPr/>
            <p:nvPr/>
          </p:nvSpPr>
          <p:spPr>
            <a:xfrm>
              <a:off x="4043600" y="714800"/>
              <a:ext cx="12600" cy="9450"/>
            </a:xfrm>
            <a:custGeom>
              <a:avLst/>
              <a:gdLst/>
              <a:ahLst/>
              <a:cxnLst/>
              <a:rect l="l" t="t" r="r" b="b"/>
              <a:pathLst>
                <a:path w="504" h="378" extrusionOk="0">
                  <a:moveTo>
                    <a:pt x="252" y="0"/>
                  </a:moveTo>
                  <a:cubicBezTo>
                    <a:pt x="0" y="0"/>
                    <a:pt x="0" y="378"/>
                    <a:pt x="252" y="378"/>
                  </a:cubicBezTo>
                  <a:cubicBezTo>
                    <a:pt x="504" y="378"/>
                    <a:pt x="504" y="0"/>
                    <a:pt x="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38"/>
            <p:cNvSpPr/>
            <p:nvPr/>
          </p:nvSpPr>
          <p:spPr>
            <a:xfrm>
              <a:off x="4062525" y="697600"/>
              <a:ext cx="19775" cy="12125"/>
            </a:xfrm>
            <a:custGeom>
              <a:avLst/>
              <a:gdLst/>
              <a:ahLst/>
              <a:cxnLst/>
              <a:rect l="l" t="t" r="r" b="b"/>
              <a:pathLst>
                <a:path w="791" h="485" extrusionOk="0">
                  <a:moveTo>
                    <a:pt x="280" y="0"/>
                  </a:moveTo>
                  <a:cubicBezTo>
                    <a:pt x="108" y="0"/>
                    <a:pt x="0" y="262"/>
                    <a:pt x="187" y="342"/>
                  </a:cubicBezTo>
                  <a:lnTo>
                    <a:pt x="376" y="468"/>
                  </a:lnTo>
                  <a:cubicBezTo>
                    <a:pt x="402" y="479"/>
                    <a:pt x="428" y="484"/>
                    <a:pt x="453" y="484"/>
                  </a:cubicBezTo>
                  <a:cubicBezTo>
                    <a:pt x="642" y="484"/>
                    <a:pt x="790" y="205"/>
                    <a:pt x="596" y="122"/>
                  </a:cubicBezTo>
                  <a:cubicBezTo>
                    <a:pt x="502" y="90"/>
                    <a:pt x="439" y="59"/>
                    <a:pt x="376" y="27"/>
                  </a:cubicBezTo>
                  <a:cubicBezTo>
                    <a:pt x="343" y="8"/>
                    <a:pt x="310" y="0"/>
                    <a:pt x="2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38"/>
            <p:cNvSpPr/>
            <p:nvPr/>
          </p:nvSpPr>
          <p:spPr>
            <a:xfrm>
              <a:off x="4085275" y="704575"/>
              <a:ext cx="12625" cy="10250"/>
            </a:xfrm>
            <a:custGeom>
              <a:avLst/>
              <a:gdLst/>
              <a:ahLst/>
              <a:cxnLst/>
              <a:rect l="l" t="t" r="r" b="b"/>
              <a:pathLst>
                <a:path w="505" h="410" extrusionOk="0">
                  <a:moveTo>
                    <a:pt x="253" y="0"/>
                  </a:moveTo>
                  <a:cubicBezTo>
                    <a:pt x="1" y="0"/>
                    <a:pt x="1" y="409"/>
                    <a:pt x="253" y="409"/>
                  </a:cubicBezTo>
                  <a:cubicBezTo>
                    <a:pt x="504" y="409"/>
                    <a:pt x="504" y="0"/>
                    <a:pt x="2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38"/>
            <p:cNvSpPr/>
            <p:nvPr/>
          </p:nvSpPr>
          <p:spPr>
            <a:xfrm>
              <a:off x="4136500" y="601575"/>
              <a:ext cx="20975" cy="15125"/>
            </a:xfrm>
            <a:custGeom>
              <a:avLst/>
              <a:gdLst/>
              <a:ahLst/>
              <a:cxnLst/>
              <a:rect l="l" t="t" r="r" b="b"/>
              <a:pathLst>
                <a:path w="839" h="605" extrusionOk="0">
                  <a:moveTo>
                    <a:pt x="273" y="1"/>
                  </a:moveTo>
                  <a:cubicBezTo>
                    <a:pt x="104" y="1"/>
                    <a:pt x="1" y="244"/>
                    <a:pt x="186" y="376"/>
                  </a:cubicBezTo>
                  <a:lnTo>
                    <a:pt x="469" y="565"/>
                  </a:lnTo>
                  <a:cubicBezTo>
                    <a:pt x="508" y="593"/>
                    <a:pt x="546" y="605"/>
                    <a:pt x="581" y="605"/>
                  </a:cubicBezTo>
                  <a:cubicBezTo>
                    <a:pt x="743" y="605"/>
                    <a:pt x="839" y="348"/>
                    <a:pt x="658" y="219"/>
                  </a:cubicBezTo>
                  <a:lnTo>
                    <a:pt x="375" y="30"/>
                  </a:lnTo>
                  <a:cubicBezTo>
                    <a:pt x="339" y="10"/>
                    <a:pt x="305" y="1"/>
                    <a:pt x="2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38"/>
            <p:cNvSpPr/>
            <p:nvPr/>
          </p:nvSpPr>
          <p:spPr>
            <a:xfrm>
              <a:off x="4161575" y="589725"/>
              <a:ext cx="12625" cy="9450"/>
            </a:xfrm>
            <a:custGeom>
              <a:avLst/>
              <a:gdLst/>
              <a:ahLst/>
              <a:cxnLst/>
              <a:rect l="l" t="t" r="r" b="b"/>
              <a:pathLst>
                <a:path w="505" h="378" extrusionOk="0">
                  <a:moveTo>
                    <a:pt x="253" y="0"/>
                  </a:moveTo>
                  <a:cubicBezTo>
                    <a:pt x="1" y="0"/>
                    <a:pt x="1" y="378"/>
                    <a:pt x="253" y="378"/>
                  </a:cubicBezTo>
                  <a:cubicBezTo>
                    <a:pt x="504" y="378"/>
                    <a:pt x="504" y="0"/>
                    <a:pt x="2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38"/>
            <p:cNvSpPr/>
            <p:nvPr/>
          </p:nvSpPr>
          <p:spPr>
            <a:xfrm>
              <a:off x="3875575" y="577150"/>
              <a:ext cx="19075" cy="14950"/>
            </a:xfrm>
            <a:custGeom>
              <a:avLst/>
              <a:gdLst/>
              <a:ahLst/>
              <a:cxnLst/>
              <a:rect l="l" t="t" r="r" b="b"/>
              <a:pathLst>
                <a:path w="763" h="598" extrusionOk="0">
                  <a:moveTo>
                    <a:pt x="289" y="1"/>
                  </a:moveTo>
                  <a:cubicBezTo>
                    <a:pt x="134" y="1"/>
                    <a:pt x="0" y="201"/>
                    <a:pt x="145" y="346"/>
                  </a:cubicBezTo>
                  <a:cubicBezTo>
                    <a:pt x="208" y="409"/>
                    <a:pt x="271" y="472"/>
                    <a:pt x="334" y="535"/>
                  </a:cubicBezTo>
                  <a:cubicBezTo>
                    <a:pt x="378" y="579"/>
                    <a:pt x="427" y="597"/>
                    <a:pt x="474" y="597"/>
                  </a:cubicBezTo>
                  <a:cubicBezTo>
                    <a:pt x="629" y="597"/>
                    <a:pt x="762" y="397"/>
                    <a:pt x="617" y="252"/>
                  </a:cubicBezTo>
                  <a:lnTo>
                    <a:pt x="429" y="63"/>
                  </a:lnTo>
                  <a:cubicBezTo>
                    <a:pt x="385" y="19"/>
                    <a:pt x="336" y="1"/>
                    <a:pt x="28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8"/>
            <p:cNvSpPr/>
            <p:nvPr/>
          </p:nvSpPr>
          <p:spPr>
            <a:xfrm>
              <a:off x="3757650" y="776050"/>
              <a:ext cx="35375" cy="41400"/>
            </a:xfrm>
            <a:custGeom>
              <a:avLst/>
              <a:gdLst/>
              <a:ahLst/>
              <a:cxnLst/>
              <a:rect l="l" t="t" r="r" b="b"/>
              <a:pathLst>
                <a:path w="1415" h="1656" extrusionOk="0">
                  <a:moveTo>
                    <a:pt x="1144" y="1"/>
                  </a:moveTo>
                  <a:cubicBezTo>
                    <a:pt x="1079" y="1"/>
                    <a:pt x="1010" y="29"/>
                    <a:pt x="961" y="99"/>
                  </a:cubicBezTo>
                  <a:cubicBezTo>
                    <a:pt x="678" y="508"/>
                    <a:pt x="394" y="948"/>
                    <a:pt x="111" y="1389"/>
                  </a:cubicBezTo>
                  <a:cubicBezTo>
                    <a:pt x="0" y="1522"/>
                    <a:pt x="141" y="1656"/>
                    <a:pt x="288" y="1656"/>
                  </a:cubicBezTo>
                  <a:cubicBezTo>
                    <a:pt x="349" y="1656"/>
                    <a:pt x="411" y="1633"/>
                    <a:pt x="457" y="1578"/>
                  </a:cubicBezTo>
                  <a:lnTo>
                    <a:pt x="1307" y="288"/>
                  </a:lnTo>
                  <a:cubicBezTo>
                    <a:pt x="1415" y="137"/>
                    <a:pt x="1286" y="1"/>
                    <a:pt x="11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8"/>
            <p:cNvSpPr/>
            <p:nvPr/>
          </p:nvSpPr>
          <p:spPr>
            <a:xfrm>
              <a:off x="3736675" y="785650"/>
              <a:ext cx="26950" cy="29625"/>
            </a:xfrm>
            <a:custGeom>
              <a:avLst/>
              <a:gdLst/>
              <a:ahLst/>
              <a:cxnLst/>
              <a:rect l="l" t="t" r="r" b="b"/>
              <a:pathLst>
                <a:path w="1078" h="1185" extrusionOk="0">
                  <a:moveTo>
                    <a:pt x="819" y="0"/>
                  </a:moveTo>
                  <a:cubicBezTo>
                    <a:pt x="791" y="0"/>
                    <a:pt x="760" y="9"/>
                    <a:pt x="730" y="29"/>
                  </a:cubicBezTo>
                  <a:cubicBezTo>
                    <a:pt x="415" y="250"/>
                    <a:pt x="164" y="564"/>
                    <a:pt x="38" y="942"/>
                  </a:cubicBezTo>
                  <a:cubicBezTo>
                    <a:pt x="1" y="1091"/>
                    <a:pt x="117" y="1184"/>
                    <a:pt x="238" y="1184"/>
                  </a:cubicBezTo>
                  <a:cubicBezTo>
                    <a:pt x="322" y="1184"/>
                    <a:pt x="408" y="1139"/>
                    <a:pt x="447" y="1036"/>
                  </a:cubicBezTo>
                  <a:cubicBezTo>
                    <a:pt x="510" y="785"/>
                    <a:pt x="699" y="533"/>
                    <a:pt x="919" y="375"/>
                  </a:cubicBezTo>
                  <a:cubicBezTo>
                    <a:pt x="1077" y="243"/>
                    <a:pt x="970" y="0"/>
                    <a:pt x="81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8"/>
            <p:cNvSpPr/>
            <p:nvPr/>
          </p:nvSpPr>
          <p:spPr>
            <a:xfrm>
              <a:off x="3762775" y="769075"/>
              <a:ext cx="13400" cy="10250"/>
            </a:xfrm>
            <a:custGeom>
              <a:avLst/>
              <a:gdLst/>
              <a:ahLst/>
              <a:cxnLst/>
              <a:rect l="l" t="t" r="r" b="b"/>
              <a:pathLst>
                <a:path w="536" h="410" extrusionOk="0">
                  <a:moveTo>
                    <a:pt x="284" y="0"/>
                  </a:moveTo>
                  <a:cubicBezTo>
                    <a:pt x="1" y="0"/>
                    <a:pt x="1" y="409"/>
                    <a:pt x="284" y="409"/>
                  </a:cubicBezTo>
                  <a:cubicBezTo>
                    <a:pt x="536" y="409"/>
                    <a:pt x="536" y="0"/>
                    <a:pt x="28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8"/>
            <p:cNvSpPr/>
            <p:nvPr/>
          </p:nvSpPr>
          <p:spPr>
            <a:xfrm>
              <a:off x="3707125" y="793875"/>
              <a:ext cx="25675" cy="26450"/>
            </a:xfrm>
            <a:custGeom>
              <a:avLst/>
              <a:gdLst/>
              <a:ahLst/>
              <a:cxnLst/>
              <a:rect l="l" t="t" r="r" b="b"/>
              <a:pathLst>
                <a:path w="1027" h="1058" extrusionOk="0">
                  <a:moveTo>
                    <a:pt x="738" y="1"/>
                  </a:moveTo>
                  <a:cubicBezTo>
                    <a:pt x="681" y="1"/>
                    <a:pt x="627" y="24"/>
                    <a:pt x="591" y="78"/>
                  </a:cubicBezTo>
                  <a:lnTo>
                    <a:pt x="87" y="770"/>
                  </a:lnTo>
                  <a:cubicBezTo>
                    <a:pt x="1" y="921"/>
                    <a:pt x="121" y="1057"/>
                    <a:pt x="256" y="1057"/>
                  </a:cubicBezTo>
                  <a:cubicBezTo>
                    <a:pt x="319" y="1057"/>
                    <a:pt x="384" y="1028"/>
                    <a:pt x="433" y="959"/>
                  </a:cubicBezTo>
                  <a:lnTo>
                    <a:pt x="433" y="990"/>
                  </a:lnTo>
                  <a:lnTo>
                    <a:pt x="937" y="298"/>
                  </a:lnTo>
                  <a:cubicBezTo>
                    <a:pt x="1026" y="141"/>
                    <a:pt x="877" y="1"/>
                    <a:pt x="73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38"/>
            <p:cNvSpPr/>
            <p:nvPr/>
          </p:nvSpPr>
          <p:spPr>
            <a:xfrm>
              <a:off x="3504025" y="766025"/>
              <a:ext cx="61275" cy="52275"/>
            </a:xfrm>
            <a:custGeom>
              <a:avLst/>
              <a:gdLst/>
              <a:ahLst/>
              <a:cxnLst/>
              <a:rect l="l" t="t" r="r" b="b"/>
              <a:pathLst>
                <a:path w="2451" h="2091" extrusionOk="0">
                  <a:moveTo>
                    <a:pt x="311" y="1"/>
                  </a:moveTo>
                  <a:cubicBezTo>
                    <a:pt x="132" y="1"/>
                    <a:pt x="1" y="267"/>
                    <a:pt x="188" y="374"/>
                  </a:cubicBezTo>
                  <a:lnTo>
                    <a:pt x="219" y="374"/>
                  </a:lnTo>
                  <a:cubicBezTo>
                    <a:pt x="834" y="765"/>
                    <a:pt x="1399" y="1256"/>
                    <a:pt x="1871" y="1823"/>
                  </a:cubicBezTo>
                  <a:lnTo>
                    <a:pt x="1871" y="1823"/>
                  </a:lnTo>
                  <a:cubicBezTo>
                    <a:pt x="1875" y="1856"/>
                    <a:pt x="1891" y="1888"/>
                    <a:pt x="1918" y="1916"/>
                  </a:cubicBezTo>
                  <a:lnTo>
                    <a:pt x="2044" y="2041"/>
                  </a:lnTo>
                  <a:cubicBezTo>
                    <a:pt x="2086" y="2076"/>
                    <a:pt x="2130" y="2091"/>
                    <a:pt x="2173" y="2091"/>
                  </a:cubicBezTo>
                  <a:cubicBezTo>
                    <a:pt x="2324" y="2091"/>
                    <a:pt x="2450" y="1905"/>
                    <a:pt x="2327" y="1758"/>
                  </a:cubicBezTo>
                  <a:cubicBezTo>
                    <a:pt x="1793" y="1066"/>
                    <a:pt x="1132" y="500"/>
                    <a:pt x="408" y="28"/>
                  </a:cubicBezTo>
                  <a:cubicBezTo>
                    <a:pt x="375" y="9"/>
                    <a:pt x="342" y="1"/>
                    <a:pt x="3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38"/>
            <p:cNvSpPr/>
            <p:nvPr/>
          </p:nvSpPr>
          <p:spPr>
            <a:xfrm>
              <a:off x="3522825" y="748675"/>
              <a:ext cx="62100" cy="61675"/>
            </a:xfrm>
            <a:custGeom>
              <a:avLst/>
              <a:gdLst/>
              <a:ahLst/>
              <a:cxnLst/>
              <a:rect l="l" t="t" r="r" b="b"/>
              <a:pathLst>
                <a:path w="2484" h="2467" extrusionOk="0">
                  <a:moveTo>
                    <a:pt x="248" y="1"/>
                  </a:moveTo>
                  <a:cubicBezTo>
                    <a:pt x="87" y="1"/>
                    <a:pt x="1" y="244"/>
                    <a:pt x="160" y="376"/>
                  </a:cubicBezTo>
                  <a:cubicBezTo>
                    <a:pt x="915" y="911"/>
                    <a:pt x="1575" y="1571"/>
                    <a:pt x="2047" y="2389"/>
                  </a:cubicBezTo>
                  <a:cubicBezTo>
                    <a:pt x="2084" y="2444"/>
                    <a:pt x="2138" y="2467"/>
                    <a:pt x="2194" y="2467"/>
                  </a:cubicBezTo>
                  <a:cubicBezTo>
                    <a:pt x="2333" y="2467"/>
                    <a:pt x="2483" y="2326"/>
                    <a:pt x="2393" y="2169"/>
                  </a:cubicBezTo>
                  <a:cubicBezTo>
                    <a:pt x="1859" y="1320"/>
                    <a:pt x="1166" y="596"/>
                    <a:pt x="348" y="30"/>
                  </a:cubicBezTo>
                  <a:cubicBezTo>
                    <a:pt x="313" y="9"/>
                    <a:pt x="279" y="1"/>
                    <a:pt x="24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38"/>
            <p:cNvSpPr/>
            <p:nvPr/>
          </p:nvSpPr>
          <p:spPr>
            <a:xfrm>
              <a:off x="3552025" y="734225"/>
              <a:ext cx="27300" cy="24725"/>
            </a:xfrm>
            <a:custGeom>
              <a:avLst/>
              <a:gdLst/>
              <a:ahLst/>
              <a:cxnLst/>
              <a:rect l="l" t="t" r="r" b="b"/>
              <a:pathLst>
                <a:path w="1092" h="989" extrusionOk="0">
                  <a:moveTo>
                    <a:pt x="234" y="1"/>
                  </a:moveTo>
                  <a:cubicBezTo>
                    <a:pt x="79" y="1"/>
                    <a:pt x="1" y="253"/>
                    <a:pt x="156" y="356"/>
                  </a:cubicBezTo>
                  <a:cubicBezTo>
                    <a:pt x="376" y="513"/>
                    <a:pt x="533" y="671"/>
                    <a:pt x="659" y="891"/>
                  </a:cubicBezTo>
                  <a:cubicBezTo>
                    <a:pt x="709" y="960"/>
                    <a:pt x="774" y="989"/>
                    <a:pt x="836" y="989"/>
                  </a:cubicBezTo>
                  <a:cubicBezTo>
                    <a:pt x="971" y="989"/>
                    <a:pt x="1091" y="853"/>
                    <a:pt x="1005" y="702"/>
                  </a:cubicBezTo>
                  <a:cubicBezTo>
                    <a:pt x="848" y="419"/>
                    <a:pt x="628" y="199"/>
                    <a:pt x="344" y="41"/>
                  </a:cubicBezTo>
                  <a:cubicBezTo>
                    <a:pt x="305" y="13"/>
                    <a:pt x="267" y="1"/>
                    <a:pt x="23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38"/>
            <p:cNvSpPr/>
            <p:nvPr/>
          </p:nvSpPr>
          <p:spPr>
            <a:xfrm>
              <a:off x="3581075" y="763550"/>
              <a:ext cx="13400" cy="10250"/>
            </a:xfrm>
            <a:custGeom>
              <a:avLst/>
              <a:gdLst/>
              <a:ahLst/>
              <a:cxnLst/>
              <a:rect l="l" t="t" r="r" b="b"/>
              <a:pathLst>
                <a:path w="536" h="410" extrusionOk="0">
                  <a:moveTo>
                    <a:pt x="284" y="1"/>
                  </a:moveTo>
                  <a:cubicBezTo>
                    <a:pt x="1" y="1"/>
                    <a:pt x="1" y="410"/>
                    <a:pt x="284" y="410"/>
                  </a:cubicBezTo>
                  <a:cubicBezTo>
                    <a:pt x="535" y="410"/>
                    <a:pt x="535" y="1"/>
                    <a:pt x="28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38"/>
            <p:cNvSpPr/>
            <p:nvPr/>
          </p:nvSpPr>
          <p:spPr>
            <a:xfrm>
              <a:off x="3593825" y="788450"/>
              <a:ext cx="24825" cy="29850"/>
            </a:xfrm>
            <a:custGeom>
              <a:avLst/>
              <a:gdLst/>
              <a:ahLst/>
              <a:cxnLst/>
              <a:rect l="l" t="t" r="r" b="b"/>
              <a:pathLst>
                <a:path w="993" h="1194" extrusionOk="0">
                  <a:moveTo>
                    <a:pt x="252" y="0"/>
                  </a:moveTo>
                  <a:cubicBezTo>
                    <a:pt x="112" y="0"/>
                    <a:pt x="0" y="163"/>
                    <a:pt x="88" y="295"/>
                  </a:cubicBezTo>
                  <a:cubicBezTo>
                    <a:pt x="246" y="547"/>
                    <a:pt x="403" y="830"/>
                    <a:pt x="560" y="1082"/>
                  </a:cubicBezTo>
                  <a:cubicBezTo>
                    <a:pt x="620" y="1161"/>
                    <a:pt x="689" y="1194"/>
                    <a:pt x="752" y="1194"/>
                  </a:cubicBezTo>
                  <a:cubicBezTo>
                    <a:pt x="887" y="1194"/>
                    <a:pt x="992" y="1043"/>
                    <a:pt x="906" y="893"/>
                  </a:cubicBezTo>
                  <a:cubicBezTo>
                    <a:pt x="781" y="673"/>
                    <a:pt x="592" y="358"/>
                    <a:pt x="434" y="106"/>
                  </a:cubicBezTo>
                  <a:cubicBezTo>
                    <a:pt x="378" y="30"/>
                    <a:pt x="312" y="0"/>
                    <a:pt x="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8"/>
            <p:cNvSpPr/>
            <p:nvPr/>
          </p:nvSpPr>
          <p:spPr>
            <a:xfrm>
              <a:off x="3508250" y="788750"/>
              <a:ext cx="27700" cy="36750"/>
            </a:xfrm>
            <a:custGeom>
              <a:avLst/>
              <a:gdLst/>
              <a:ahLst/>
              <a:cxnLst/>
              <a:rect l="l" t="t" r="r" b="b"/>
              <a:pathLst>
                <a:path w="1108" h="1470" extrusionOk="0">
                  <a:moveTo>
                    <a:pt x="819" y="0"/>
                  </a:moveTo>
                  <a:cubicBezTo>
                    <a:pt x="772" y="0"/>
                    <a:pt x="723" y="19"/>
                    <a:pt x="680" y="63"/>
                  </a:cubicBezTo>
                  <a:lnTo>
                    <a:pt x="680" y="31"/>
                  </a:lnTo>
                  <a:cubicBezTo>
                    <a:pt x="333" y="346"/>
                    <a:pt x="113" y="786"/>
                    <a:pt x="19" y="1227"/>
                  </a:cubicBezTo>
                  <a:cubicBezTo>
                    <a:pt x="0" y="1376"/>
                    <a:pt x="124" y="1469"/>
                    <a:pt x="242" y="1469"/>
                  </a:cubicBezTo>
                  <a:cubicBezTo>
                    <a:pt x="324" y="1469"/>
                    <a:pt x="402" y="1424"/>
                    <a:pt x="428" y="1321"/>
                  </a:cubicBezTo>
                  <a:cubicBezTo>
                    <a:pt x="491" y="944"/>
                    <a:pt x="680" y="598"/>
                    <a:pt x="963" y="346"/>
                  </a:cubicBezTo>
                  <a:cubicBezTo>
                    <a:pt x="1108" y="201"/>
                    <a:pt x="975" y="0"/>
                    <a:pt x="81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8"/>
            <p:cNvSpPr/>
            <p:nvPr/>
          </p:nvSpPr>
          <p:spPr>
            <a:xfrm>
              <a:off x="3483850" y="776175"/>
              <a:ext cx="27900" cy="41450"/>
            </a:xfrm>
            <a:custGeom>
              <a:avLst/>
              <a:gdLst/>
              <a:ahLst/>
              <a:cxnLst/>
              <a:rect l="l" t="t" r="r" b="b"/>
              <a:pathLst>
                <a:path w="1116" h="1658" extrusionOk="0">
                  <a:moveTo>
                    <a:pt x="848" y="0"/>
                  </a:moveTo>
                  <a:cubicBezTo>
                    <a:pt x="803" y="0"/>
                    <a:pt x="756" y="18"/>
                    <a:pt x="712" y="62"/>
                  </a:cubicBezTo>
                  <a:lnTo>
                    <a:pt x="680" y="62"/>
                  </a:lnTo>
                  <a:cubicBezTo>
                    <a:pt x="334" y="440"/>
                    <a:pt x="82" y="912"/>
                    <a:pt x="19" y="1415"/>
                  </a:cubicBezTo>
                  <a:cubicBezTo>
                    <a:pt x="1" y="1564"/>
                    <a:pt x="125" y="1658"/>
                    <a:pt x="243" y="1658"/>
                  </a:cubicBezTo>
                  <a:cubicBezTo>
                    <a:pt x="324" y="1658"/>
                    <a:pt x="403" y="1613"/>
                    <a:pt x="429" y="1510"/>
                  </a:cubicBezTo>
                  <a:cubicBezTo>
                    <a:pt x="460" y="1069"/>
                    <a:pt x="680" y="660"/>
                    <a:pt x="995" y="345"/>
                  </a:cubicBezTo>
                  <a:cubicBezTo>
                    <a:pt x="1116" y="201"/>
                    <a:pt x="995" y="0"/>
                    <a:pt x="84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8"/>
            <p:cNvSpPr/>
            <p:nvPr/>
          </p:nvSpPr>
          <p:spPr>
            <a:xfrm>
              <a:off x="3450675" y="736825"/>
              <a:ext cx="53200" cy="83500"/>
            </a:xfrm>
            <a:custGeom>
              <a:avLst/>
              <a:gdLst/>
              <a:ahLst/>
              <a:cxnLst/>
              <a:rect l="l" t="t" r="r" b="b"/>
              <a:pathLst>
                <a:path w="2128" h="3340" extrusionOk="0">
                  <a:moveTo>
                    <a:pt x="1847" y="1"/>
                  </a:moveTo>
                  <a:cubicBezTo>
                    <a:pt x="1804" y="1"/>
                    <a:pt x="1761" y="19"/>
                    <a:pt x="1724" y="63"/>
                  </a:cubicBezTo>
                  <a:cubicBezTo>
                    <a:pt x="937" y="913"/>
                    <a:pt x="340" y="1951"/>
                    <a:pt x="56" y="3084"/>
                  </a:cubicBezTo>
                  <a:cubicBezTo>
                    <a:pt x="0" y="3234"/>
                    <a:pt x="124" y="3340"/>
                    <a:pt x="245" y="3340"/>
                  </a:cubicBezTo>
                  <a:cubicBezTo>
                    <a:pt x="327" y="3340"/>
                    <a:pt x="409" y="3292"/>
                    <a:pt x="434" y="3178"/>
                  </a:cubicBezTo>
                  <a:cubicBezTo>
                    <a:pt x="717" y="2140"/>
                    <a:pt x="1252" y="1164"/>
                    <a:pt x="2007" y="346"/>
                  </a:cubicBezTo>
                  <a:cubicBezTo>
                    <a:pt x="2128" y="201"/>
                    <a:pt x="1989" y="1"/>
                    <a:pt x="184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8"/>
            <p:cNvSpPr/>
            <p:nvPr/>
          </p:nvSpPr>
          <p:spPr>
            <a:xfrm>
              <a:off x="3423900" y="741450"/>
              <a:ext cx="46875" cy="81125"/>
            </a:xfrm>
            <a:custGeom>
              <a:avLst/>
              <a:gdLst/>
              <a:ahLst/>
              <a:cxnLst/>
              <a:rect l="l" t="t" r="r" b="b"/>
              <a:pathLst>
                <a:path w="1875" h="3245" extrusionOk="0">
                  <a:moveTo>
                    <a:pt x="1605" y="0"/>
                  </a:moveTo>
                  <a:cubicBezTo>
                    <a:pt x="1543" y="0"/>
                    <a:pt x="1482" y="29"/>
                    <a:pt x="1442" y="98"/>
                  </a:cubicBezTo>
                  <a:cubicBezTo>
                    <a:pt x="876" y="1011"/>
                    <a:pt x="404" y="1986"/>
                    <a:pt x="58" y="3024"/>
                  </a:cubicBezTo>
                  <a:cubicBezTo>
                    <a:pt x="1" y="3157"/>
                    <a:pt x="127" y="3244"/>
                    <a:pt x="256" y="3244"/>
                  </a:cubicBezTo>
                  <a:cubicBezTo>
                    <a:pt x="342" y="3244"/>
                    <a:pt x="429" y="3206"/>
                    <a:pt x="467" y="3119"/>
                  </a:cubicBezTo>
                  <a:cubicBezTo>
                    <a:pt x="781" y="2112"/>
                    <a:pt x="1222" y="1168"/>
                    <a:pt x="1788" y="287"/>
                  </a:cubicBezTo>
                  <a:cubicBezTo>
                    <a:pt x="1874" y="136"/>
                    <a:pt x="1739" y="0"/>
                    <a:pt x="16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8"/>
            <p:cNvSpPr/>
            <p:nvPr/>
          </p:nvSpPr>
          <p:spPr>
            <a:xfrm>
              <a:off x="3382275" y="780650"/>
              <a:ext cx="42875" cy="34950"/>
            </a:xfrm>
            <a:custGeom>
              <a:avLst/>
              <a:gdLst/>
              <a:ahLst/>
              <a:cxnLst/>
              <a:rect l="l" t="t" r="r" b="b"/>
              <a:pathLst>
                <a:path w="1715" h="1398" extrusionOk="0">
                  <a:moveTo>
                    <a:pt x="1430" y="0"/>
                  </a:moveTo>
                  <a:cubicBezTo>
                    <a:pt x="1393" y="0"/>
                    <a:pt x="1353" y="12"/>
                    <a:pt x="1314" y="41"/>
                  </a:cubicBezTo>
                  <a:cubicBezTo>
                    <a:pt x="873" y="324"/>
                    <a:pt x="464" y="670"/>
                    <a:pt x="118" y="1079"/>
                  </a:cubicBezTo>
                  <a:cubicBezTo>
                    <a:pt x="0" y="1220"/>
                    <a:pt x="130" y="1397"/>
                    <a:pt x="268" y="1397"/>
                  </a:cubicBezTo>
                  <a:cubicBezTo>
                    <a:pt x="315" y="1397"/>
                    <a:pt x="362" y="1378"/>
                    <a:pt x="401" y="1331"/>
                  </a:cubicBezTo>
                  <a:cubicBezTo>
                    <a:pt x="716" y="953"/>
                    <a:pt x="1093" y="638"/>
                    <a:pt x="1534" y="355"/>
                  </a:cubicBezTo>
                  <a:cubicBezTo>
                    <a:pt x="1715" y="252"/>
                    <a:pt x="1599" y="0"/>
                    <a:pt x="14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38"/>
            <p:cNvSpPr/>
            <p:nvPr/>
          </p:nvSpPr>
          <p:spPr>
            <a:xfrm>
              <a:off x="3426125" y="766700"/>
              <a:ext cx="13400" cy="9475"/>
            </a:xfrm>
            <a:custGeom>
              <a:avLst/>
              <a:gdLst/>
              <a:ahLst/>
              <a:cxnLst/>
              <a:rect l="l" t="t" r="r" b="b"/>
              <a:pathLst>
                <a:path w="536" h="379" extrusionOk="0">
                  <a:moveTo>
                    <a:pt x="283" y="1"/>
                  </a:moveTo>
                  <a:cubicBezTo>
                    <a:pt x="0" y="1"/>
                    <a:pt x="0" y="378"/>
                    <a:pt x="283" y="378"/>
                  </a:cubicBezTo>
                  <a:cubicBezTo>
                    <a:pt x="535" y="378"/>
                    <a:pt x="535" y="1"/>
                    <a:pt x="28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38"/>
            <p:cNvSpPr/>
            <p:nvPr/>
          </p:nvSpPr>
          <p:spPr>
            <a:xfrm>
              <a:off x="3381200" y="760800"/>
              <a:ext cx="31700" cy="17375"/>
            </a:xfrm>
            <a:custGeom>
              <a:avLst/>
              <a:gdLst/>
              <a:ahLst/>
              <a:cxnLst/>
              <a:rect l="l" t="t" r="r" b="b"/>
              <a:pathLst>
                <a:path w="1268" h="695" extrusionOk="0">
                  <a:moveTo>
                    <a:pt x="961" y="0"/>
                  </a:moveTo>
                  <a:cubicBezTo>
                    <a:pt x="936" y="0"/>
                    <a:pt x="911" y="5"/>
                    <a:pt x="885" y="17"/>
                  </a:cubicBezTo>
                  <a:lnTo>
                    <a:pt x="192" y="331"/>
                  </a:lnTo>
                  <a:cubicBezTo>
                    <a:pt x="0" y="441"/>
                    <a:pt x="120" y="695"/>
                    <a:pt x="300" y="695"/>
                  </a:cubicBezTo>
                  <a:cubicBezTo>
                    <a:pt x="326" y="695"/>
                    <a:pt x="353" y="689"/>
                    <a:pt x="381" y="677"/>
                  </a:cubicBezTo>
                  <a:lnTo>
                    <a:pt x="413" y="677"/>
                  </a:lnTo>
                  <a:lnTo>
                    <a:pt x="1073" y="363"/>
                  </a:lnTo>
                  <a:cubicBezTo>
                    <a:pt x="1268" y="279"/>
                    <a:pt x="1144" y="0"/>
                    <a:pt x="96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38"/>
            <p:cNvSpPr/>
            <p:nvPr/>
          </p:nvSpPr>
          <p:spPr>
            <a:xfrm>
              <a:off x="3613325" y="770650"/>
              <a:ext cx="43525" cy="12775"/>
            </a:xfrm>
            <a:custGeom>
              <a:avLst/>
              <a:gdLst/>
              <a:ahLst/>
              <a:cxnLst/>
              <a:rect l="l" t="t" r="r" b="b"/>
              <a:pathLst>
                <a:path w="1741" h="511" extrusionOk="0">
                  <a:moveTo>
                    <a:pt x="668" y="0"/>
                  </a:moveTo>
                  <a:cubicBezTo>
                    <a:pt x="528" y="0"/>
                    <a:pt x="389" y="11"/>
                    <a:pt x="252" y="32"/>
                  </a:cubicBezTo>
                  <a:cubicBezTo>
                    <a:pt x="11" y="62"/>
                    <a:pt x="1" y="411"/>
                    <a:pt x="223" y="411"/>
                  </a:cubicBezTo>
                  <a:cubicBezTo>
                    <a:pt x="233" y="411"/>
                    <a:pt x="242" y="410"/>
                    <a:pt x="252" y="409"/>
                  </a:cubicBezTo>
                  <a:lnTo>
                    <a:pt x="252" y="441"/>
                  </a:lnTo>
                  <a:cubicBezTo>
                    <a:pt x="386" y="418"/>
                    <a:pt x="520" y="408"/>
                    <a:pt x="654" y="408"/>
                  </a:cubicBezTo>
                  <a:cubicBezTo>
                    <a:pt x="897" y="408"/>
                    <a:pt x="1141" y="443"/>
                    <a:pt x="1385" y="504"/>
                  </a:cubicBezTo>
                  <a:cubicBezTo>
                    <a:pt x="1404" y="508"/>
                    <a:pt x="1423" y="511"/>
                    <a:pt x="1440" y="511"/>
                  </a:cubicBezTo>
                  <a:cubicBezTo>
                    <a:pt x="1654" y="511"/>
                    <a:pt x="1741" y="184"/>
                    <a:pt x="1479" y="126"/>
                  </a:cubicBezTo>
                  <a:cubicBezTo>
                    <a:pt x="1228" y="42"/>
                    <a:pt x="948" y="0"/>
                    <a:pt x="6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38"/>
            <p:cNvSpPr/>
            <p:nvPr/>
          </p:nvSpPr>
          <p:spPr>
            <a:xfrm>
              <a:off x="3622625" y="746700"/>
              <a:ext cx="20975" cy="13125"/>
            </a:xfrm>
            <a:custGeom>
              <a:avLst/>
              <a:gdLst/>
              <a:ahLst/>
              <a:cxnLst/>
              <a:rect l="l" t="t" r="r" b="b"/>
              <a:pathLst>
                <a:path w="839" h="525" extrusionOk="0">
                  <a:moveTo>
                    <a:pt x="248" y="0"/>
                  </a:moveTo>
                  <a:cubicBezTo>
                    <a:pt x="53" y="0"/>
                    <a:pt x="0" y="335"/>
                    <a:pt x="226" y="392"/>
                  </a:cubicBezTo>
                  <a:lnTo>
                    <a:pt x="226" y="423"/>
                  </a:lnTo>
                  <a:lnTo>
                    <a:pt x="510" y="518"/>
                  </a:lnTo>
                  <a:cubicBezTo>
                    <a:pt x="529" y="522"/>
                    <a:pt x="547" y="525"/>
                    <a:pt x="564" y="525"/>
                  </a:cubicBezTo>
                  <a:cubicBezTo>
                    <a:pt x="774" y="525"/>
                    <a:pt x="839" y="196"/>
                    <a:pt x="635" y="109"/>
                  </a:cubicBezTo>
                  <a:lnTo>
                    <a:pt x="321" y="14"/>
                  </a:lnTo>
                  <a:cubicBezTo>
                    <a:pt x="295" y="4"/>
                    <a:pt x="271" y="0"/>
                    <a:pt x="24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38"/>
            <p:cNvSpPr/>
            <p:nvPr/>
          </p:nvSpPr>
          <p:spPr>
            <a:xfrm>
              <a:off x="3647925" y="704575"/>
              <a:ext cx="12625" cy="10250"/>
            </a:xfrm>
            <a:custGeom>
              <a:avLst/>
              <a:gdLst/>
              <a:ahLst/>
              <a:cxnLst/>
              <a:rect l="l" t="t" r="r" b="b"/>
              <a:pathLst>
                <a:path w="505" h="410" extrusionOk="0">
                  <a:moveTo>
                    <a:pt x="253" y="0"/>
                  </a:moveTo>
                  <a:cubicBezTo>
                    <a:pt x="1" y="0"/>
                    <a:pt x="1" y="409"/>
                    <a:pt x="253" y="409"/>
                  </a:cubicBezTo>
                  <a:cubicBezTo>
                    <a:pt x="504" y="409"/>
                    <a:pt x="504" y="0"/>
                    <a:pt x="2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38"/>
            <p:cNvSpPr/>
            <p:nvPr/>
          </p:nvSpPr>
          <p:spPr>
            <a:xfrm>
              <a:off x="4310500" y="718675"/>
              <a:ext cx="45800" cy="30700"/>
            </a:xfrm>
            <a:custGeom>
              <a:avLst/>
              <a:gdLst/>
              <a:ahLst/>
              <a:cxnLst/>
              <a:rect l="l" t="t" r="r" b="b"/>
              <a:pathLst>
                <a:path w="1832" h="1228" extrusionOk="0">
                  <a:moveTo>
                    <a:pt x="339" y="1"/>
                  </a:moveTo>
                  <a:cubicBezTo>
                    <a:pt x="107" y="1"/>
                    <a:pt x="1" y="351"/>
                    <a:pt x="242" y="412"/>
                  </a:cubicBezTo>
                  <a:lnTo>
                    <a:pt x="242" y="380"/>
                  </a:lnTo>
                  <a:cubicBezTo>
                    <a:pt x="714" y="443"/>
                    <a:pt x="1155" y="726"/>
                    <a:pt x="1406" y="1135"/>
                  </a:cubicBezTo>
                  <a:cubicBezTo>
                    <a:pt x="1444" y="1201"/>
                    <a:pt x="1501" y="1227"/>
                    <a:pt x="1558" y="1227"/>
                  </a:cubicBezTo>
                  <a:cubicBezTo>
                    <a:pt x="1694" y="1227"/>
                    <a:pt x="1832" y="1079"/>
                    <a:pt x="1721" y="946"/>
                  </a:cubicBezTo>
                  <a:cubicBezTo>
                    <a:pt x="1438" y="443"/>
                    <a:pt x="934" y="97"/>
                    <a:pt x="368" y="2"/>
                  </a:cubicBezTo>
                  <a:cubicBezTo>
                    <a:pt x="358" y="1"/>
                    <a:pt x="348" y="1"/>
                    <a:pt x="3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38"/>
            <p:cNvSpPr/>
            <p:nvPr/>
          </p:nvSpPr>
          <p:spPr>
            <a:xfrm>
              <a:off x="4332975" y="700250"/>
              <a:ext cx="30650" cy="22425"/>
            </a:xfrm>
            <a:custGeom>
              <a:avLst/>
              <a:gdLst/>
              <a:ahLst/>
              <a:cxnLst/>
              <a:rect l="l" t="t" r="r" b="b"/>
              <a:pathLst>
                <a:path w="1226" h="897" extrusionOk="0">
                  <a:moveTo>
                    <a:pt x="242" y="1"/>
                  </a:moveTo>
                  <a:cubicBezTo>
                    <a:pt x="50" y="1"/>
                    <a:pt x="0" y="309"/>
                    <a:pt x="224" y="393"/>
                  </a:cubicBezTo>
                  <a:cubicBezTo>
                    <a:pt x="476" y="488"/>
                    <a:pt x="665" y="645"/>
                    <a:pt x="822" y="834"/>
                  </a:cubicBezTo>
                  <a:cubicBezTo>
                    <a:pt x="866" y="878"/>
                    <a:pt x="913" y="896"/>
                    <a:pt x="958" y="896"/>
                  </a:cubicBezTo>
                  <a:cubicBezTo>
                    <a:pt x="1106" y="896"/>
                    <a:pt x="1226" y="696"/>
                    <a:pt x="1105" y="551"/>
                  </a:cubicBezTo>
                  <a:cubicBezTo>
                    <a:pt x="885" y="330"/>
                    <a:pt x="633" y="142"/>
                    <a:pt x="319" y="16"/>
                  </a:cubicBezTo>
                  <a:cubicBezTo>
                    <a:pt x="291" y="5"/>
                    <a:pt x="265" y="1"/>
                    <a:pt x="24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38"/>
            <p:cNvSpPr/>
            <p:nvPr/>
          </p:nvSpPr>
          <p:spPr>
            <a:xfrm>
              <a:off x="4352725" y="690300"/>
              <a:ext cx="31275" cy="80950"/>
            </a:xfrm>
            <a:custGeom>
              <a:avLst/>
              <a:gdLst/>
              <a:ahLst/>
              <a:cxnLst/>
              <a:rect l="l" t="t" r="r" b="b"/>
              <a:pathLst>
                <a:path w="1251" h="3238" extrusionOk="0">
                  <a:moveTo>
                    <a:pt x="1006" y="1"/>
                  </a:moveTo>
                  <a:cubicBezTo>
                    <a:pt x="948" y="1"/>
                    <a:pt x="890" y="30"/>
                    <a:pt x="850" y="99"/>
                  </a:cubicBezTo>
                  <a:lnTo>
                    <a:pt x="819" y="99"/>
                  </a:lnTo>
                  <a:cubicBezTo>
                    <a:pt x="315" y="1012"/>
                    <a:pt x="32" y="2018"/>
                    <a:pt x="1" y="3025"/>
                  </a:cubicBezTo>
                  <a:cubicBezTo>
                    <a:pt x="1" y="3167"/>
                    <a:pt x="95" y="3238"/>
                    <a:pt x="189" y="3238"/>
                  </a:cubicBezTo>
                  <a:cubicBezTo>
                    <a:pt x="284" y="3238"/>
                    <a:pt x="378" y="3167"/>
                    <a:pt x="378" y="3025"/>
                  </a:cubicBezTo>
                  <a:cubicBezTo>
                    <a:pt x="441" y="2081"/>
                    <a:pt x="693" y="1137"/>
                    <a:pt x="1165" y="288"/>
                  </a:cubicBezTo>
                  <a:cubicBezTo>
                    <a:pt x="1251" y="137"/>
                    <a:pt x="1130" y="1"/>
                    <a:pt x="10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38"/>
            <p:cNvSpPr/>
            <p:nvPr/>
          </p:nvSpPr>
          <p:spPr>
            <a:xfrm>
              <a:off x="4373975" y="707625"/>
              <a:ext cx="21825" cy="51250"/>
            </a:xfrm>
            <a:custGeom>
              <a:avLst/>
              <a:gdLst/>
              <a:ahLst/>
              <a:cxnLst/>
              <a:rect l="l" t="t" r="r" b="b"/>
              <a:pathLst>
                <a:path w="873" h="2050" extrusionOk="0">
                  <a:moveTo>
                    <a:pt x="614" y="0"/>
                  </a:moveTo>
                  <a:cubicBezTo>
                    <a:pt x="557" y="0"/>
                    <a:pt x="502" y="29"/>
                    <a:pt x="472" y="98"/>
                  </a:cubicBezTo>
                  <a:lnTo>
                    <a:pt x="441" y="98"/>
                  </a:lnTo>
                  <a:cubicBezTo>
                    <a:pt x="189" y="665"/>
                    <a:pt x="32" y="1263"/>
                    <a:pt x="0" y="1860"/>
                  </a:cubicBezTo>
                  <a:cubicBezTo>
                    <a:pt x="0" y="1986"/>
                    <a:pt x="102" y="2049"/>
                    <a:pt x="205" y="2049"/>
                  </a:cubicBezTo>
                  <a:cubicBezTo>
                    <a:pt x="307" y="2049"/>
                    <a:pt x="409" y="1986"/>
                    <a:pt x="409" y="1860"/>
                  </a:cubicBezTo>
                  <a:cubicBezTo>
                    <a:pt x="441" y="1325"/>
                    <a:pt x="566" y="791"/>
                    <a:pt x="787" y="287"/>
                  </a:cubicBezTo>
                  <a:cubicBezTo>
                    <a:pt x="873" y="136"/>
                    <a:pt x="738" y="0"/>
                    <a:pt x="6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38"/>
            <p:cNvSpPr/>
            <p:nvPr/>
          </p:nvSpPr>
          <p:spPr>
            <a:xfrm>
              <a:off x="4402275" y="684900"/>
              <a:ext cx="14975" cy="10250"/>
            </a:xfrm>
            <a:custGeom>
              <a:avLst/>
              <a:gdLst/>
              <a:ahLst/>
              <a:cxnLst/>
              <a:rect l="l" t="t" r="r" b="b"/>
              <a:pathLst>
                <a:path w="599" h="410" extrusionOk="0">
                  <a:moveTo>
                    <a:pt x="252" y="1"/>
                  </a:moveTo>
                  <a:cubicBezTo>
                    <a:pt x="1" y="1"/>
                    <a:pt x="1" y="410"/>
                    <a:pt x="252" y="410"/>
                  </a:cubicBezTo>
                  <a:lnTo>
                    <a:pt x="347" y="410"/>
                  </a:lnTo>
                  <a:cubicBezTo>
                    <a:pt x="599" y="410"/>
                    <a:pt x="599" y="1"/>
                    <a:pt x="34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38"/>
            <p:cNvSpPr/>
            <p:nvPr/>
          </p:nvSpPr>
          <p:spPr>
            <a:xfrm>
              <a:off x="4850775" y="760425"/>
              <a:ext cx="59050" cy="89225"/>
            </a:xfrm>
            <a:custGeom>
              <a:avLst/>
              <a:gdLst/>
              <a:ahLst/>
              <a:cxnLst/>
              <a:rect l="l" t="t" r="r" b="b"/>
              <a:pathLst>
                <a:path w="2362" h="3569" extrusionOk="0">
                  <a:moveTo>
                    <a:pt x="281" y="1"/>
                  </a:moveTo>
                  <a:cubicBezTo>
                    <a:pt x="139" y="1"/>
                    <a:pt x="0" y="201"/>
                    <a:pt x="121" y="346"/>
                  </a:cubicBezTo>
                  <a:cubicBezTo>
                    <a:pt x="876" y="1259"/>
                    <a:pt x="1505" y="2297"/>
                    <a:pt x="1914" y="3430"/>
                  </a:cubicBezTo>
                  <a:cubicBezTo>
                    <a:pt x="1951" y="3528"/>
                    <a:pt x="2031" y="3569"/>
                    <a:pt x="2112" y="3569"/>
                  </a:cubicBezTo>
                  <a:cubicBezTo>
                    <a:pt x="2237" y="3569"/>
                    <a:pt x="2362" y="3469"/>
                    <a:pt x="2324" y="3335"/>
                  </a:cubicBezTo>
                  <a:cubicBezTo>
                    <a:pt x="1852" y="2140"/>
                    <a:pt x="1222" y="1038"/>
                    <a:pt x="404" y="63"/>
                  </a:cubicBezTo>
                  <a:cubicBezTo>
                    <a:pt x="368" y="19"/>
                    <a:pt x="324" y="1"/>
                    <a:pt x="28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8"/>
            <p:cNvSpPr/>
            <p:nvPr/>
          </p:nvSpPr>
          <p:spPr>
            <a:xfrm>
              <a:off x="4875400" y="753750"/>
              <a:ext cx="58800" cy="100850"/>
            </a:xfrm>
            <a:custGeom>
              <a:avLst/>
              <a:gdLst/>
              <a:ahLst/>
              <a:cxnLst/>
              <a:rect l="l" t="t" r="r" b="b"/>
              <a:pathLst>
                <a:path w="2352" h="4034" extrusionOk="0">
                  <a:moveTo>
                    <a:pt x="277" y="0"/>
                  </a:moveTo>
                  <a:cubicBezTo>
                    <a:pt x="141" y="0"/>
                    <a:pt x="0" y="134"/>
                    <a:pt x="111" y="267"/>
                  </a:cubicBezTo>
                  <a:lnTo>
                    <a:pt x="80" y="267"/>
                  </a:lnTo>
                  <a:cubicBezTo>
                    <a:pt x="867" y="1400"/>
                    <a:pt x="1464" y="2595"/>
                    <a:pt x="1905" y="3885"/>
                  </a:cubicBezTo>
                  <a:cubicBezTo>
                    <a:pt x="1943" y="3988"/>
                    <a:pt x="2030" y="4034"/>
                    <a:pt x="2113" y="4034"/>
                  </a:cubicBezTo>
                  <a:cubicBezTo>
                    <a:pt x="2235" y="4034"/>
                    <a:pt x="2351" y="3940"/>
                    <a:pt x="2314" y="3791"/>
                  </a:cubicBezTo>
                  <a:cubicBezTo>
                    <a:pt x="1873" y="2470"/>
                    <a:pt x="1244" y="1211"/>
                    <a:pt x="426" y="78"/>
                  </a:cubicBezTo>
                  <a:cubicBezTo>
                    <a:pt x="389" y="23"/>
                    <a:pt x="333" y="0"/>
                    <a:pt x="27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38"/>
            <p:cNvSpPr/>
            <p:nvPr/>
          </p:nvSpPr>
          <p:spPr>
            <a:xfrm>
              <a:off x="4903550" y="751675"/>
              <a:ext cx="54100" cy="104525"/>
            </a:xfrm>
            <a:custGeom>
              <a:avLst/>
              <a:gdLst/>
              <a:ahLst/>
              <a:cxnLst/>
              <a:rect l="l" t="t" r="r" b="b"/>
              <a:pathLst>
                <a:path w="2164" h="4181" extrusionOk="0">
                  <a:moveTo>
                    <a:pt x="270" y="0"/>
                  </a:moveTo>
                  <a:cubicBezTo>
                    <a:pt x="136" y="0"/>
                    <a:pt x="0" y="136"/>
                    <a:pt x="87" y="287"/>
                  </a:cubicBezTo>
                  <a:lnTo>
                    <a:pt x="87" y="319"/>
                  </a:lnTo>
                  <a:cubicBezTo>
                    <a:pt x="433" y="885"/>
                    <a:pt x="747" y="1514"/>
                    <a:pt x="999" y="2144"/>
                  </a:cubicBezTo>
                  <a:cubicBezTo>
                    <a:pt x="1093" y="2395"/>
                    <a:pt x="1188" y="2647"/>
                    <a:pt x="1282" y="2899"/>
                  </a:cubicBezTo>
                  <a:cubicBezTo>
                    <a:pt x="1335" y="3003"/>
                    <a:pt x="1582" y="3521"/>
                    <a:pt x="1611" y="3765"/>
                  </a:cubicBezTo>
                  <a:lnTo>
                    <a:pt x="1611" y="3765"/>
                  </a:lnTo>
                  <a:cubicBezTo>
                    <a:pt x="1606" y="3769"/>
                    <a:pt x="1601" y="3774"/>
                    <a:pt x="1597" y="3780"/>
                  </a:cubicBezTo>
                  <a:lnTo>
                    <a:pt x="1565" y="3811"/>
                  </a:lnTo>
                  <a:cubicBezTo>
                    <a:pt x="1503" y="3874"/>
                    <a:pt x="1503" y="4000"/>
                    <a:pt x="1565" y="4094"/>
                  </a:cubicBezTo>
                  <a:lnTo>
                    <a:pt x="1628" y="4126"/>
                  </a:lnTo>
                  <a:cubicBezTo>
                    <a:pt x="1666" y="4163"/>
                    <a:pt x="1708" y="4181"/>
                    <a:pt x="1749" y="4181"/>
                  </a:cubicBezTo>
                  <a:cubicBezTo>
                    <a:pt x="1812" y="4181"/>
                    <a:pt x="1873" y="4139"/>
                    <a:pt x="1912" y="4063"/>
                  </a:cubicBezTo>
                  <a:cubicBezTo>
                    <a:pt x="2163" y="3685"/>
                    <a:pt x="1660" y="2804"/>
                    <a:pt x="1534" y="2395"/>
                  </a:cubicBezTo>
                  <a:cubicBezTo>
                    <a:pt x="1219" y="1609"/>
                    <a:pt x="873" y="853"/>
                    <a:pt x="433" y="98"/>
                  </a:cubicBezTo>
                  <a:cubicBezTo>
                    <a:pt x="393" y="29"/>
                    <a:pt x="332" y="0"/>
                    <a:pt x="2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8"/>
            <p:cNvSpPr/>
            <p:nvPr/>
          </p:nvSpPr>
          <p:spPr>
            <a:xfrm>
              <a:off x="4932500" y="807725"/>
              <a:ext cx="82375" cy="52975"/>
            </a:xfrm>
            <a:custGeom>
              <a:avLst/>
              <a:gdLst/>
              <a:ahLst/>
              <a:cxnLst/>
              <a:rect l="l" t="t" r="r" b="b"/>
              <a:pathLst>
                <a:path w="3295" h="2119" extrusionOk="0">
                  <a:moveTo>
                    <a:pt x="299" y="0"/>
                  </a:moveTo>
                  <a:cubicBezTo>
                    <a:pt x="108" y="0"/>
                    <a:pt x="0" y="262"/>
                    <a:pt x="187" y="342"/>
                  </a:cubicBezTo>
                  <a:lnTo>
                    <a:pt x="219" y="342"/>
                  </a:lnTo>
                  <a:cubicBezTo>
                    <a:pt x="1163" y="783"/>
                    <a:pt x="2075" y="1349"/>
                    <a:pt x="2862" y="2073"/>
                  </a:cubicBezTo>
                  <a:cubicBezTo>
                    <a:pt x="2900" y="2105"/>
                    <a:pt x="2943" y="2119"/>
                    <a:pt x="2985" y="2119"/>
                  </a:cubicBezTo>
                  <a:cubicBezTo>
                    <a:pt x="3147" y="2119"/>
                    <a:pt x="3295" y="1914"/>
                    <a:pt x="3145" y="1789"/>
                  </a:cubicBezTo>
                  <a:cubicBezTo>
                    <a:pt x="2327" y="1066"/>
                    <a:pt x="1414" y="468"/>
                    <a:pt x="407" y="27"/>
                  </a:cubicBezTo>
                  <a:cubicBezTo>
                    <a:pt x="370" y="8"/>
                    <a:pt x="333" y="0"/>
                    <a:pt x="2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38"/>
            <p:cNvSpPr/>
            <p:nvPr/>
          </p:nvSpPr>
          <p:spPr>
            <a:xfrm>
              <a:off x="4917975" y="771250"/>
              <a:ext cx="75725" cy="46600"/>
            </a:xfrm>
            <a:custGeom>
              <a:avLst/>
              <a:gdLst/>
              <a:ahLst/>
              <a:cxnLst/>
              <a:rect l="l" t="t" r="r" b="b"/>
              <a:pathLst>
                <a:path w="3029" h="1864" extrusionOk="0">
                  <a:moveTo>
                    <a:pt x="273" y="1"/>
                  </a:moveTo>
                  <a:cubicBezTo>
                    <a:pt x="64" y="1"/>
                    <a:pt x="1" y="327"/>
                    <a:pt x="233" y="385"/>
                  </a:cubicBezTo>
                  <a:cubicBezTo>
                    <a:pt x="1146" y="605"/>
                    <a:pt x="1995" y="1077"/>
                    <a:pt x="2625" y="1801"/>
                  </a:cubicBezTo>
                  <a:cubicBezTo>
                    <a:pt x="2661" y="1845"/>
                    <a:pt x="2704" y="1863"/>
                    <a:pt x="2748" y="1863"/>
                  </a:cubicBezTo>
                  <a:cubicBezTo>
                    <a:pt x="2890" y="1863"/>
                    <a:pt x="3029" y="1663"/>
                    <a:pt x="2908" y="1518"/>
                  </a:cubicBezTo>
                  <a:cubicBezTo>
                    <a:pt x="2216" y="763"/>
                    <a:pt x="1335" y="228"/>
                    <a:pt x="328" y="8"/>
                  </a:cubicBezTo>
                  <a:cubicBezTo>
                    <a:pt x="308" y="3"/>
                    <a:pt x="290" y="1"/>
                    <a:pt x="2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38"/>
            <p:cNvSpPr/>
            <p:nvPr/>
          </p:nvSpPr>
          <p:spPr>
            <a:xfrm>
              <a:off x="5007175" y="822550"/>
              <a:ext cx="12600" cy="10250"/>
            </a:xfrm>
            <a:custGeom>
              <a:avLst/>
              <a:gdLst/>
              <a:ahLst/>
              <a:cxnLst/>
              <a:rect l="l" t="t" r="r" b="b"/>
              <a:pathLst>
                <a:path w="504" h="410" extrusionOk="0">
                  <a:moveTo>
                    <a:pt x="252" y="1"/>
                  </a:moveTo>
                  <a:cubicBezTo>
                    <a:pt x="0" y="1"/>
                    <a:pt x="0" y="410"/>
                    <a:pt x="252" y="410"/>
                  </a:cubicBezTo>
                  <a:cubicBezTo>
                    <a:pt x="504" y="410"/>
                    <a:pt x="504" y="1"/>
                    <a:pt x="25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38"/>
            <p:cNvSpPr/>
            <p:nvPr/>
          </p:nvSpPr>
          <p:spPr>
            <a:xfrm>
              <a:off x="5029200" y="839850"/>
              <a:ext cx="12600" cy="10250"/>
            </a:xfrm>
            <a:custGeom>
              <a:avLst/>
              <a:gdLst/>
              <a:ahLst/>
              <a:cxnLst/>
              <a:rect l="l" t="t" r="r" b="b"/>
              <a:pathLst>
                <a:path w="504" h="410" extrusionOk="0">
                  <a:moveTo>
                    <a:pt x="252" y="1"/>
                  </a:moveTo>
                  <a:cubicBezTo>
                    <a:pt x="0" y="1"/>
                    <a:pt x="0" y="410"/>
                    <a:pt x="252" y="410"/>
                  </a:cubicBezTo>
                  <a:cubicBezTo>
                    <a:pt x="504" y="410"/>
                    <a:pt x="504" y="1"/>
                    <a:pt x="25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38"/>
            <p:cNvSpPr/>
            <p:nvPr/>
          </p:nvSpPr>
          <p:spPr>
            <a:xfrm>
              <a:off x="4964725" y="770750"/>
              <a:ext cx="99575" cy="81700"/>
            </a:xfrm>
            <a:custGeom>
              <a:avLst/>
              <a:gdLst/>
              <a:ahLst/>
              <a:cxnLst/>
              <a:rect l="l" t="t" r="r" b="b"/>
              <a:pathLst>
                <a:path w="3983" h="3268" extrusionOk="0">
                  <a:moveTo>
                    <a:pt x="281" y="0"/>
                  </a:moveTo>
                  <a:cubicBezTo>
                    <a:pt x="109" y="0"/>
                    <a:pt x="1" y="267"/>
                    <a:pt x="188" y="374"/>
                  </a:cubicBezTo>
                  <a:cubicBezTo>
                    <a:pt x="1447" y="1160"/>
                    <a:pt x="2579" y="2104"/>
                    <a:pt x="3586" y="3205"/>
                  </a:cubicBezTo>
                  <a:cubicBezTo>
                    <a:pt x="3623" y="3249"/>
                    <a:pt x="3666" y="3268"/>
                    <a:pt x="3709" y="3268"/>
                  </a:cubicBezTo>
                  <a:cubicBezTo>
                    <a:pt x="3850" y="3268"/>
                    <a:pt x="3983" y="3067"/>
                    <a:pt x="3838" y="2922"/>
                  </a:cubicBezTo>
                  <a:cubicBezTo>
                    <a:pt x="2831" y="1790"/>
                    <a:pt x="1667" y="814"/>
                    <a:pt x="377" y="28"/>
                  </a:cubicBezTo>
                  <a:cubicBezTo>
                    <a:pt x="344" y="9"/>
                    <a:pt x="312" y="0"/>
                    <a:pt x="28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38"/>
            <p:cNvSpPr/>
            <p:nvPr/>
          </p:nvSpPr>
          <p:spPr>
            <a:xfrm>
              <a:off x="5047100" y="785925"/>
              <a:ext cx="34075" cy="73900"/>
            </a:xfrm>
            <a:custGeom>
              <a:avLst/>
              <a:gdLst/>
              <a:ahLst/>
              <a:cxnLst/>
              <a:rect l="l" t="t" r="r" b="b"/>
              <a:pathLst>
                <a:path w="1363" h="2956" extrusionOk="0">
                  <a:moveTo>
                    <a:pt x="1096" y="1"/>
                  </a:moveTo>
                  <a:cubicBezTo>
                    <a:pt x="1037" y="1"/>
                    <a:pt x="982" y="33"/>
                    <a:pt x="952" y="113"/>
                  </a:cubicBezTo>
                  <a:cubicBezTo>
                    <a:pt x="512" y="931"/>
                    <a:pt x="228" y="1812"/>
                    <a:pt x="40" y="2693"/>
                  </a:cubicBezTo>
                  <a:cubicBezTo>
                    <a:pt x="1" y="2848"/>
                    <a:pt x="130" y="2956"/>
                    <a:pt x="257" y="2956"/>
                  </a:cubicBezTo>
                  <a:cubicBezTo>
                    <a:pt x="335" y="2956"/>
                    <a:pt x="413" y="2915"/>
                    <a:pt x="449" y="2819"/>
                  </a:cubicBezTo>
                  <a:lnTo>
                    <a:pt x="417" y="2819"/>
                  </a:lnTo>
                  <a:cubicBezTo>
                    <a:pt x="606" y="1938"/>
                    <a:pt x="889" y="1088"/>
                    <a:pt x="1298" y="302"/>
                  </a:cubicBezTo>
                  <a:cubicBezTo>
                    <a:pt x="1363" y="151"/>
                    <a:pt x="1222" y="1"/>
                    <a:pt x="10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38"/>
            <p:cNvSpPr/>
            <p:nvPr/>
          </p:nvSpPr>
          <p:spPr>
            <a:xfrm>
              <a:off x="5063650" y="834650"/>
              <a:ext cx="16850" cy="27775"/>
            </a:xfrm>
            <a:custGeom>
              <a:avLst/>
              <a:gdLst/>
              <a:ahLst/>
              <a:cxnLst/>
              <a:rect l="l" t="t" r="r" b="b"/>
              <a:pathLst>
                <a:path w="674" h="1111" extrusionOk="0">
                  <a:moveTo>
                    <a:pt x="416" y="0"/>
                  </a:moveTo>
                  <a:cubicBezTo>
                    <a:pt x="333" y="0"/>
                    <a:pt x="252" y="45"/>
                    <a:pt x="227" y="146"/>
                  </a:cubicBezTo>
                  <a:cubicBezTo>
                    <a:pt x="164" y="398"/>
                    <a:pt x="101" y="618"/>
                    <a:pt x="38" y="838"/>
                  </a:cubicBezTo>
                  <a:cubicBezTo>
                    <a:pt x="1" y="1008"/>
                    <a:pt x="133" y="1110"/>
                    <a:pt x="258" y="1110"/>
                  </a:cubicBezTo>
                  <a:cubicBezTo>
                    <a:pt x="342" y="1110"/>
                    <a:pt x="422" y="1065"/>
                    <a:pt x="447" y="964"/>
                  </a:cubicBezTo>
                  <a:lnTo>
                    <a:pt x="636" y="272"/>
                  </a:lnTo>
                  <a:cubicBezTo>
                    <a:pt x="674" y="102"/>
                    <a:pt x="542" y="0"/>
                    <a:pt x="41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38"/>
            <p:cNvSpPr/>
            <p:nvPr/>
          </p:nvSpPr>
          <p:spPr>
            <a:xfrm>
              <a:off x="5077975" y="808400"/>
              <a:ext cx="13400" cy="10250"/>
            </a:xfrm>
            <a:custGeom>
              <a:avLst/>
              <a:gdLst/>
              <a:ahLst/>
              <a:cxnLst/>
              <a:rect l="l" t="t" r="r" b="b"/>
              <a:pathLst>
                <a:path w="536" h="410" extrusionOk="0">
                  <a:moveTo>
                    <a:pt x="283" y="0"/>
                  </a:moveTo>
                  <a:cubicBezTo>
                    <a:pt x="0" y="0"/>
                    <a:pt x="0" y="409"/>
                    <a:pt x="283" y="409"/>
                  </a:cubicBezTo>
                  <a:cubicBezTo>
                    <a:pt x="535" y="409"/>
                    <a:pt x="535" y="0"/>
                    <a:pt x="28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38"/>
            <p:cNvSpPr/>
            <p:nvPr/>
          </p:nvSpPr>
          <p:spPr>
            <a:xfrm>
              <a:off x="5086025" y="793475"/>
              <a:ext cx="48300" cy="71350"/>
            </a:xfrm>
            <a:custGeom>
              <a:avLst/>
              <a:gdLst/>
              <a:ahLst/>
              <a:cxnLst/>
              <a:rect l="l" t="t" r="r" b="b"/>
              <a:pathLst>
                <a:path w="1932" h="2854" extrusionOk="0">
                  <a:moveTo>
                    <a:pt x="1643" y="0"/>
                  </a:moveTo>
                  <a:cubicBezTo>
                    <a:pt x="1596" y="0"/>
                    <a:pt x="1547" y="19"/>
                    <a:pt x="1503" y="62"/>
                  </a:cubicBezTo>
                  <a:cubicBezTo>
                    <a:pt x="811" y="755"/>
                    <a:pt x="308" y="1636"/>
                    <a:pt x="56" y="2611"/>
                  </a:cubicBezTo>
                  <a:cubicBezTo>
                    <a:pt x="0" y="2760"/>
                    <a:pt x="120" y="2854"/>
                    <a:pt x="240" y="2854"/>
                  </a:cubicBezTo>
                  <a:cubicBezTo>
                    <a:pt x="324" y="2854"/>
                    <a:pt x="408" y="2808"/>
                    <a:pt x="433" y="2705"/>
                  </a:cubicBezTo>
                  <a:cubicBezTo>
                    <a:pt x="685" y="1793"/>
                    <a:pt x="1126" y="975"/>
                    <a:pt x="1786" y="346"/>
                  </a:cubicBezTo>
                  <a:cubicBezTo>
                    <a:pt x="1931" y="201"/>
                    <a:pt x="1798" y="0"/>
                    <a:pt x="164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38"/>
            <p:cNvSpPr/>
            <p:nvPr/>
          </p:nvSpPr>
          <p:spPr>
            <a:xfrm>
              <a:off x="5114150" y="844775"/>
              <a:ext cx="10250" cy="14775"/>
            </a:xfrm>
            <a:custGeom>
              <a:avLst/>
              <a:gdLst/>
              <a:ahLst/>
              <a:cxnLst/>
              <a:rect l="l" t="t" r="r" b="b"/>
              <a:pathLst>
                <a:path w="410" h="591" extrusionOk="0">
                  <a:moveTo>
                    <a:pt x="205" y="1"/>
                  </a:moveTo>
                  <a:cubicBezTo>
                    <a:pt x="103" y="1"/>
                    <a:pt x="1" y="71"/>
                    <a:pt x="1" y="213"/>
                  </a:cubicBezTo>
                  <a:lnTo>
                    <a:pt x="1" y="402"/>
                  </a:lnTo>
                  <a:cubicBezTo>
                    <a:pt x="1" y="528"/>
                    <a:pt x="103" y="591"/>
                    <a:pt x="205" y="591"/>
                  </a:cubicBezTo>
                  <a:cubicBezTo>
                    <a:pt x="307" y="591"/>
                    <a:pt x="410" y="528"/>
                    <a:pt x="410" y="402"/>
                  </a:cubicBezTo>
                  <a:lnTo>
                    <a:pt x="410" y="213"/>
                  </a:lnTo>
                  <a:cubicBezTo>
                    <a:pt x="410" y="71"/>
                    <a:pt x="307" y="1"/>
                    <a:pt x="20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38"/>
            <p:cNvSpPr/>
            <p:nvPr/>
          </p:nvSpPr>
          <p:spPr>
            <a:xfrm>
              <a:off x="5129875" y="825700"/>
              <a:ext cx="12625" cy="9475"/>
            </a:xfrm>
            <a:custGeom>
              <a:avLst/>
              <a:gdLst/>
              <a:ahLst/>
              <a:cxnLst/>
              <a:rect l="l" t="t" r="r" b="b"/>
              <a:pathLst>
                <a:path w="505" h="379" extrusionOk="0">
                  <a:moveTo>
                    <a:pt x="253" y="1"/>
                  </a:moveTo>
                  <a:cubicBezTo>
                    <a:pt x="1" y="1"/>
                    <a:pt x="1" y="378"/>
                    <a:pt x="253" y="378"/>
                  </a:cubicBezTo>
                  <a:cubicBezTo>
                    <a:pt x="504" y="378"/>
                    <a:pt x="504" y="1"/>
                    <a:pt x="25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38"/>
            <p:cNvSpPr/>
            <p:nvPr/>
          </p:nvSpPr>
          <p:spPr>
            <a:xfrm>
              <a:off x="4803575" y="792675"/>
              <a:ext cx="39100" cy="54625"/>
            </a:xfrm>
            <a:custGeom>
              <a:avLst/>
              <a:gdLst/>
              <a:ahLst/>
              <a:cxnLst/>
              <a:rect l="l" t="t" r="r" b="b"/>
              <a:pathLst>
                <a:path w="1564" h="2185" extrusionOk="0">
                  <a:moveTo>
                    <a:pt x="1282" y="1"/>
                  </a:moveTo>
                  <a:cubicBezTo>
                    <a:pt x="1239" y="1"/>
                    <a:pt x="1196" y="19"/>
                    <a:pt x="1160" y="63"/>
                  </a:cubicBezTo>
                  <a:cubicBezTo>
                    <a:pt x="656" y="629"/>
                    <a:pt x="310" y="1259"/>
                    <a:pt x="58" y="1951"/>
                  </a:cubicBezTo>
                  <a:cubicBezTo>
                    <a:pt x="1" y="2085"/>
                    <a:pt x="119" y="2184"/>
                    <a:pt x="241" y="2184"/>
                  </a:cubicBezTo>
                  <a:cubicBezTo>
                    <a:pt x="319" y="2184"/>
                    <a:pt x="399" y="2144"/>
                    <a:pt x="436" y="2045"/>
                  </a:cubicBezTo>
                  <a:cubicBezTo>
                    <a:pt x="656" y="1416"/>
                    <a:pt x="1002" y="850"/>
                    <a:pt x="1443" y="346"/>
                  </a:cubicBezTo>
                  <a:cubicBezTo>
                    <a:pt x="1563" y="201"/>
                    <a:pt x="1425" y="1"/>
                    <a:pt x="128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38"/>
            <p:cNvSpPr/>
            <p:nvPr/>
          </p:nvSpPr>
          <p:spPr>
            <a:xfrm>
              <a:off x="4830150" y="787950"/>
              <a:ext cx="44775" cy="59450"/>
            </a:xfrm>
            <a:custGeom>
              <a:avLst/>
              <a:gdLst/>
              <a:ahLst/>
              <a:cxnLst/>
              <a:rect l="l" t="t" r="r" b="b"/>
              <a:pathLst>
                <a:path w="1791" h="2378" extrusionOk="0">
                  <a:moveTo>
                    <a:pt x="1522" y="1"/>
                  </a:moveTo>
                  <a:cubicBezTo>
                    <a:pt x="1478" y="1"/>
                    <a:pt x="1430" y="19"/>
                    <a:pt x="1387" y="63"/>
                  </a:cubicBezTo>
                  <a:cubicBezTo>
                    <a:pt x="852" y="661"/>
                    <a:pt x="411" y="1353"/>
                    <a:pt x="65" y="2077"/>
                  </a:cubicBezTo>
                  <a:cubicBezTo>
                    <a:pt x="1" y="2227"/>
                    <a:pt x="142" y="2378"/>
                    <a:pt x="268" y="2378"/>
                  </a:cubicBezTo>
                  <a:cubicBezTo>
                    <a:pt x="326" y="2378"/>
                    <a:pt x="381" y="2345"/>
                    <a:pt x="411" y="2266"/>
                  </a:cubicBezTo>
                  <a:cubicBezTo>
                    <a:pt x="726" y="1574"/>
                    <a:pt x="1135" y="913"/>
                    <a:pt x="1670" y="346"/>
                  </a:cubicBezTo>
                  <a:cubicBezTo>
                    <a:pt x="1790" y="202"/>
                    <a:pt x="1670" y="1"/>
                    <a:pt x="152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38"/>
            <p:cNvSpPr/>
            <p:nvPr/>
          </p:nvSpPr>
          <p:spPr>
            <a:xfrm>
              <a:off x="4862625" y="815500"/>
              <a:ext cx="22525" cy="27300"/>
            </a:xfrm>
            <a:custGeom>
              <a:avLst/>
              <a:gdLst/>
              <a:ahLst/>
              <a:cxnLst/>
              <a:rect l="l" t="t" r="r" b="b"/>
              <a:pathLst>
                <a:path w="901" h="1092" extrusionOk="0">
                  <a:moveTo>
                    <a:pt x="620" y="0"/>
                  </a:moveTo>
                  <a:cubicBezTo>
                    <a:pt x="576" y="0"/>
                    <a:pt x="533" y="19"/>
                    <a:pt x="497" y="62"/>
                  </a:cubicBezTo>
                  <a:cubicBezTo>
                    <a:pt x="276" y="283"/>
                    <a:pt x="150" y="566"/>
                    <a:pt x="56" y="849"/>
                  </a:cubicBezTo>
                  <a:cubicBezTo>
                    <a:pt x="0" y="998"/>
                    <a:pt x="109" y="1092"/>
                    <a:pt x="227" y="1092"/>
                  </a:cubicBezTo>
                  <a:cubicBezTo>
                    <a:pt x="309" y="1092"/>
                    <a:pt x="395" y="1047"/>
                    <a:pt x="434" y="943"/>
                  </a:cubicBezTo>
                  <a:cubicBezTo>
                    <a:pt x="497" y="723"/>
                    <a:pt x="622" y="503"/>
                    <a:pt x="780" y="346"/>
                  </a:cubicBezTo>
                  <a:cubicBezTo>
                    <a:pt x="900" y="201"/>
                    <a:pt x="762" y="0"/>
                    <a:pt x="6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38"/>
            <p:cNvSpPr/>
            <p:nvPr/>
          </p:nvSpPr>
          <p:spPr>
            <a:xfrm>
              <a:off x="5291975" y="805025"/>
              <a:ext cx="23375" cy="17775"/>
            </a:xfrm>
            <a:custGeom>
              <a:avLst/>
              <a:gdLst/>
              <a:ahLst/>
              <a:cxnLst/>
              <a:rect l="l" t="t" r="r" b="b"/>
              <a:pathLst>
                <a:path w="935" h="711" extrusionOk="0">
                  <a:moveTo>
                    <a:pt x="263" y="1"/>
                  </a:moveTo>
                  <a:cubicBezTo>
                    <a:pt x="100" y="1"/>
                    <a:pt x="1" y="258"/>
                    <a:pt x="156" y="387"/>
                  </a:cubicBezTo>
                  <a:lnTo>
                    <a:pt x="187" y="387"/>
                  </a:lnTo>
                  <a:lnTo>
                    <a:pt x="565" y="670"/>
                  </a:lnTo>
                  <a:cubicBezTo>
                    <a:pt x="599" y="698"/>
                    <a:pt x="633" y="711"/>
                    <a:pt x="667" y="711"/>
                  </a:cubicBezTo>
                  <a:cubicBezTo>
                    <a:pt x="818" y="711"/>
                    <a:pt x="934" y="459"/>
                    <a:pt x="754" y="356"/>
                  </a:cubicBezTo>
                  <a:lnTo>
                    <a:pt x="376" y="41"/>
                  </a:lnTo>
                  <a:cubicBezTo>
                    <a:pt x="337" y="13"/>
                    <a:pt x="299" y="1"/>
                    <a:pt x="2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38"/>
            <p:cNvSpPr/>
            <p:nvPr/>
          </p:nvSpPr>
          <p:spPr>
            <a:xfrm>
              <a:off x="5339125" y="795800"/>
              <a:ext cx="12600" cy="10250"/>
            </a:xfrm>
            <a:custGeom>
              <a:avLst/>
              <a:gdLst/>
              <a:ahLst/>
              <a:cxnLst/>
              <a:rect l="l" t="t" r="r" b="b"/>
              <a:pathLst>
                <a:path w="504" h="410" extrusionOk="0">
                  <a:moveTo>
                    <a:pt x="252" y="1"/>
                  </a:moveTo>
                  <a:cubicBezTo>
                    <a:pt x="0" y="1"/>
                    <a:pt x="0" y="410"/>
                    <a:pt x="252" y="410"/>
                  </a:cubicBezTo>
                  <a:cubicBezTo>
                    <a:pt x="504" y="410"/>
                    <a:pt x="504" y="1"/>
                    <a:pt x="25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38"/>
            <p:cNvSpPr/>
            <p:nvPr/>
          </p:nvSpPr>
          <p:spPr>
            <a:xfrm>
              <a:off x="2954200" y="691300"/>
              <a:ext cx="70400" cy="59650"/>
            </a:xfrm>
            <a:custGeom>
              <a:avLst/>
              <a:gdLst/>
              <a:ahLst/>
              <a:cxnLst/>
              <a:rect l="l" t="t" r="r" b="b"/>
              <a:pathLst>
                <a:path w="2816" h="2386" extrusionOk="0">
                  <a:moveTo>
                    <a:pt x="300" y="1"/>
                  </a:moveTo>
                  <a:cubicBezTo>
                    <a:pt x="109" y="1"/>
                    <a:pt x="0" y="267"/>
                    <a:pt x="188" y="374"/>
                  </a:cubicBezTo>
                  <a:cubicBezTo>
                    <a:pt x="1037" y="877"/>
                    <a:pt x="1792" y="1507"/>
                    <a:pt x="2390" y="2293"/>
                  </a:cubicBezTo>
                  <a:cubicBezTo>
                    <a:pt x="2428" y="2359"/>
                    <a:pt x="2484" y="2385"/>
                    <a:pt x="2542" y="2385"/>
                  </a:cubicBezTo>
                  <a:cubicBezTo>
                    <a:pt x="2677" y="2385"/>
                    <a:pt x="2815" y="2237"/>
                    <a:pt x="2705" y="2104"/>
                  </a:cubicBezTo>
                  <a:cubicBezTo>
                    <a:pt x="2075" y="1255"/>
                    <a:pt x="1289" y="563"/>
                    <a:pt x="408" y="28"/>
                  </a:cubicBezTo>
                  <a:cubicBezTo>
                    <a:pt x="370" y="9"/>
                    <a:pt x="334" y="1"/>
                    <a:pt x="3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38"/>
            <p:cNvSpPr/>
            <p:nvPr/>
          </p:nvSpPr>
          <p:spPr>
            <a:xfrm>
              <a:off x="2968350" y="677925"/>
              <a:ext cx="67500" cy="54175"/>
            </a:xfrm>
            <a:custGeom>
              <a:avLst/>
              <a:gdLst/>
              <a:ahLst/>
              <a:cxnLst/>
              <a:rect l="l" t="t" r="r" b="b"/>
              <a:pathLst>
                <a:path w="2700" h="2167" extrusionOk="0">
                  <a:moveTo>
                    <a:pt x="281" y="1"/>
                  </a:moveTo>
                  <a:cubicBezTo>
                    <a:pt x="109" y="1"/>
                    <a:pt x="1" y="267"/>
                    <a:pt x="188" y="374"/>
                  </a:cubicBezTo>
                  <a:cubicBezTo>
                    <a:pt x="1006" y="783"/>
                    <a:pt x="1730" y="1381"/>
                    <a:pt x="2296" y="2104"/>
                  </a:cubicBezTo>
                  <a:cubicBezTo>
                    <a:pt x="2333" y="2148"/>
                    <a:pt x="2376" y="2167"/>
                    <a:pt x="2419" y="2167"/>
                  </a:cubicBezTo>
                  <a:cubicBezTo>
                    <a:pt x="2561" y="2167"/>
                    <a:pt x="2700" y="1966"/>
                    <a:pt x="2579" y="1821"/>
                  </a:cubicBezTo>
                  <a:cubicBezTo>
                    <a:pt x="2013" y="1066"/>
                    <a:pt x="1258" y="437"/>
                    <a:pt x="377" y="28"/>
                  </a:cubicBezTo>
                  <a:cubicBezTo>
                    <a:pt x="344" y="9"/>
                    <a:pt x="311" y="1"/>
                    <a:pt x="28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38"/>
            <p:cNvSpPr/>
            <p:nvPr/>
          </p:nvSpPr>
          <p:spPr>
            <a:xfrm>
              <a:off x="2984300" y="655350"/>
              <a:ext cx="58575" cy="46450"/>
            </a:xfrm>
            <a:custGeom>
              <a:avLst/>
              <a:gdLst/>
              <a:ahLst/>
              <a:cxnLst/>
              <a:rect l="l" t="t" r="r" b="b"/>
              <a:pathLst>
                <a:path w="2343" h="1858" extrusionOk="0">
                  <a:moveTo>
                    <a:pt x="298" y="0"/>
                  </a:moveTo>
                  <a:cubicBezTo>
                    <a:pt x="140" y="0"/>
                    <a:pt x="1" y="186"/>
                    <a:pt x="148" y="333"/>
                  </a:cubicBezTo>
                  <a:lnTo>
                    <a:pt x="1910" y="1812"/>
                  </a:lnTo>
                  <a:cubicBezTo>
                    <a:pt x="1949" y="1844"/>
                    <a:pt x="1991" y="1858"/>
                    <a:pt x="2033" y="1858"/>
                  </a:cubicBezTo>
                  <a:cubicBezTo>
                    <a:pt x="2195" y="1858"/>
                    <a:pt x="2343" y="1654"/>
                    <a:pt x="2193" y="1529"/>
                  </a:cubicBezTo>
                  <a:cubicBezTo>
                    <a:pt x="1595" y="1025"/>
                    <a:pt x="997" y="522"/>
                    <a:pt x="431" y="50"/>
                  </a:cubicBezTo>
                  <a:cubicBezTo>
                    <a:pt x="389" y="15"/>
                    <a:pt x="343" y="0"/>
                    <a:pt x="29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38"/>
            <p:cNvSpPr/>
            <p:nvPr/>
          </p:nvSpPr>
          <p:spPr>
            <a:xfrm>
              <a:off x="3013950" y="661825"/>
              <a:ext cx="43275" cy="109625"/>
            </a:xfrm>
            <a:custGeom>
              <a:avLst/>
              <a:gdLst/>
              <a:ahLst/>
              <a:cxnLst/>
              <a:rect l="l" t="t" r="r" b="b"/>
              <a:pathLst>
                <a:path w="1731" h="4385" extrusionOk="0">
                  <a:moveTo>
                    <a:pt x="1540" y="0"/>
                  </a:moveTo>
                  <a:cubicBezTo>
                    <a:pt x="1481" y="0"/>
                    <a:pt x="1421" y="26"/>
                    <a:pt x="1384" y="74"/>
                  </a:cubicBezTo>
                  <a:cubicBezTo>
                    <a:pt x="535" y="1301"/>
                    <a:pt x="63" y="2717"/>
                    <a:pt x="0" y="4196"/>
                  </a:cubicBezTo>
                  <a:cubicBezTo>
                    <a:pt x="0" y="4322"/>
                    <a:pt x="102" y="4385"/>
                    <a:pt x="205" y="4385"/>
                  </a:cubicBezTo>
                  <a:cubicBezTo>
                    <a:pt x="307" y="4385"/>
                    <a:pt x="409" y="4322"/>
                    <a:pt x="409" y="4196"/>
                  </a:cubicBezTo>
                  <a:cubicBezTo>
                    <a:pt x="438" y="2918"/>
                    <a:pt x="825" y="1691"/>
                    <a:pt x="1479" y="631"/>
                  </a:cubicBezTo>
                  <a:lnTo>
                    <a:pt x="1479" y="631"/>
                  </a:lnTo>
                  <a:cubicBezTo>
                    <a:pt x="1499" y="637"/>
                    <a:pt x="1520" y="640"/>
                    <a:pt x="1542" y="640"/>
                  </a:cubicBezTo>
                  <a:cubicBezTo>
                    <a:pt x="1636" y="640"/>
                    <a:pt x="1731" y="577"/>
                    <a:pt x="1731" y="452"/>
                  </a:cubicBezTo>
                  <a:lnTo>
                    <a:pt x="1731" y="200"/>
                  </a:lnTo>
                  <a:cubicBezTo>
                    <a:pt x="1731" y="64"/>
                    <a:pt x="1635" y="0"/>
                    <a:pt x="154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38"/>
            <p:cNvSpPr/>
            <p:nvPr/>
          </p:nvSpPr>
          <p:spPr>
            <a:xfrm>
              <a:off x="3036750" y="699750"/>
              <a:ext cx="28925" cy="66200"/>
            </a:xfrm>
            <a:custGeom>
              <a:avLst/>
              <a:gdLst/>
              <a:ahLst/>
              <a:cxnLst/>
              <a:rect l="l" t="t" r="r" b="b"/>
              <a:pathLst>
                <a:path w="1157" h="2648" extrusionOk="0">
                  <a:moveTo>
                    <a:pt x="887" y="1"/>
                  </a:moveTo>
                  <a:cubicBezTo>
                    <a:pt x="825" y="1"/>
                    <a:pt x="764" y="29"/>
                    <a:pt x="724" y="99"/>
                  </a:cubicBezTo>
                  <a:cubicBezTo>
                    <a:pt x="315" y="822"/>
                    <a:pt x="63" y="1640"/>
                    <a:pt x="1" y="2459"/>
                  </a:cubicBezTo>
                  <a:cubicBezTo>
                    <a:pt x="1" y="2584"/>
                    <a:pt x="103" y="2647"/>
                    <a:pt x="205" y="2647"/>
                  </a:cubicBezTo>
                  <a:cubicBezTo>
                    <a:pt x="307" y="2647"/>
                    <a:pt x="410" y="2584"/>
                    <a:pt x="410" y="2459"/>
                  </a:cubicBezTo>
                  <a:cubicBezTo>
                    <a:pt x="441" y="1703"/>
                    <a:pt x="693" y="948"/>
                    <a:pt x="1070" y="288"/>
                  </a:cubicBezTo>
                  <a:cubicBezTo>
                    <a:pt x="1157" y="137"/>
                    <a:pt x="1021" y="1"/>
                    <a:pt x="88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38"/>
            <p:cNvSpPr/>
            <p:nvPr/>
          </p:nvSpPr>
          <p:spPr>
            <a:xfrm>
              <a:off x="3062700" y="682550"/>
              <a:ext cx="12625" cy="10250"/>
            </a:xfrm>
            <a:custGeom>
              <a:avLst/>
              <a:gdLst/>
              <a:ahLst/>
              <a:cxnLst/>
              <a:rect l="l" t="t" r="r" b="b"/>
              <a:pathLst>
                <a:path w="505" h="410" extrusionOk="0">
                  <a:moveTo>
                    <a:pt x="253" y="0"/>
                  </a:moveTo>
                  <a:cubicBezTo>
                    <a:pt x="1" y="0"/>
                    <a:pt x="1" y="409"/>
                    <a:pt x="253" y="409"/>
                  </a:cubicBezTo>
                  <a:cubicBezTo>
                    <a:pt x="504" y="409"/>
                    <a:pt x="504" y="0"/>
                    <a:pt x="2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38"/>
            <p:cNvSpPr/>
            <p:nvPr/>
          </p:nvSpPr>
          <p:spPr>
            <a:xfrm>
              <a:off x="3059100" y="715200"/>
              <a:ext cx="24725" cy="41075"/>
            </a:xfrm>
            <a:custGeom>
              <a:avLst/>
              <a:gdLst/>
              <a:ahLst/>
              <a:cxnLst/>
              <a:rect l="l" t="t" r="r" b="b"/>
              <a:pathLst>
                <a:path w="989" h="1643" extrusionOk="0">
                  <a:moveTo>
                    <a:pt x="704" y="0"/>
                  </a:moveTo>
                  <a:cubicBezTo>
                    <a:pt x="646" y="0"/>
                    <a:pt x="591" y="23"/>
                    <a:pt x="554" y="79"/>
                  </a:cubicBezTo>
                  <a:cubicBezTo>
                    <a:pt x="271" y="488"/>
                    <a:pt x="82" y="928"/>
                    <a:pt x="19" y="1400"/>
                  </a:cubicBezTo>
                  <a:cubicBezTo>
                    <a:pt x="0" y="1549"/>
                    <a:pt x="125" y="1643"/>
                    <a:pt x="236" y="1643"/>
                  </a:cubicBezTo>
                  <a:cubicBezTo>
                    <a:pt x="313" y="1643"/>
                    <a:pt x="384" y="1597"/>
                    <a:pt x="397" y="1494"/>
                  </a:cubicBezTo>
                  <a:cubicBezTo>
                    <a:pt x="459" y="1054"/>
                    <a:pt x="617" y="645"/>
                    <a:pt x="900" y="267"/>
                  </a:cubicBezTo>
                  <a:cubicBezTo>
                    <a:pt x="989" y="134"/>
                    <a:pt x="842" y="0"/>
                    <a:pt x="70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38"/>
            <p:cNvSpPr/>
            <p:nvPr/>
          </p:nvSpPr>
          <p:spPr>
            <a:xfrm>
              <a:off x="2496850" y="720125"/>
              <a:ext cx="82050" cy="51000"/>
            </a:xfrm>
            <a:custGeom>
              <a:avLst/>
              <a:gdLst/>
              <a:ahLst/>
              <a:cxnLst/>
              <a:rect l="l" t="t" r="r" b="b"/>
              <a:pathLst>
                <a:path w="3282" h="2040" extrusionOk="0">
                  <a:moveTo>
                    <a:pt x="297" y="0"/>
                  </a:moveTo>
                  <a:cubicBezTo>
                    <a:pt x="63" y="0"/>
                    <a:pt x="0" y="329"/>
                    <a:pt x="233" y="416"/>
                  </a:cubicBezTo>
                  <a:lnTo>
                    <a:pt x="233" y="385"/>
                  </a:lnTo>
                  <a:cubicBezTo>
                    <a:pt x="1239" y="700"/>
                    <a:pt x="2152" y="1235"/>
                    <a:pt x="2876" y="1990"/>
                  </a:cubicBezTo>
                  <a:cubicBezTo>
                    <a:pt x="2917" y="2024"/>
                    <a:pt x="2962" y="2039"/>
                    <a:pt x="3004" y="2039"/>
                  </a:cubicBezTo>
                  <a:cubicBezTo>
                    <a:pt x="3155" y="2039"/>
                    <a:pt x="3281" y="1854"/>
                    <a:pt x="3159" y="1706"/>
                  </a:cubicBezTo>
                  <a:cubicBezTo>
                    <a:pt x="2372" y="920"/>
                    <a:pt x="1428" y="322"/>
                    <a:pt x="358" y="7"/>
                  </a:cubicBezTo>
                  <a:cubicBezTo>
                    <a:pt x="337" y="3"/>
                    <a:pt x="316" y="0"/>
                    <a:pt x="29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38"/>
            <p:cNvSpPr/>
            <p:nvPr/>
          </p:nvSpPr>
          <p:spPr>
            <a:xfrm>
              <a:off x="2518875" y="702025"/>
              <a:ext cx="69425" cy="48175"/>
            </a:xfrm>
            <a:custGeom>
              <a:avLst/>
              <a:gdLst/>
              <a:ahLst/>
              <a:cxnLst/>
              <a:rect l="l" t="t" r="r" b="b"/>
              <a:pathLst>
                <a:path w="2777" h="1927" extrusionOk="0">
                  <a:moveTo>
                    <a:pt x="278" y="1"/>
                  </a:moveTo>
                  <a:cubicBezTo>
                    <a:pt x="90" y="1"/>
                    <a:pt x="0" y="330"/>
                    <a:pt x="233" y="417"/>
                  </a:cubicBezTo>
                  <a:cubicBezTo>
                    <a:pt x="1051" y="700"/>
                    <a:pt x="1774" y="1203"/>
                    <a:pt x="2372" y="1864"/>
                  </a:cubicBezTo>
                  <a:cubicBezTo>
                    <a:pt x="2409" y="1908"/>
                    <a:pt x="2452" y="1926"/>
                    <a:pt x="2495" y="1926"/>
                  </a:cubicBezTo>
                  <a:cubicBezTo>
                    <a:pt x="2637" y="1926"/>
                    <a:pt x="2776" y="1726"/>
                    <a:pt x="2655" y="1581"/>
                  </a:cubicBezTo>
                  <a:cubicBezTo>
                    <a:pt x="2026" y="889"/>
                    <a:pt x="1208" y="354"/>
                    <a:pt x="327" y="8"/>
                  </a:cubicBezTo>
                  <a:cubicBezTo>
                    <a:pt x="310" y="3"/>
                    <a:pt x="294" y="1"/>
                    <a:pt x="27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38"/>
            <p:cNvSpPr/>
            <p:nvPr/>
          </p:nvSpPr>
          <p:spPr>
            <a:xfrm>
              <a:off x="2533375" y="685800"/>
              <a:ext cx="61150" cy="38825"/>
            </a:xfrm>
            <a:custGeom>
              <a:avLst/>
              <a:gdLst/>
              <a:ahLst/>
              <a:cxnLst/>
              <a:rect l="l" t="t" r="r" b="b"/>
              <a:pathLst>
                <a:path w="2446" h="1553" extrusionOk="0">
                  <a:moveTo>
                    <a:pt x="281" y="0"/>
                  </a:moveTo>
                  <a:cubicBezTo>
                    <a:pt x="109" y="0"/>
                    <a:pt x="0" y="267"/>
                    <a:pt x="187" y="374"/>
                  </a:cubicBezTo>
                  <a:cubicBezTo>
                    <a:pt x="848" y="657"/>
                    <a:pt x="1446" y="1034"/>
                    <a:pt x="2012" y="1506"/>
                  </a:cubicBezTo>
                  <a:cubicBezTo>
                    <a:pt x="2051" y="1539"/>
                    <a:pt x="2094" y="1552"/>
                    <a:pt x="2136" y="1552"/>
                  </a:cubicBezTo>
                  <a:cubicBezTo>
                    <a:pt x="2298" y="1552"/>
                    <a:pt x="2445" y="1348"/>
                    <a:pt x="2296" y="1223"/>
                  </a:cubicBezTo>
                  <a:cubicBezTo>
                    <a:pt x="1698" y="751"/>
                    <a:pt x="1068" y="342"/>
                    <a:pt x="376" y="27"/>
                  </a:cubicBezTo>
                  <a:cubicBezTo>
                    <a:pt x="343" y="9"/>
                    <a:pt x="311" y="0"/>
                    <a:pt x="28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8"/>
            <p:cNvSpPr/>
            <p:nvPr/>
          </p:nvSpPr>
          <p:spPr>
            <a:xfrm>
              <a:off x="2566300" y="682050"/>
              <a:ext cx="44300" cy="109925"/>
            </a:xfrm>
            <a:custGeom>
              <a:avLst/>
              <a:gdLst/>
              <a:ahLst/>
              <a:cxnLst/>
              <a:rect l="l" t="t" r="r" b="b"/>
              <a:pathLst>
                <a:path w="1772" h="4397" extrusionOk="0">
                  <a:moveTo>
                    <a:pt x="1534" y="0"/>
                  </a:moveTo>
                  <a:cubicBezTo>
                    <a:pt x="1457" y="0"/>
                    <a:pt x="1381" y="45"/>
                    <a:pt x="1356" y="146"/>
                  </a:cubicBezTo>
                  <a:cubicBezTo>
                    <a:pt x="1041" y="1499"/>
                    <a:pt x="601" y="2820"/>
                    <a:pt x="66" y="4079"/>
                  </a:cubicBezTo>
                  <a:cubicBezTo>
                    <a:pt x="1" y="4253"/>
                    <a:pt x="131" y="4396"/>
                    <a:pt x="248" y="4396"/>
                  </a:cubicBezTo>
                  <a:cubicBezTo>
                    <a:pt x="301" y="4396"/>
                    <a:pt x="351" y="4367"/>
                    <a:pt x="381" y="4299"/>
                  </a:cubicBezTo>
                  <a:cubicBezTo>
                    <a:pt x="947" y="2978"/>
                    <a:pt x="1388" y="1625"/>
                    <a:pt x="1734" y="272"/>
                  </a:cubicBezTo>
                  <a:cubicBezTo>
                    <a:pt x="1771" y="102"/>
                    <a:pt x="1651" y="0"/>
                    <a:pt x="153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8"/>
            <p:cNvSpPr/>
            <p:nvPr/>
          </p:nvSpPr>
          <p:spPr>
            <a:xfrm>
              <a:off x="2591350" y="705400"/>
              <a:ext cx="34700" cy="75425"/>
            </a:xfrm>
            <a:custGeom>
              <a:avLst/>
              <a:gdLst/>
              <a:ahLst/>
              <a:cxnLst/>
              <a:rect l="l" t="t" r="r" b="b"/>
              <a:pathLst>
                <a:path w="1388" h="3017" extrusionOk="0">
                  <a:moveTo>
                    <a:pt x="1145" y="1"/>
                  </a:moveTo>
                  <a:cubicBezTo>
                    <a:pt x="1068" y="1"/>
                    <a:pt x="988" y="39"/>
                    <a:pt x="952" y="124"/>
                  </a:cubicBezTo>
                  <a:lnTo>
                    <a:pt x="39" y="2767"/>
                  </a:lnTo>
                  <a:cubicBezTo>
                    <a:pt x="1" y="2922"/>
                    <a:pt x="128" y="3017"/>
                    <a:pt x="253" y="3017"/>
                  </a:cubicBezTo>
                  <a:cubicBezTo>
                    <a:pt x="333" y="3017"/>
                    <a:pt x="412" y="2979"/>
                    <a:pt x="448" y="2893"/>
                  </a:cubicBezTo>
                  <a:lnTo>
                    <a:pt x="1329" y="250"/>
                  </a:lnTo>
                  <a:cubicBezTo>
                    <a:pt x="1387" y="96"/>
                    <a:pt x="1268" y="1"/>
                    <a:pt x="114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8"/>
            <p:cNvSpPr/>
            <p:nvPr/>
          </p:nvSpPr>
          <p:spPr>
            <a:xfrm>
              <a:off x="2617625" y="739850"/>
              <a:ext cx="17400" cy="23675"/>
            </a:xfrm>
            <a:custGeom>
              <a:avLst/>
              <a:gdLst/>
              <a:ahLst/>
              <a:cxnLst/>
              <a:rect l="l" t="t" r="r" b="b"/>
              <a:pathLst>
                <a:path w="696" h="947" extrusionOk="0">
                  <a:moveTo>
                    <a:pt x="454" y="0"/>
                  </a:moveTo>
                  <a:cubicBezTo>
                    <a:pt x="383" y="0"/>
                    <a:pt x="314" y="37"/>
                    <a:pt x="278" y="131"/>
                  </a:cubicBezTo>
                  <a:lnTo>
                    <a:pt x="58" y="697"/>
                  </a:lnTo>
                  <a:cubicBezTo>
                    <a:pt x="0" y="851"/>
                    <a:pt x="120" y="947"/>
                    <a:pt x="250" y="947"/>
                  </a:cubicBezTo>
                  <a:cubicBezTo>
                    <a:pt x="332" y="947"/>
                    <a:pt x="418" y="908"/>
                    <a:pt x="467" y="823"/>
                  </a:cubicBezTo>
                  <a:cubicBezTo>
                    <a:pt x="562" y="571"/>
                    <a:pt x="593" y="414"/>
                    <a:pt x="656" y="225"/>
                  </a:cubicBezTo>
                  <a:cubicBezTo>
                    <a:pt x="696" y="107"/>
                    <a:pt x="574" y="0"/>
                    <a:pt x="45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8"/>
            <p:cNvSpPr/>
            <p:nvPr/>
          </p:nvSpPr>
          <p:spPr>
            <a:xfrm>
              <a:off x="2648725" y="727200"/>
              <a:ext cx="29050" cy="19850"/>
            </a:xfrm>
            <a:custGeom>
              <a:avLst/>
              <a:gdLst/>
              <a:ahLst/>
              <a:cxnLst/>
              <a:rect l="l" t="t" r="r" b="b"/>
              <a:pathLst>
                <a:path w="1162" h="794" extrusionOk="0">
                  <a:moveTo>
                    <a:pt x="294" y="1"/>
                  </a:moveTo>
                  <a:cubicBezTo>
                    <a:pt x="61" y="1"/>
                    <a:pt x="0" y="327"/>
                    <a:pt x="262" y="385"/>
                  </a:cubicBezTo>
                  <a:cubicBezTo>
                    <a:pt x="450" y="448"/>
                    <a:pt x="608" y="542"/>
                    <a:pt x="765" y="731"/>
                  </a:cubicBezTo>
                  <a:cubicBezTo>
                    <a:pt x="802" y="775"/>
                    <a:pt x="845" y="794"/>
                    <a:pt x="888" y="794"/>
                  </a:cubicBezTo>
                  <a:cubicBezTo>
                    <a:pt x="1028" y="794"/>
                    <a:pt x="1162" y="593"/>
                    <a:pt x="1017" y="448"/>
                  </a:cubicBezTo>
                  <a:cubicBezTo>
                    <a:pt x="859" y="228"/>
                    <a:pt x="608" y="71"/>
                    <a:pt x="356" y="8"/>
                  </a:cubicBezTo>
                  <a:cubicBezTo>
                    <a:pt x="334" y="3"/>
                    <a:pt x="314" y="1"/>
                    <a:pt x="2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8"/>
            <p:cNvSpPr/>
            <p:nvPr/>
          </p:nvSpPr>
          <p:spPr>
            <a:xfrm>
              <a:off x="2673650" y="697500"/>
              <a:ext cx="19075" cy="14950"/>
            </a:xfrm>
            <a:custGeom>
              <a:avLst/>
              <a:gdLst/>
              <a:ahLst/>
              <a:cxnLst/>
              <a:rect l="l" t="t" r="r" b="b"/>
              <a:pathLst>
                <a:path w="763" h="598" extrusionOk="0">
                  <a:moveTo>
                    <a:pt x="289" y="1"/>
                  </a:moveTo>
                  <a:cubicBezTo>
                    <a:pt x="134" y="1"/>
                    <a:pt x="1" y="201"/>
                    <a:pt x="146" y="346"/>
                  </a:cubicBezTo>
                  <a:lnTo>
                    <a:pt x="334" y="535"/>
                  </a:lnTo>
                  <a:cubicBezTo>
                    <a:pt x="378" y="579"/>
                    <a:pt x="427" y="597"/>
                    <a:pt x="474" y="597"/>
                  </a:cubicBezTo>
                  <a:cubicBezTo>
                    <a:pt x="629" y="597"/>
                    <a:pt x="762" y="397"/>
                    <a:pt x="618" y="252"/>
                  </a:cubicBezTo>
                  <a:lnTo>
                    <a:pt x="429" y="63"/>
                  </a:lnTo>
                  <a:cubicBezTo>
                    <a:pt x="385" y="19"/>
                    <a:pt x="336" y="1"/>
                    <a:pt x="28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8"/>
            <p:cNvSpPr/>
            <p:nvPr/>
          </p:nvSpPr>
          <p:spPr>
            <a:xfrm>
              <a:off x="2196850" y="815900"/>
              <a:ext cx="52975" cy="48725"/>
            </a:xfrm>
            <a:custGeom>
              <a:avLst/>
              <a:gdLst/>
              <a:ahLst/>
              <a:cxnLst/>
              <a:rect l="l" t="t" r="r" b="b"/>
              <a:pathLst>
                <a:path w="2119" h="1949" extrusionOk="0">
                  <a:moveTo>
                    <a:pt x="310" y="0"/>
                  </a:moveTo>
                  <a:cubicBezTo>
                    <a:pt x="148" y="0"/>
                    <a:pt x="1" y="205"/>
                    <a:pt x="150" y="330"/>
                  </a:cubicBezTo>
                  <a:cubicBezTo>
                    <a:pt x="717" y="770"/>
                    <a:pt x="1220" y="1274"/>
                    <a:pt x="1661" y="1871"/>
                  </a:cubicBezTo>
                  <a:cubicBezTo>
                    <a:pt x="1706" y="1926"/>
                    <a:pt x="1767" y="1949"/>
                    <a:pt x="1827" y="1949"/>
                  </a:cubicBezTo>
                  <a:cubicBezTo>
                    <a:pt x="1976" y="1949"/>
                    <a:pt x="2119" y="1808"/>
                    <a:pt x="2007" y="1651"/>
                  </a:cubicBezTo>
                  <a:cubicBezTo>
                    <a:pt x="1566" y="1053"/>
                    <a:pt x="1031" y="518"/>
                    <a:pt x="434" y="46"/>
                  </a:cubicBezTo>
                  <a:cubicBezTo>
                    <a:pt x="395" y="14"/>
                    <a:pt x="352" y="0"/>
                    <a:pt x="31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8"/>
            <p:cNvSpPr/>
            <p:nvPr/>
          </p:nvSpPr>
          <p:spPr>
            <a:xfrm>
              <a:off x="2216525" y="803300"/>
              <a:ext cx="64325" cy="62925"/>
            </a:xfrm>
            <a:custGeom>
              <a:avLst/>
              <a:gdLst/>
              <a:ahLst/>
              <a:cxnLst/>
              <a:rect l="l" t="t" r="r" b="b"/>
              <a:pathLst>
                <a:path w="2573" h="2517" extrusionOk="0">
                  <a:moveTo>
                    <a:pt x="310" y="1"/>
                  </a:moveTo>
                  <a:cubicBezTo>
                    <a:pt x="148" y="1"/>
                    <a:pt x="0" y="205"/>
                    <a:pt x="150" y="330"/>
                  </a:cubicBezTo>
                  <a:cubicBezTo>
                    <a:pt x="496" y="645"/>
                    <a:pt x="874" y="960"/>
                    <a:pt x="1220" y="1274"/>
                  </a:cubicBezTo>
                  <a:cubicBezTo>
                    <a:pt x="1346" y="1431"/>
                    <a:pt x="1503" y="1589"/>
                    <a:pt x="1660" y="1746"/>
                  </a:cubicBezTo>
                  <a:cubicBezTo>
                    <a:pt x="1711" y="1822"/>
                    <a:pt x="2005" y="2060"/>
                    <a:pt x="2119" y="2216"/>
                  </a:cubicBezTo>
                  <a:lnTo>
                    <a:pt x="2119" y="2216"/>
                  </a:lnTo>
                  <a:cubicBezTo>
                    <a:pt x="2110" y="2235"/>
                    <a:pt x="2104" y="2257"/>
                    <a:pt x="2101" y="2281"/>
                  </a:cubicBezTo>
                  <a:lnTo>
                    <a:pt x="2101" y="2312"/>
                  </a:lnTo>
                  <a:cubicBezTo>
                    <a:pt x="2101" y="2375"/>
                    <a:pt x="2132" y="2438"/>
                    <a:pt x="2195" y="2470"/>
                  </a:cubicBezTo>
                  <a:cubicBezTo>
                    <a:pt x="2242" y="2501"/>
                    <a:pt x="2290" y="2517"/>
                    <a:pt x="2337" y="2517"/>
                  </a:cubicBezTo>
                  <a:cubicBezTo>
                    <a:pt x="2384" y="2517"/>
                    <a:pt x="2431" y="2501"/>
                    <a:pt x="2478" y="2470"/>
                  </a:cubicBezTo>
                  <a:cubicBezTo>
                    <a:pt x="2541" y="2438"/>
                    <a:pt x="2573" y="2375"/>
                    <a:pt x="2573" y="2312"/>
                  </a:cubicBezTo>
                  <a:cubicBezTo>
                    <a:pt x="2573" y="1935"/>
                    <a:pt x="2006" y="1526"/>
                    <a:pt x="1755" y="1306"/>
                  </a:cubicBezTo>
                  <a:cubicBezTo>
                    <a:pt x="1346" y="865"/>
                    <a:pt x="905" y="425"/>
                    <a:pt x="433" y="47"/>
                  </a:cubicBezTo>
                  <a:cubicBezTo>
                    <a:pt x="394" y="15"/>
                    <a:pt x="352" y="1"/>
                    <a:pt x="3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8"/>
            <p:cNvSpPr/>
            <p:nvPr/>
          </p:nvSpPr>
          <p:spPr>
            <a:xfrm>
              <a:off x="2239200" y="790875"/>
              <a:ext cx="67400" cy="73500"/>
            </a:xfrm>
            <a:custGeom>
              <a:avLst/>
              <a:gdLst/>
              <a:ahLst/>
              <a:cxnLst/>
              <a:rect l="l" t="t" r="r" b="b"/>
              <a:pathLst>
                <a:path w="2696" h="2940" extrusionOk="0">
                  <a:moveTo>
                    <a:pt x="262" y="0"/>
                  </a:moveTo>
                  <a:cubicBezTo>
                    <a:pt x="100" y="0"/>
                    <a:pt x="1" y="252"/>
                    <a:pt x="156" y="355"/>
                  </a:cubicBezTo>
                  <a:cubicBezTo>
                    <a:pt x="1036" y="1016"/>
                    <a:pt x="1760" y="1866"/>
                    <a:pt x="2264" y="2841"/>
                  </a:cubicBezTo>
                  <a:cubicBezTo>
                    <a:pt x="2303" y="2910"/>
                    <a:pt x="2365" y="2939"/>
                    <a:pt x="2426" y="2939"/>
                  </a:cubicBezTo>
                  <a:cubicBezTo>
                    <a:pt x="2561" y="2939"/>
                    <a:pt x="2696" y="2803"/>
                    <a:pt x="2610" y="2652"/>
                  </a:cubicBezTo>
                  <a:cubicBezTo>
                    <a:pt x="2075" y="1614"/>
                    <a:pt x="1288" y="733"/>
                    <a:pt x="376" y="41"/>
                  </a:cubicBezTo>
                  <a:cubicBezTo>
                    <a:pt x="336" y="12"/>
                    <a:pt x="298" y="0"/>
                    <a:pt x="26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8"/>
            <p:cNvSpPr/>
            <p:nvPr/>
          </p:nvSpPr>
          <p:spPr>
            <a:xfrm>
              <a:off x="2290400" y="810775"/>
              <a:ext cx="37475" cy="39425"/>
            </a:xfrm>
            <a:custGeom>
              <a:avLst/>
              <a:gdLst/>
              <a:ahLst/>
              <a:cxnLst/>
              <a:rect l="l" t="t" r="r" b="b"/>
              <a:pathLst>
                <a:path w="1499" h="1577" extrusionOk="0">
                  <a:moveTo>
                    <a:pt x="281" y="0"/>
                  </a:moveTo>
                  <a:cubicBezTo>
                    <a:pt x="139" y="0"/>
                    <a:pt x="0" y="201"/>
                    <a:pt x="121" y="346"/>
                  </a:cubicBezTo>
                  <a:lnTo>
                    <a:pt x="1128" y="1510"/>
                  </a:lnTo>
                  <a:cubicBezTo>
                    <a:pt x="1167" y="1557"/>
                    <a:pt x="1211" y="1576"/>
                    <a:pt x="1254" y="1576"/>
                  </a:cubicBezTo>
                  <a:cubicBezTo>
                    <a:pt x="1385" y="1576"/>
                    <a:pt x="1498" y="1393"/>
                    <a:pt x="1380" y="1227"/>
                  </a:cubicBezTo>
                  <a:lnTo>
                    <a:pt x="404" y="63"/>
                  </a:lnTo>
                  <a:cubicBezTo>
                    <a:pt x="368" y="19"/>
                    <a:pt x="324" y="0"/>
                    <a:pt x="28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8"/>
            <p:cNvSpPr/>
            <p:nvPr/>
          </p:nvSpPr>
          <p:spPr>
            <a:xfrm>
              <a:off x="2271400" y="783225"/>
              <a:ext cx="12600" cy="10250"/>
            </a:xfrm>
            <a:custGeom>
              <a:avLst/>
              <a:gdLst/>
              <a:ahLst/>
              <a:cxnLst/>
              <a:rect l="l" t="t" r="r" b="b"/>
              <a:pathLst>
                <a:path w="504" h="410" extrusionOk="0">
                  <a:moveTo>
                    <a:pt x="252" y="1"/>
                  </a:moveTo>
                  <a:cubicBezTo>
                    <a:pt x="0" y="1"/>
                    <a:pt x="0" y="410"/>
                    <a:pt x="252" y="410"/>
                  </a:cubicBezTo>
                  <a:cubicBezTo>
                    <a:pt x="504" y="410"/>
                    <a:pt x="504" y="1"/>
                    <a:pt x="25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8"/>
            <p:cNvSpPr/>
            <p:nvPr/>
          </p:nvSpPr>
          <p:spPr>
            <a:xfrm>
              <a:off x="2320950" y="808300"/>
              <a:ext cx="21850" cy="54400"/>
            </a:xfrm>
            <a:custGeom>
              <a:avLst/>
              <a:gdLst/>
              <a:ahLst/>
              <a:cxnLst/>
              <a:rect l="l" t="t" r="r" b="b"/>
              <a:pathLst>
                <a:path w="874" h="2176" extrusionOk="0">
                  <a:moveTo>
                    <a:pt x="604" y="1"/>
                  </a:moveTo>
                  <a:cubicBezTo>
                    <a:pt x="542" y="1"/>
                    <a:pt x="481" y="29"/>
                    <a:pt x="441" y="99"/>
                  </a:cubicBezTo>
                  <a:cubicBezTo>
                    <a:pt x="158" y="665"/>
                    <a:pt x="0" y="1326"/>
                    <a:pt x="32" y="1987"/>
                  </a:cubicBezTo>
                  <a:cubicBezTo>
                    <a:pt x="32" y="2112"/>
                    <a:pt x="134" y="2175"/>
                    <a:pt x="236" y="2175"/>
                  </a:cubicBezTo>
                  <a:cubicBezTo>
                    <a:pt x="339" y="2175"/>
                    <a:pt x="441" y="2112"/>
                    <a:pt x="441" y="1987"/>
                  </a:cubicBezTo>
                  <a:cubicBezTo>
                    <a:pt x="409" y="1389"/>
                    <a:pt x="535" y="822"/>
                    <a:pt x="787" y="288"/>
                  </a:cubicBezTo>
                  <a:cubicBezTo>
                    <a:pt x="873" y="137"/>
                    <a:pt x="738" y="1"/>
                    <a:pt x="60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8"/>
            <p:cNvSpPr/>
            <p:nvPr/>
          </p:nvSpPr>
          <p:spPr>
            <a:xfrm>
              <a:off x="2338850" y="827325"/>
              <a:ext cx="16075" cy="32500"/>
            </a:xfrm>
            <a:custGeom>
              <a:avLst/>
              <a:gdLst/>
              <a:ahLst/>
              <a:cxnLst/>
              <a:rect l="l" t="t" r="r" b="b"/>
              <a:pathLst>
                <a:path w="643" h="1300" extrusionOk="0">
                  <a:moveTo>
                    <a:pt x="397" y="1"/>
                  </a:moveTo>
                  <a:cubicBezTo>
                    <a:pt x="310" y="1"/>
                    <a:pt x="223" y="51"/>
                    <a:pt x="197" y="156"/>
                  </a:cubicBezTo>
                  <a:lnTo>
                    <a:pt x="40" y="1037"/>
                  </a:lnTo>
                  <a:cubicBezTo>
                    <a:pt x="1" y="1192"/>
                    <a:pt x="130" y="1300"/>
                    <a:pt x="249" y="1300"/>
                  </a:cubicBezTo>
                  <a:cubicBezTo>
                    <a:pt x="323" y="1300"/>
                    <a:pt x="393" y="1259"/>
                    <a:pt x="417" y="1163"/>
                  </a:cubicBezTo>
                  <a:cubicBezTo>
                    <a:pt x="480" y="848"/>
                    <a:pt x="543" y="565"/>
                    <a:pt x="606" y="282"/>
                  </a:cubicBezTo>
                  <a:cubicBezTo>
                    <a:pt x="643" y="98"/>
                    <a:pt x="519" y="1"/>
                    <a:pt x="3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8"/>
            <p:cNvSpPr/>
            <p:nvPr/>
          </p:nvSpPr>
          <p:spPr>
            <a:xfrm>
              <a:off x="2372200" y="780475"/>
              <a:ext cx="43025" cy="74650"/>
            </a:xfrm>
            <a:custGeom>
              <a:avLst/>
              <a:gdLst/>
              <a:ahLst/>
              <a:cxnLst/>
              <a:rect l="l" t="t" r="r" b="b"/>
              <a:pathLst>
                <a:path w="1721" h="2986" extrusionOk="0">
                  <a:moveTo>
                    <a:pt x="1435" y="1"/>
                  </a:moveTo>
                  <a:cubicBezTo>
                    <a:pt x="1378" y="1"/>
                    <a:pt x="1322" y="24"/>
                    <a:pt x="1286" y="79"/>
                  </a:cubicBezTo>
                  <a:cubicBezTo>
                    <a:pt x="719" y="866"/>
                    <a:pt x="279" y="1778"/>
                    <a:pt x="59" y="2722"/>
                  </a:cubicBezTo>
                  <a:cubicBezTo>
                    <a:pt x="0" y="2878"/>
                    <a:pt x="134" y="2985"/>
                    <a:pt x="260" y="2985"/>
                  </a:cubicBezTo>
                  <a:cubicBezTo>
                    <a:pt x="338" y="2985"/>
                    <a:pt x="412" y="2944"/>
                    <a:pt x="436" y="2848"/>
                  </a:cubicBezTo>
                  <a:cubicBezTo>
                    <a:pt x="656" y="1904"/>
                    <a:pt x="1065" y="1054"/>
                    <a:pt x="1632" y="268"/>
                  </a:cubicBezTo>
                  <a:cubicBezTo>
                    <a:pt x="1721" y="134"/>
                    <a:pt x="1574" y="1"/>
                    <a:pt x="14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8"/>
            <p:cNvSpPr/>
            <p:nvPr/>
          </p:nvSpPr>
          <p:spPr>
            <a:xfrm>
              <a:off x="2393250" y="802800"/>
              <a:ext cx="35275" cy="55250"/>
            </a:xfrm>
            <a:custGeom>
              <a:avLst/>
              <a:gdLst/>
              <a:ahLst/>
              <a:cxnLst/>
              <a:rect l="l" t="t" r="r" b="b"/>
              <a:pathLst>
                <a:path w="1411" h="2210" extrusionOk="0">
                  <a:moveTo>
                    <a:pt x="1141" y="0"/>
                  </a:moveTo>
                  <a:cubicBezTo>
                    <a:pt x="1080" y="0"/>
                    <a:pt x="1018" y="29"/>
                    <a:pt x="978" y="99"/>
                  </a:cubicBezTo>
                  <a:cubicBezTo>
                    <a:pt x="632" y="665"/>
                    <a:pt x="318" y="1263"/>
                    <a:pt x="66" y="1892"/>
                  </a:cubicBezTo>
                  <a:cubicBezTo>
                    <a:pt x="1" y="2066"/>
                    <a:pt x="146" y="2209"/>
                    <a:pt x="272" y="2209"/>
                  </a:cubicBezTo>
                  <a:cubicBezTo>
                    <a:pt x="329" y="2209"/>
                    <a:pt x="383" y="2180"/>
                    <a:pt x="412" y="2112"/>
                  </a:cubicBezTo>
                  <a:cubicBezTo>
                    <a:pt x="664" y="1483"/>
                    <a:pt x="978" y="885"/>
                    <a:pt x="1325" y="287"/>
                  </a:cubicBezTo>
                  <a:cubicBezTo>
                    <a:pt x="1411" y="136"/>
                    <a:pt x="1276" y="0"/>
                    <a:pt x="114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8"/>
            <p:cNvSpPr/>
            <p:nvPr/>
          </p:nvSpPr>
          <p:spPr>
            <a:xfrm>
              <a:off x="2403400" y="826925"/>
              <a:ext cx="44825" cy="26700"/>
            </a:xfrm>
            <a:custGeom>
              <a:avLst/>
              <a:gdLst/>
              <a:ahLst/>
              <a:cxnLst/>
              <a:rect l="l" t="t" r="r" b="b"/>
              <a:pathLst>
                <a:path w="1793" h="1068" extrusionOk="0">
                  <a:moveTo>
                    <a:pt x="271" y="0"/>
                  </a:moveTo>
                  <a:cubicBezTo>
                    <a:pt x="53" y="0"/>
                    <a:pt x="1" y="336"/>
                    <a:pt x="226" y="392"/>
                  </a:cubicBezTo>
                  <a:cubicBezTo>
                    <a:pt x="667" y="518"/>
                    <a:pt x="1044" y="707"/>
                    <a:pt x="1359" y="1021"/>
                  </a:cubicBezTo>
                  <a:cubicBezTo>
                    <a:pt x="1398" y="1054"/>
                    <a:pt x="1441" y="1067"/>
                    <a:pt x="1483" y="1067"/>
                  </a:cubicBezTo>
                  <a:cubicBezTo>
                    <a:pt x="1644" y="1067"/>
                    <a:pt x="1792" y="863"/>
                    <a:pt x="1642" y="738"/>
                  </a:cubicBezTo>
                  <a:cubicBezTo>
                    <a:pt x="1265" y="392"/>
                    <a:pt x="824" y="140"/>
                    <a:pt x="352" y="15"/>
                  </a:cubicBezTo>
                  <a:cubicBezTo>
                    <a:pt x="323" y="5"/>
                    <a:pt x="296" y="0"/>
                    <a:pt x="2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8"/>
            <p:cNvSpPr/>
            <p:nvPr/>
          </p:nvSpPr>
          <p:spPr>
            <a:xfrm>
              <a:off x="2421600" y="810025"/>
              <a:ext cx="57425" cy="41875"/>
            </a:xfrm>
            <a:custGeom>
              <a:avLst/>
              <a:gdLst/>
              <a:ahLst/>
              <a:cxnLst/>
              <a:rect l="l" t="t" r="r" b="b"/>
              <a:pathLst>
                <a:path w="2297" h="1675" extrusionOk="0">
                  <a:moveTo>
                    <a:pt x="248" y="1"/>
                  </a:moveTo>
                  <a:cubicBezTo>
                    <a:pt x="86" y="1"/>
                    <a:pt x="1" y="244"/>
                    <a:pt x="159" y="376"/>
                  </a:cubicBezTo>
                  <a:lnTo>
                    <a:pt x="1921" y="1634"/>
                  </a:lnTo>
                  <a:cubicBezTo>
                    <a:pt x="1960" y="1662"/>
                    <a:pt x="1999" y="1674"/>
                    <a:pt x="2034" y="1674"/>
                  </a:cubicBezTo>
                  <a:cubicBezTo>
                    <a:pt x="2197" y="1674"/>
                    <a:pt x="2297" y="1418"/>
                    <a:pt x="2141" y="1288"/>
                  </a:cubicBezTo>
                  <a:lnTo>
                    <a:pt x="348" y="30"/>
                  </a:lnTo>
                  <a:cubicBezTo>
                    <a:pt x="313" y="10"/>
                    <a:pt x="279" y="1"/>
                    <a:pt x="24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8"/>
            <p:cNvSpPr/>
            <p:nvPr/>
          </p:nvSpPr>
          <p:spPr>
            <a:xfrm>
              <a:off x="2430525" y="783175"/>
              <a:ext cx="51525" cy="29550"/>
            </a:xfrm>
            <a:custGeom>
              <a:avLst/>
              <a:gdLst/>
              <a:ahLst/>
              <a:cxnLst/>
              <a:rect l="l" t="t" r="r" b="b"/>
              <a:pathLst>
                <a:path w="2061" h="1182" extrusionOk="0">
                  <a:moveTo>
                    <a:pt x="311" y="1"/>
                  </a:moveTo>
                  <a:cubicBezTo>
                    <a:pt x="107" y="1"/>
                    <a:pt x="1" y="351"/>
                    <a:pt x="243" y="412"/>
                  </a:cubicBezTo>
                  <a:lnTo>
                    <a:pt x="211" y="380"/>
                  </a:lnTo>
                  <a:lnTo>
                    <a:pt x="211" y="380"/>
                  </a:lnTo>
                  <a:cubicBezTo>
                    <a:pt x="746" y="506"/>
                    <a:pt x="1249" y="758"/>
                    <a:pt x="1658" y="1135"/>
                  </a:cubicBezTo>
                  <a:cubicBezTo>
                    <a:pt x="1691" y="1168"/>
                    <a:pt x="1729" y="1181"/>
                    <a:pt x="1766" y="1181"/>
                  </a:cubicBezTo>
                  <a:cubicBezTo>
                    <a:pt x="1912" y="1181"/>
                    <a:pt x="2060" y="977"/>
                    <a:pt x="1910" y="852"/>
                  </a:cubicBezTo>
                  <a:cubicBezTo>
                    <a:pt x="1470" y="412"/>
                    <a:pt x="935" y="128"/>
                    <a:pt x="337" y="3"/>
                  </a:cubicBezTo>
                  <a:cubicBezTo>
                    <a:pt x="328" y="1"/>
                    <a:pt x="320" y="1"/>
                    <a:pt x="3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8"/>
            <p:cNvSpPr/>
            <p:nvPr/>
          </p:nvSpPr>
          <p:spPr>
            <a:xfrm>
              <a:off x="2482200" y="810750"/>
              <a:ext cx="13400" cy="9475"/>
            </a:xfrm>
            <a:custGeom>
              <a:avLst/>
              <a:gdLst/>
              <a:ahLst/>
              <a:cxnLst/>
              <a:rect l="l" t="t" r="r" b="b"/>
              <a:pathLst>
                <a:path w="536" h="379" extrusionOk="0">
                  <a:moveTo>
                    <a:pt x="284" y="1"/>
                  </a:moveTo>
                  <a:cubicBezTo>
                    <a:pt x="1" y="1"/>
                    <a:pt x="1" y="378"/>
                    <a:pt x="284" y="378"/>
                  </a:cubicBezTo>
                  <a:cubicBezTo>
                    <a:pt x="535" y="378"/>
                    <a:pt x="535" y="1"/>
                    <a:pt x="28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8"/>
            <p:cNvSpPr/>
            <p:nvPr/>
          </p:nvSpPr>
          <p:spPr>
            <a:xfrm>
              <a:off x="2503825" y="830475"/>
              <a:ext cx="31850" cy="26600"/>
            </a:xfrm>
            <a:custGeom>
              <a:avLst/>
              <a:gdLst/>
              <a:ahLst/>
              <a:cxnLst/>
              <a:rect l="l" t="t" r="r" b="b"/>
              <a:pathLst>
                <a:path w="1274" h="1064" extrusionOk="0">
                  <a:moveTo>
                    <a:pt x="285" y="1"/>
                  </a:moveTo>
                  <a:cubicBezTo>
                    <a:pt x="138" y="1"/>
                    <a:pt x="0" y="149"/>
                    <a:pt x="111" y="282"/>
                  </a:cubicBezTo>
                  <a:lnTo>
                    <a:pt x="111" y="313"/>
                  </a:lnTo>
                  <a:cubicBezTo>
                    <a:pt x="300" y="596"/>
                    <a:pt x="583" y="879"/>
                    <a:pt x="897" y="1037"/>
                  </a:cubicBezTo>
                  <a:cubicBezTo>
                    <a:pt x="935" y="1056"/>
                    <a:pt x="971" y="1064"/>
                    <a:pt x="1003" y="1064"/>
                  </a:cubicBezTo>
                  <a:cubicBezTo>
                    <a:pt x="1188" y="1064"/>
                    <a:pt x="1274" y="798"/>
                    <a:pt x="1086" y="691"/>
                  </a:cubicBezTo>
                  <a:cubicBezTo>
                    <a:pt x="803" y="533"/>
                    <a:pt x="614" y="344"/>
                    <a:pt x="457" y="93"/>
                  </a:cubicBezTo>
                  <a:cubicBezTo>
                    <a:pt x="410" y="27"/>
                    <a:pt x="347" y="1"/>
                    <a:pt x="28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8"/>
            <p:cNvSpPr/>
            <p:nvPr/>
          </p:nvSpPr>
          <p:spPr>
            <a:xfrm>
              <a:off x="2498900" y="788375"/>
              <a:ext cx="65800" cy="61725"/>
            </a:xfrm>
            <a:custGeom>
              <a:avLst/>
              <a:gdLst/>
              <a:ahLst/>
              <a:cxnLst/>
              <a:rect l="l" t="t" r="r" b="b"/>
              <a:pathLst>
                <a:path w="2632" h="2469" extrusionOk="0">
                  <a:moveTo>
                    <a:pt x="310" y="0"/>
                  </a:moveTo>
                  <a:cubicBezTo>
                    <a:pt x="148" y="0"/>
                    <a:pt x="1" y="204"/>
                    <a:pt x="151" y="329"/>
                  </a:cubicBezTo>
                  <a:cubicBezTo>
                    <a:pt x="874" y="990"/>
                    <a:pt x="1566" y="1682"/>
                    <a:pt x="2227" y="2406"/>
                  </a:cubicBezTo>
                  <a:cubicBezTo>
                    <a:pt x="2264" y="2450"/>
                    <a:pt x="2307" y="2468"/>
                    <a:pt x="2350" y="2468"/>
                  </a:cubicBezTo>
                  <a:cubicBezTo>
                    <a:pt x="2492" y="2468"/>
                    <a:pt x="2631" y="2268"/>
                    <a:pt x="2510" y="2123"/>
                  </a:cubicBezTo>
                  <a:cubicBezTo>
                    <a:pt x="1850" y="1399"/>
                    <a:pt x="1157" y="707"/>
                    <a:pt x="434" y="46"/>
                  </a:cubicBezTo>
                  <a:cubicBezTo>
                    <a:pt x="395" y="14"/>
                    <a:pt x="352" y="0"/>
                    <a:pt x="31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8"/>
            <p:cNvSpPr/>
            <p:nvPr/>
          </p:nvSpPr>
          <p:spPr>
            <a:xfrm>
              <a:off x="2811750" y="773050"/>
              <a:ext cx="30400" cy="27875"/>
            </a:xfrm>
            <a:custGeom>
              <a:avLst/>
              <a:gdLst/>
              <a:ahLst/>
              <a:cxnLst/>
              <a:rect l="l" t="t" r="r" b="b"/>
              <a:pathLst>
                <a:path w="1216" h="1115" extrusionOk="0">
                  <a:moveTo>
                    <a:pt x="277" y="1"/>
                  </a:moveTo>
                  <a:cubicBezTo>
                    <a:pt x="108" y="1"/>
                    <a:pt x="1" y="244"/>
                    <a:pt x="159" y="376"/>
                  </a:cubicBezTo>
                  <a:cubicBezTo>
                    <a:pt x="411" y="565"/>
                    <a:pt x="631" y="754"/>
                    <a:pt x="788" y="1037"/>
                  </a:cubicBezTo>
                  <a:cubicBezTo>
                    <a:pt x="825" y="1091"/>
                    <a:pt x="879" y="1114"/>
                    <a:pt x="935" y="1114"/>
                  </a:cubicBezTo>
                  <a:cubicBezTo>
                    <a:pt x="1072" y="1114"/>
                    <a:pt x="1215" y="973"/>
                    <a:pt x="1103" y="817"/>
                  </a:cubicBezTo>
                  <a:cubicBezTo>
                    <a:pt x="914" y="502"/>
                    <a:pt x="663" y="250"/>
                    <a:pt x="379" y="30"/>
                  </a:cubicBezTo>
                  <a:cubicBezTo>
                    <a:pt x="344" y="10"/>
                    <a:pt x="310" y="1"/>
                    <a:pt x="27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8"/>
            <p:cNvSpPr/>
            <p:nvPr/>
          </p:nvSpPr>
          <p:spPr>
            <a:xfrm>
              <a:off x="2828625" y="761225"/>
              <a:ext cx="23175" cy="22800"/>
            </a:xfrm>
            <a:custGeom>
              <a:avLst/>
              <a:gdLst/>
              <a:ahLst/>
              <a:cxnLst/>
              <a:rect l="l" t="t" r="r" b="b"/>
              <a:pathLst>
                <a:path w="927" h="912" extrusionOk="0">
                  <a:moveTo>
                    <a:pt x="274" y="0"/>
                  </a:moveTo>
                  <a:cubicBezTo>
                    <a:pt x="133" y="0"/>
                    <a:pt x="0" y="201"/>
                    <a:pt x="145" y="346"/>
                  </a:cubicBezTo>
                  <a:lnTo>
                    <a:pt x="523" y="849"/>
                  </a:lnTo>
                  <a:cubicBezTo>
                    <a:pt x="559" y="893"/>
                    <a:pt x="602" y="911"/>
                    <a:pt x="645" y="911"/>
                  </a:cubicBezTo>
                  <a:cubicBezTo>
                    <a:pt x="788" y="911"/>
                    <a:pt x="926" y="711"/>
                    <a:pt x="806" y="566"/>
                  </a:cubicBezTo>
                  <a:lnTo>
                    <a:pt x="397" y="62"/>
                  </a:lnTo>
                  <a:cubicBezTo>
                    <a:pt x="360" y="19"/>
                    <a:pt x="317" y="0"/>
                    <a:pt x="2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8"/>
            <p:cNvSpPr/>
            <p:nvPr/>
          </p:nvSpPr>
          <p:spPr>
            <a:xfrm>
              <a:off x="3346875" y="558050"/>
              <a:ext cx="49250" cy="43075"/>
            </a:xfrm>
            <a:custGeom>
              <a:avLst/>
              <a:gdLst/>
              <a:ahLst/>
              <a:cxnLst/>
              <a:rect l="l" t="t" r="r" b="b"/>
              <a:pathLst>
                <a:path w="1970" h="1723" extrusionOk="0">
                  <a:moveTo>
                    <a:pt x="274" y="0"/>
                  </a:moveTo>
                  <a:cubicBezTo>
                    <a:pt x="95" y="0"/>
                    <a:pt x="0" y="252"/>
                    <a:pt x="181" y="355"/>
                  </a:cubicBezTo>
                  <a:cubicBezTo>
                    <a:pt x="716" y="670"/>
                    <a:pt x="1188" y="1110"/>
                    <a:pt x="1534" y="1645"/>
                  </a:cubicBezTo>
                  <a:cubicBezTo>
                    <a:pt x="1570" y="1699"/>
                    <a:pt x="1625" y="1722"/>
                    <a:pt x="1681" y="1722"/>
                  </a:cubicBezTo>
                  <a:cubicBezTo>
                    <a:pt x="1820" y="1722"/>
                    <a:pt x="1970" y="1582"/>
                    <a:pt x="1880" y="1425"/>
                  </a:cubicBezTo>
                  <a:cubicBezTo>
                    <a:pt x="1471" y="858"/>
                    <a:pt x="968" y="386"/>
                    <a:pt x="401" y="40"/>
                  </a:cubicBezTo>
                  <a:cubicBezTo>
                    <a:pt x="356" y="12"/>
                    <a:pt x="313" y="0"/>
                    <a:pt x="2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8"/>
            <p:cNvSpPr/>
            <p:nvPr/>
          </p:nvSpPr>
          <p:spPr>
            <a:xfrm>
              <a:off x="3368700" y="542875"/>
              <a:ext cx="37400" cy="28375"/>
            </a:xfrm>
            <a:custGeom>
              <a:avLst/>
              <a:gdLst/>
              <a:ahLst/>
              <a:cxnLst/>
              <a:rect l="l" t="t" r="r" b="b"/>
              <a:pathLst>
                <a:path w="1496" h="1135" extrusionOk="0">
                  <a:moveTo>
                    <a:pt x="326" y="1"/>
                  </a:moveTo>
                  <a:cubicBezTo>
                    <a:pt x="141" y="1"/>
                    <a:pt x="1" y="254"/>
                    <a:pt x="221" y="364"/>
                  </a:cubicBezTo>
                  <a:cubicBezTo>
                    <a:pt x="535" y="521"/>
                    <a:pt x="818" y="773"/>
                    <a:pt x="1039" y="1056"/>
                  </a:cubicBezTo>
                  <a:cubicBezTo>
                    <a:pt x="1085" y="1112"/>
                    <a:pt x="1147" y="1135"/>
                    <a:pt x="1208" y="1135"/>
                  </a:cubicBezTo>
                  <a:cubicBezTo>
                    <a:pt x="1355" y="1135"/>
                    <a:pt x="1496" y="1001"/>
                    <a:pt x="1385" y="868"/>
                  </a:cubicBezTo>
                  <a:cubicBezTo>
                    <a:pt x="1133" y="521"/>
                    <a:pt x="787" y="238"/>
                    <a:pt x="409" y="18"/>
                  </a:cubicBezTo>
                  <a:cubicBezTo>
                    <a:pt x="381" y="6"/>
                    <a:pt x="353" y="1"/>
                    <a:pt x="32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8"/>
            <p:cNvSpPr/>
            <p:nvPr/>
          </p:nvSpPr>
          <p:spPr>
            <a:xfrm>
              <a:off x="3383250" y="552650"/>
              <a:ext cx="33250" cy="73775"/>
            </a:xfrm>
            <a:custGeom>
              <a:avLst/>
              <a:gdLst/>
              <a:ahLst/>
              <a:cxnLst/>
              <a:rect l="l" t="t" r="r" b="b"/>
              <a:pathLst>
                <a:path w="1330" h="2951" extrusionOk="0">
                  <a:moveTo>
                    <a:pt x="1060" y="1"/>
                  </a:moveTo>
                  <a:cubicBezTo>
                    <a:pt x="998" y="1"/>
                    <a:pt x="937" y="30"/>
                    <a:pt x="897" y="99"/>
                  </a:cubicBezTo>
                  <a:cubicBezTo>
                    <a:pt x="425" y="917"/>
                    <a:pt x="142" y="1829"/>
                    <a:pt x="16" y="2773"/>
                  </a:cubicBezTo>
                  <a:cubicBezTo>
                    <a:pt x="1" y="2895"/>
                    <a:pt x="89" y="2951"/>
                    <a:pt x="187" y="2951"/>
                  </a:cubicBezTo>
                  <a:cubicBezTo>
                    <a:pt x="292" y="2951"/>
                    <a:pt x="409" y="2887"/>
                    <a:pt x="425" y="2773"/>
                  </a:cubicBezTo>
                  <a:cubicBezTo>
                    <a:pt x="520" y="1892"/>
                    <a:pt x="803" y="1043"/>
                    <a:pt x="1243" y="288"/>
                  </a:cubicBezTo>
                  <a:cubicBezTo>
                    <a:pt x="1329" y="137"/>
                    <a:pt x="1194" y="1"/>
                    <a:pt x="106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8"/>
            <p:cNvSpPr/>
            <p:nvPr/>
          </p:nvSpPr>
          <p:spPr>
            <a:xfrm>
              <a:off x="3405275" y="586925"/>
              <a:ext cx="19075" cy="34275"/>
            </a:xfrm>
            <a:custGeom>
              <a:avLst/>
              <a:gdLst/>
              <a:ahLst/>
              <a:cxnLst/>
              <a:rect l="l" t="t" r="r" b="b"/>
              <a:pathLst>
                <a:path w="763" h="1371" extrusionOk="0">
                  <a:moveTo>
                    <a:pt x="495" y="0"/>
                  </a:moveTo>
                  <a:cubicBezTo>
                    <a:pt x="433" y="0"/>
                    <a:pt x="371" y="33"/>
                    <a:pt x="331" y="112"/>
                  </a:cubicBezTo>
                  <a:cubicBezTo>
                    <a:pt x="173" y="427"/>
                    <a:pt x="48" y="805"/>
                    <a:pt x="16" y="1182"/>
                  </a:cubicBezTo>
                  <a:cubicBezTo>
                    <a:pt x="0" y="1308"/>
                    <a:pt x="95" y="1371"/>
                    <a:pt x="197" y="1371"/>
                  </a:cubicBezTo>
                  <a:cubicBezTo>
                    <a:pt x="299" y="1371"/>
                    <a:pt x="409" y="1308"/>
                    <a:pt x="425" y="1182"/>
                  </a:cubicBezTo>
                  <a:cubicBezTo>
                    <a:pt x="457" y="868"/>
                    <a:pt x="551" y="584"/>
                    <a:pt x="677" y="301"/>
                  </a:cubicBezTo>
                  <a:cubicBezTo>
                    <a:pt x="763" y="151"/>
                    <a:pt x="629" y="0"/>
                    <a:pt x="49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8"/>
            <p:cNvSpPr/>
            <p:nvPr/>
          </p:nvSpPr>
          <p:spPr>
            <a:xfrm>
              <a:off x="3445775" y="577125"/>
              <a:ext cx="13400" cy="9475"/>
            </a:xfrm>
            <a:custGeom>
              <a:avLst/>
              <a:gdLst/>
              <a:ahLst/>
              <a:cxnLst/>
              <a:rect l="l" t="t" r="r" b="b"/>
              <a:pathLst>
                <a:path w="536" h="379" extrusionOk="0">
                  <a:moveTo>
                    <a:pt x="284" y="1"/>
                  </a:moveTo>
                  <a:cubicBezTo>
                    <a:pt x="1" y="1"/>
                    <a:pt x="1" y="379"/>
                    <a:pt x="284" y="379"/>
                  </a:cubicBezTo>
                  <a:cubicBezTo>
                    <a:pt x="536" y="379"/>
                    <a:pt x="536" y="1"/>
                    <a:pt x="28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8"/>
            <p:cNvSpPr/>
            <p:nvPr/>
          </p:nvSpPr>
          <p:spPr>
            <a:xfrm>
              <a:off x="3711850" y="547025"/>
              <a:ext cx="22575" cy="17775"/>
            </a:xfrm>
            <a:custGeom>
              <a:avLst/>
              <a:gdLst/>
              <a:ahLst/>
              <a:cxnLst/>
              <a:rect l="l" t="t" r="r" b="b"/>
              <a:pathLst>
                <a:path w="903" h="711" extrusionOk="0">
                  <a:moveTo>
                    <a:pt x="258" y="1"/>
                  </a:moveTo>
                  <a:cubicBezTo>
                    <a:pt x="96" y="1"/>
                    <a:pt x="0" y="258"/>
                    <a:pt x="181" y="387"/>
                  </a:cubicBezTo>
                  <a:lnTo>
                    <a:pt x="150" y="387"/>
                  </a:lnTo>
                  <a:lnTo>
                    <a:pt x="559" y="670"/>
                  </a:lnTo>
                  <a:cubicBezTo>
                    <a:pt x="592" y="698"/>
                    <a:pt x="626" y="710"/>
                    <a:pt x="658" y="710"/>
                  </a:cubicBezTo>
                  <a:cubicBezTo>
                    <a:pt x="803" y="710"/>
                    <a:pt x="903" y="453"/>
                    <a:pt x="748" y="324"/>
                  </a:cubicBezTo>
                  <a:lnTo>
                    <a:pt x="370" y="41"/>
                  </a:lnTo>
                  <a:cubicBezTo>
                    <a:pt x="331" y="13"/>
                    <a:pt x="293" y="1"/>
                    <a:pt x="25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8"/>
            <p:cNvSpPr/>
            <p:nvPr/>
          </p:nvSpPr>
          <p:spPr>
            <a:xfrm>
              <a:off x="3746250" y="518150"/>
              <a:ext cx="12625" cy="9450"/>
            </a:xfrm>
            <a:custGeom>
              <a:avLst/>
              <a:gdLst/>
              <a:ahLst/>
              <a:cxnLst/>
              <a:rect l="l" t="t" r="r" b="b"/>
              <a:pathLst>
                <a:path w="505" h="378" extrusionOk="0">
                  <a:moveTo>
                    <a:pt x="253" y="0"/>
                  </a:moveTo>
                  <a:cubicBezTo>
                    <a:pt x="1" y="0"/>
                    <a:pt x="1" y="378"/>
                    <a:pt x="253" y="378"/>
                  </a:cubicBezTo>
                  <a:cubicBezTo>
                    <a:pt x="504" y="378"/>
                    <a:pt x="504" y="0"/>
                    <a:pt x="2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8"/>
            <p:cNvSpPr/>
            <p:nvPr/>
          </p:nvSpPr>
          <p:spPr>
            <a:xfrm>
              <a:off x="4543050" y="635400"/>
              <a:ext cx="49000" cy="51875"/>
            </a:xfrm>
            <a:custGeom>
              <a:avLst/>
              <a:gdLst/>
              <a:ahLst/>
              <a:cxnLst/>
              <a:rect l="l" t="t" r="r" b="b"/>
              <a:pathLst>
                <a:path w="1960" h="2075" extrusionOk="0">
                  <a:moveTo>
                    <a:pt x="277" y="1"/>
                  </a:moveTo>
                  <a:cubicBezTo>
                    <a:pt x="108" y="1"/>
                    <a:pt x="1" y="239"/>
                    <a:pt x="159" y="344"/>
                  </a:cubicBezTo>
                  <a:cubicBezTo>
                    <a:pt x="788" y="722"/>
                    <a:pt x="1260" y="1288"/>
                    <a:pt x="1512" y="1949"/>
                  </a:cubicBezTo>
                  <a:cubicBezTo>
                    <a:pt x="1550" y="2037"/>
                    <a:pt x="1632" y="2074"/>
                    <a:pt x="1713" y="2074"/>
                  </a:cubicBezTo>
                  <a:cubicBezTo>
                    <a:pt x="1837" y="2074"/>
                    <a:pt x="1959" y="1987"/>
                    <a:pt x="1921" y="1855"/>
                  </a:cubicBezTo>
                  <a:cubicBezTo>
                    <a:pt x="1638" y="1068"/>
                    <a:pt x="1072" y="439"/>
                    <a:pt x="379" y="30"/>
                  </a:cubicBezTo>
                  <a:cubicBezTo>
                    <a:pt x="344" y="9"/>
                    <a:pt x="309" y="1"/>
                    <a:pt x="27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8"/>
            <p:cNvSpPr/>
            <p:nvPr/>
          </p:nvSpPr>
          <p:spPr>
            <a:xfrm>
              <a:off x="4561500" y="624350"/>
              <a:ext cx="49475" cy="55625"/>
            </a:xfrm>
            <a:custGeom>
              <a:avLst/>
              <a:gdLst/>
              <a:ahLst/>
              <a:cxnLst/>
              <a:rect l="l" t="t" r="r" b="b"/>
              <a:pathLst>
                <a:path w="1979" h="2225" extrusionOk="0">
                  <a:moveTo>
                    <a:pt x="260" y="0"/>
                  </a:moveTo>
                  <a:cubicBezTo>
                    <a:pt x="114" y="0"/>
                    <a:pt x="0" y="194"/>
                    <a:pt x="145" y="314"/>
                  </a:cubicBezTo>
                  <a:cubicBezTo>
                    <a:pt x="629" y="772"/>
                    <a:pt x="1045" y="1276"/>
                    <a:pt x="1391" y="1826"/>
                  </a:cubicBezTo>
                  <a:lnTo>
                    <a:pt x="1391" y="1826"/>
                  </a:lnTo>
                  <a:cubicBezTo>
                    <a:pt x="1383" y="1878"/>
                    <a:pt x="1394" y="1933"/>
                    <a:pt x="1435" y="1982"/>
                  </a:cubicBezTo>
                  <a:lnTo>
                    <a:pt x="1592" y="2171"/>
                  </a:lnTo>
                  <a:cubicBezTo>
                    <a:pt x="1630" y="2208"/>
                    <a:pt x="1673" y="2225"/>
                    <a:pt x="1715" y="2225"/>
                  </a:cubicBezTo>
                  <a:cubicBezTo>
                    <a:pt x="1850" y="2225"/>
                    <a:pt x="1979" y="2063"/>
                    <a:pt x="1907" y="1919"/>
                  </a:cubicBezTo>
                  <a:cubicBezTo>
                    <a:pt x="1498" y="1227"/>
                    <a:pt x="994" y="598"/>
                    <a:pt x="397" y="63"/>
                  </a:cubicBezTo>
                  <a:cubicBezTo>
                    <a:pt x="352" y="18"/>
                    <a:pt x="304" y="0"/>
                    <a:pt x="2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8"/>
            <p:cNvSpPr/>
            <p:nvPr/>
          </p:nvSpPr>
          <p:spPr>
            <a:xfrm>
              <a:off x="4584300" y="616475"/>
              <a:ext cx="32025" cy="34700"/>
            </a:xfrm>
            <a:custGeom>
              <a:avLst/>
              <a:gdLst/>
              <a:ahLst/>
              <a:cxnLst/>
              <a:rect l="l" t="t" r="r" b="b"/>
              <a:pathLst>
                <a:path w="1281" h="1388" extrusionOk="0">
                  <a:moveTo>
                    <a:pt x="287" y="0"/>
                  </a:moveTo>
                  <a:cubicBezTo>
                    <a:pt x="133" y="0"/>
                    <a:pt x="1" y="194"/>
                    <a:pt x="145" y="315"/>
                  </a:cubicBezTo>
                  <a:lnTo>
                    <a:pt x="114" y="315"/>
                  </a:lnTo>
                  <a:cubicBezTo>
                    <a:pt x="428" y="598"/>
                    <a:pt x="680" y="913"/>
                    <a:pt x="869" y="1290"/>
                  </a:cubicBezTo>
                  <a:cubicBezTo>
                    <a:pt x="898" y="1358"/>
                    <a:pt x="952" y="1387"/>
                    <a:pt x="1009" y="1387"/>
                  </a:cubicBezTo>
                  <a:cubicBezTo>
                    <a:pt x="1136" y="1387"/>
                    <a:pt x="1280" y="1244"/>
                    <a:pt x="1215" y="1070"/>
                  </a:cubicBezTo>
                  <a:cubicBezTo>
                    <a:pt x="995" y="692"/>
                    <a:pt x="743" y="346"/>
                    <a:pt x="428" y="63"/>
                  </a:cubicBezTo>
                  <a:cubicBezTo>
                    <a:pt x="384" y="19"/>
                    <a:pt x="335" y="0"/>
                    <a:pt x="28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8"/>
            <p:cNvSpPr/>
            <p:nvPr/>
          </p:nvSpPr>
          <p:spPr>
            <a:xfrm>
              <a:off x="4579225" y="635350"/>
              <a:ext cx="62075" cy="82275"/>
            </a:xfrm>
            <a:custGeom>
              <a:avLst/>
              <a:gdLst/>
              <a:ahLst/>
              <a:cxnLst/>
              <a:rect l="l" t="t" r="r" b="b"/>
              <a:pathLst>
                <a:path w="2483" h="3291" extrusionOk="0">
                  <a:moveTo>
                    <a:pt x="2215" y="1"/>
                  </a:moveTo>
                  <a:cubicBezTo>
                    <a:pt x="2170" y="1"/>
                    <a:pt x="2123" y="19"/>
                    <a:pt x="2079" y="63"/>
                  </a:cubicBezTo>
                  <a:cubicBezTo>
                    <a:pt x="1229" y="913"/>
                    <a:pt x="569" y="1920"/>
                    <a:pt x="65" y="2989"/>
                  </a:cubicBezTo>
                  <a:cubicBezTo>
                    <a:pt x="1" y="3140"/>
                    <a:pt x="142" y="3290"/>
                    <a:pt x="268" y="3290"/>
                  </a:cubicBezTo>
                  <a:cubicBezTo>
                    <a:pt x="326" y="3290"/>
                    <a:pt x="381" y="3258"/>
                    <a:pt x="411" y="3178"/>
                  </a:cubicBezTo>
                  <a:cubicBezTo>
                    <a:pt x="883" y="2108"/>
                    <a:pt x="1544" y="1164"/>
                    <a:pt x="2362" y="346"/>
                  </a:cubicBezTo>
                  <a:cubicBezTo>
                    <a:pt x="2483" y="201"/>
                    <a:pt x="2362" y="1"/>
                    <a:pt x="221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38"/>
            <p:cNvSpPr/>
            <p:nvPr/>
          </p:nvSpPr>
          <p:spPr>
            <a:xfrm>
              <a:off x="4611175" y="672725"/>
              <a:ext cx="25175" cy="24875"/>
            </a:xfrm>
            <a:custGeom>
              <a:avLst/>
              <a:gdLst/>
              <a:ahLst/>
              <a:cxnLst/>
              <a:rect l="l" t="t" r="r" b="b"/>
              <a:pathLst>
                <a:path w="1007" h="995" extrusionOk="0">
                  <a:moveTo>
                    <a:pt x="718" y="0"/>
                  </a:moveTo>
                  <a:cubicBezTo>
                    <a:pt x="657" y="0"/>
                    <a:pt x="595" y="23"/>
                    <a:pt x="549" y="79"/>
                  </a:cubicBezTo>
                  <a:lnTo>
                    <a:pt x="109" y="708"/>
                  </a:lnTo>
                  <a:cubicBezTo>
                    <a:pt x="1" y="859"/>
                    <a:pt x="129" y="995"/>
                    <a:pt x="271" y="995"/>
                  </a:cubicBezTo>
                  <a:cubicBezTo>
                    <a:pt x="337" y="995"/>
                    <a:pt x="405" y="966"/>
                    <a:pt x="455" y="897"/>
                  </a:cubicBezTo>
                  <a:lnTo>
                    <a:pt x="895" y="267"/>
                  </a:lnTo>
                  <a:cubicBezTo>
                    <a:pt x="1006" y="134"/>
                    <a:pt x="866" y="0"/>
                    <a:pt x="71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8"/>
            <p:cNvSpPr/>
            <p:nvPr/>
          </p:nvSpPr>
          <p:spPr>
            <a:xfrm>
              <a:off x="4640625" y="655800"/>
              <a:ext cx="13400" cy="9450"/>
            </a:xfrm>
            <a:custGeom>
              <a:avLst/>
              <a:gdLst/>
              <a:ahLst/>
              <a:cxnLst/>
              <a:rect l="l" t="t" r="r" b="b"/>
              <a:pathLst>
                <a:path w="536" h="378" extrusionOk="0">
                  <a:moveTo>
                    <a:pt x="252" y="0"/>
                  </a:moveTo>
                  <a:cubicBezTo>
                    <a:pt x="0" y="0"/>
                    <a:pt x="0" y="378"/>
                    <a:pt x="252" y="378"/>
                  </a:cubicBezTo>
                  <a:cubicBezTo>
                    <a:pt x="535" y="378"/>
                    <a:pt x="535" y="0"/>
                    <a:pt x="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8"/>
            <p:cNvSpPr/>
            <p:nvPr/>
          </p:nvSpPr>
          <p:spPr>
            <a:xfrm>
              <a:off x="4586350" y="714800"/>
              <a:ext cx="13400" cy="9450"/>
            </a:xfrm>
            <a:custGeom>
              <a:avLst/>
              <a:gdLst/>
              <a:ahLst/>
              <a:cxnLst/>
              <a:rect l="l" t="t" r="r" b="b"/>
              <a:pathLst>
                <a:path w="536" h="378" extrusionOk="0">
                  <a:moveTo>
                    <a:pt x="284" y="0"/>
                  </a:moveTo>
                  <a:cubicBezTo>
                    <a:pt x="0" y="0"/>
                    <a:pt x="0" y="378"/>
                    <a:pt x="284" y="378"/>
                  </a:cubicBezTo>
                  <a:cubicBezTo>
                    <a:pt x="535" y="378"/>
                    <a:pt x="535" y="0"/>
                    <a:pt x="28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3" name="Google Shape;1613;p38"/>
          <p:cNvSpPr txBox="1">
            <a:spLocks noGrp="1"/>
          </p:cNvSpPr>
          <p:nvPr>
            <p:ph type="ctrTitle"/>
          </p:nvPr>
        </p:nvSpPr>
        <p:spPr>
          <a:xfrm>
            <a:off x="4721335" y="802538"/>
            <a:ext cx="3709500" cy="286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800" dirty="0"/>
              <a:t>ЕЩЕ ОДНА ИГРА НА </a:t>
            </a:r>
            <a:r>
              <a:rPr lang="en-US" sz="4800" dirty="0"/>
              <a:t>PYTHON</a:t>
            </a:r>
            <a:br>
              <a:rPr lang="en-US" sz="4800" dirty="0"/>
            </a:br>
            <a:r>
              <a:rPr lang="en-US" sz="4800" dirty="0"/>
              <a:t>PYGAME</a:t>
            </a:r>
            <a:endParaRPr sz="4800" dirty="0"/>
          </a:p>
        </p:txBody>
      </p:sp>
      <p:sp>
        <p:nvSpPr>
          <p:cNvPr id="1614" name="Google Shape;1614;p38"/>
          <p:cNvSpPr txBox="1">
            <a:spLocks noGrp="1"/>
          </p:cNvSpPr>
          <p:nvPr>
            <p:ph type="subTitle" idx="1"/>
          </p:nvPr>
        </p:nvSpPr>
        <p:spPr>
          <a:xfrm>
            <a:off x="5151825" y="3899363"/>
            <a:ext cx="3642854" cy="4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Выполнил: Коломейцев Арсений</a:t>
            </a:r>
          </a:p>
          <a:p>
            <a:pPr marL="0" lvl="0" indent="0" algn="r"/>
            <a:r>
              <a:rPr lang="en-US" sz="1400" dirty="0"/>
              <a:t>https://github.com/Martian2024/game</a:t>
            </a:r>
            <a:endParaRPr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3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Краткое описание</a:t>
            </a:r>
            <a:endParaRPr dirty="0"/>
          </a:p>
        </p:txBody>
      </p:sp>
      <p:sp>
        <p:nvSpPr>
          <p:cNvPr id="1620" name="Google Shape;1620;p39"/>
          <p:cNvSpPr txBox="1">
            <a:spLocks noGrp="1"/>
          </p:cNvSpPr>
          <p:nvPr>
            <p:ph type="body" idx="1"/>
          </p:nvPr>
        </p:nvSpPr>
        <p:spPr>
          <a:xfrm>
            <a:off x="713225" y="1246950"/>
            <a:ext cx="7717500" cy="3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ru-RU" sz="2400" dirty="0">
                <a:solidFill>
                  <a:schemeClr val="accent3"/>
                </a:solidFill>
              </a:rPr>
              <a:t>Жанр: псевдо-варгейм</a:t>
            </a:r>
          </a:p>
          <a:p>
            <a:pPr marL="285750" indent="-285750"/>
            <a:r>
              <a:rPr lang="ru-RU" sz="2400" dirty="0"/>
              <a:t>Камера: вид сверху</a:t>
            </a:r>
          </a:p>
          <a:p>
            <a:pPr marL="285750" indent="-285750"/>
            <a:r>
              <a:rPr lang="ru-RU" sz="2400" dirty="0">
                <a:solidFill>
                  <a:schemeClr val="accent3"/>
                </a:solidFill>
              </a:rPr>
              <a:t>Ресурсы: ограничены</a:t>
            </a:r>
          </a:p>
          <a:p>
            <a:pPr marL="285750" indent="-285750"/>
            <a:r>
              <a:rPr lang="ru-RU" sz="2400" dirty="0">
                <a:solidFill>
                  <a:schemeClr val="accent3"/>
                </a:solidFill>
              </a:rPr>
              <a:t>Стилизация: тактические </a:t>
            </a:r>
          </a:p>
          <a:p>
            <a:pPr marL="285750" indent="-285750"/>
            <a:r>
              <a:rPr lang="ru-RU" sz="2400" dirty="0">
                <a:solidFill>
                  <a:schemeClr val="accent3"/>
                </a:solidFill>
              </a:rPr>
              <a:t>дисплеи</a:t>
            </a:r>
            <a:endParaRPr sz="2400" dirty="0">
              <a:solidFill>
                <a:schemeClr val="accent3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D0E27F0-AE34-B8AC-E84A-03C0CB436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928" y="1427758"/>
            <a:ext cx="3633402" cy="27165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4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accent2"/>
                </a:solidFill>
              </a:rPr>
              <a:t>Игровые классы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638" name="Google Shape;1638;p40"/>
          <p:cNvSpPr/>
          <p:nvPr/>
        </p:nvSpPr>
        <p:spPr>
          <a:xfrm rot="5998833">
            <a:off x="902659" y="3741903"/>
            <a:ext cx="643564" cy="613178"/>
          </a:xfrm>
          <a:custGeom>
            <a:avLst/>
            <a:gdLst/>
            <a:ahLst/>
            <a:cxnLst/>
            <a:rect l="l" t="t" r="r" b="b"/>
            <a:pathLst>
              <a:path w="30392" h="28957" extrusionOk="0">
                <a:moveTo>
                  <a:pt x="18733" y="1"/>
                </a:moveTo>
                <a:cubicBezTo>
                  <a:pt x="18672" y="1"/>
                  <a:pt x="18607" y="14"/>
                  <a:pt x="18546" y="45"/>
                </a:cubicBezTo>
                <a:cubicBezTo>
                  <a:pt x="13577" y="2263"/>
                  <a:pt x="9229" y="5680"/>
                  <a:pt x="5857" y="9939"/>
                </a:cubicBezTo>
                <a:cubicBezTo>
                  <a:pt x="4126" y="12069"/>
                  <a:pt x="2706" y="14376"/>
                  <a:pt x="1642" y="16905"/>
                </a:cubicBezTo>
                <a:cubicBezTo>
                  <a:pt x="621" y="19301"/>
                  <a:pt x="0" y="22229"/>
                  <a:pt x="1065" y="24713"/>
                </a:cubicBezTo>
                <a:cubicBezTo>
                  <a:pt x="2041" y="26888"/>
                  <a:pt x="4037" y="28396"/>
                  <a:pt x="6345" y="28795"/>
                </a:cubicBezTo>
                <a:cubicBezTo>
                  <a:pt x="6972" y="28903"/>
                  <a:pt x="7602" y="28956"/>
                  <a:pt x="8229" y="28956"/>
                </a:cubicBezTo>
                <a:cubicBezTo>
                  <a:pt x="10176" y="28956"/>
                  <a:pt x="12098" y="28448"/>
                  <a:pt x="13843" y="27509"/>
                </a:cubicBezTo>
                <a:cubicBezTo>
                  <a:pt x="16327" y="26133"/>
                  <a:pt x="18635" y="24403"/>
                  <a:pt x="20675" y="22451"/>
                </a:cubicBezTo>
                <a:cubicBezTo>
                  <a:pt x="22761" y="20632"/>
                  <a:pt x="24580" y="18591"/>
                  <a:pt x="26221" y="16328"/>
                </a:cubicBezTo>
                <a:cubicBezTo>
                  <a:pt x="27774" y="14198"/>
                  <a:pt x="28972" y="11847"/>
                  <a:pt x="29726" y="9318"/>
                </a:cubicBezTo>
                <a:cubicBezTo>
                  <a:pt x="30126" y="7987"/>
                  <a:pt x="30348" y="6656"/>
                  <a:pt x="30392" y="5280"/>
                </a:cubicBezTo>
                <a:cubicBezTo>
                  <a:pt x="30392" y="3905"/>
                  <a:pt x="29416" y="3284"/>
                  <a:pt x="28262" y="2796"/>
                </a:cubicBezTo>
                <a:cubicBezTo>
                  <a:pt x="27192" y="2369"/>
                  <a:pt x="26135" y="2181"/>
                  <a:pt x="25101" y="2181"/>
                </a:cubicBezTo>
                <a:cubicBezTo>
                  <a:pt x="20648" y="2181"/>
                  <a:pt x="16601" y="5672"/>
                  <a:pt x="13577" y="8697"/>
                </a:cubicBezTo>
                <a:cubicBezTo>
                  <a:pt x="11624" y="10649"/>
                  <a:pt x="9539" y="12690"/>
                  <a:pt x="8474" y="15263"/>
                </a:cubicBezTo>
                <a:cubicBezTo>
                  <a:pt x="7720" y="17038"/>
                  <a:pt x="6921" y="20720"/>
                  <a:pt x="9672" y="21164"/>
                </a:cubicBezTo>
                <a:cubicBezTo>
                  <a:pt x="9844" y="21192"/>
                  <a:pt x="10017" y="21204"/>
                  <a:pt x="10190" y="21204"/>
                </a:cubicBezTo>
                <a:cubicBezTo>
                  <a:pt x="11137" y="21204"/>
                  <a:pt x="12100" y="20829"/>
                  <a:pt x="13000" y="20454"/>
                </a:cubicBezTo>
                <a:cubicBezTo>
                  <a:pt x="14198" y="19966"/>
                  <a:pt x="15351" y="19345"/>
                  <a:pt x="16416" y="18635"/>
                </a:cubicBezTo>
                <a:cubicBezTo>
                  <a:pt x="18679" y="17171"/>
                  <a:pt x="20631" y="15352"/>
                  <a:pt x="22228" y="13222"/>
                </a:cubicBezTo>
                <a:cubicBezTo>
                  <a:pt x="22983" y="12157"/>
                  <a:pt x="23692" y="11048"/>
                  <a:pt x="24269" y="9895"/>
                </a:cubicBezTo>
                <a:cubicBezTo>
                  <a:pt x="24669" y="9096"/>
                  <a:pt x="25023" y="8031"/>
                  <a:pt x="24580" y="7188"/>
                </a:cubicBezTo>
                <a:cubicBezTo>
                  <a:pt x="24330" y="6746"/>
                  <a:pt x="23964" y="6596"/>
                  <a:pt x="23564" y="6596"/>
                </a:cubicBezTo>
                <a:cubicBezTo>
                  <a:pt x="23040" y="6596"/>
                  <a:pt x="22459" y="6854"/>
                  <a:pt x="22006" y="7055"/>
                </a:cubicBezTo>
                <a:cubicBezTo>
                  <a:pt x="20720" y="7587"/>
                  <a:pt x="19478" y="8253"/>
                  <a:pt x="18280" y="9007"/>
                </a:cubicBezTo>
                <a:cubicBezTo>
                  <a:pt x="17082" y="9806"/>
                  <a:pt x="15972" y="10649"/>
                  <a:pt x="14908" y="11581"/>
                </a:cubicBezTo>
                <a:cubicBezTo>
                  <a:pt x="14020" y="12424"/>
                  <a:pt x="12822" y="13400"/>
                  <a:pt x="12334" y="14598"/>
                </a:cubicBezTo>
                <a:cubicBezTo>
                  <a:pt x="11891" y="15751"/>
                  <a:pt x="12600" y="16505"/>
                  <a:pt x="13754" y="16638"/>
                </a:cubicBezTo>
                <a:cubicBezTo>
                  <a:pt x="13885" y="16649"/>
                  <a:pt x="14016" y="16654"/>
                  <a:pt x="14147" y="16654"/>
                </a:cubicBezTo>
                <a:cubicBezTo>
                  <a:pt x="16264" y="16654"/>
                  <a:pt x="18237" y="15317"/>
                  <a:pt x="18989" y="13311"/>
                </a:cubicBezTo>
                <a:cubicBezTo>
                  <a:pt x="19060" y="13077"/>
                  <a:pt x="18895" y="12966"/>
                  <a:pt x="18704" y="12966"/>
                </a:cubicBezTo>
                <a:cubicBezTo>
                  <a:pt x="18534" y="12966"/>
                  <a:pt x="18342" y="13055"/>
                  <a:pt x="18280" y="13222"/>
                </a:cubicBezTo>
                <a:cubicBezTo>
                  <a:pt x="17925" y="14287"/>
                  <a:pt x="17126" y="15174"/>
                  <a:pt x="16106" y="15662"/>
                </a:cubicBezTo>
                <a:cubicBezTo>
                  <a:pt x="15724" y="15853"/>
                  <a:pt x="14938" y="16074"/>
                  <a:pt x="14244" y="16074"/>
                </a:cubicBezTo>
                <a:cubicBezTo>
                  <a:pt x="13486" y="16074"/>
                  <a:pt x="12840" y="15810"/>
                  <a:pt x="12955" y="14953"/>
                </a:cubicBezTo>
                <a:cubicBezTo>
                  <a:pt x="13133" y="14376"/>
                  <a:pt x="13443" y="13799"/>
                  <a:pt x="13932" y="13400"/>
                </a:cubicBezTo>
                <a:cubicBezTo>
                  <a:pt x="14420" y="12912"/>
                  <a:pt x="14908" y="12379"/>
                  <a:pt x="15440" y="11935"/>
                </a:cubicBezTo>
                <a:cubicBezTo>
                  <a:pt x="16327" y="11092"/>
                  <a:pt x="17303" y="10338"/>
                  <a:pt x="18324" y="9673"/>
                </a:cubicBezTo>
                <a:cubicBezTo>
                  <a:pt x="19344" y="8963"/>
                  <a:pt x="20409" y="8386"/>
                  <a:pt x="21518" y="7854"/>
                </a:cubicBezTo>
                <a:cubicBezTo>
                  <a:pt x="22051" y="7543"/>
                  <a:pt x="22583" y="7277"/>
                  <a:pt x="23160" y="7144"/>
                </a:cubicBezTo>
                <a:cubicBezTo>
                  <a:pt x="23199" y="7139"/>
                  <a:pt x="23236" y="7137"/>
                  <a:pt x="23272" y="7137"/>
                </a:cubicBezTo>
                <a:cubicBezTo>
                  <a:pt x="23928" y="7137"/>
                  <a:pt x="24045" y="7881"/>
                  <a:pt x="24003" y="8386"/>
                </a:cubicBezTo>
                <a:cubicBezTo>
                  <a:pt x="23914" y="9451"/>
                  <a:pt x="23249" y="10427"/>
                  <a:pt x="22716" y="11270"/>
                </a:cubicBezTo>
                <a:cubicBezTo>
                  <a:pt x="22095" y="12290"/>
                  <a:pt x="21430" y="13222"/>
                  <a:pt x="20631" y="14110"/>
                </a:cubicBezTo>
                <a:cubicBezTo>
                  <a:pt x="19167" y="15840"/>
                  <a:pt x="17437" y="17304"/>
                  <a:pt x="15484" y="18502"/>
                </a:cubicBezTo>
                <a:cubicBezTo>
                  <a:pt x="14464" y="19167"/>
                  <a:pt x="13443" y="19700"/>
                  <a:pt x="12379" y="20144"/>
                </a:cubicBezTo>
                <a:cubicBezTo>
                  <a:pt x="11776" y="20379"/>
                  <a:pt x="11004" y="20661"/>
                  <a:pt x="10299" y="20661"/>
                </a:cubicBezTo>
                <a:cubicBezTo>
                  <a:pt x="9809" y="20661"/>
                  <a:pt x="9352" y="20525"/>
                  <a:pt x="9007" y="20144"/>
                </a:cubicBezTo>
                <a:cubicBezTo>
                  <a:pt x="8164" y="19167"/>
                  <a:pt x="8474" y="17570"/>
                  <a:pt x="8785" y="16505"/>
                </a:cubicBezTo>
                <a:cubicBezTo>
                  <a:pt x="9140" y="15307"/>
                  <a:pt x="9672" y="14198"/>
                  <a:pt x="10426" y="13178"/>
                </a:cubicBezTo>
                <a:cubicBezTo>
                  <a:pt x="11891" y="11270"/>
                  <a:pt x="13532" y="9451"/>
                  <a:pt x="15307" y="7854"/>
                </a:cubicBezTo>
                <a:cubicBezTo>
                  <a:pt x="17215" y="5990"/>
                  <a:pt x="19344" y="4215"/>
                  <a:pt x="21918" y="3372"/>
                </a:cubicBezTo>
                <a:cubicBezTo>
                  <a:pt x="22956" y="3013"/>
                  <a:pt x="24066" y="2833"/>
                  <a:pt x="25183" y="2833"/>
                </a:cubicBezTo>
                <a:cubicBezTo>
                  <a:pt x="25307" y="2833"/>
                  <a:pt x="25432" y="2836"/>
                  <a:pt x="25556" y="2840"/>
                </a:cubicBezTo>
                <a:cubicBezTo>
                  <a:pt x="26843" y="2884"/>
                  <a:pt x="28085" y="3284"/>
                  <a:pt x="29105" y="4038"/>
                </a:cubicBezTo>
                <a:cubicBezTo>
                  <a:pt x="30037" y="4881"/>
                  <a:pt x="29549" y="6656"/>
                  <a:pt x="29372" y="7721"/>
                </a:cubicBezTo>
                <a:cubicBezTo>
                  <a:pt x="29150" y="8874"/>
                  <a:pt x="28795" y="10028"/>
                  <a:pt x="28351" y="11137"/>
                </a:cubicBezTo>
                <a:cubicBezTo>
                  <a:pt x="27464" y="13311"/>
                  <a:pt x="26266" y="15352"/>
                  <a:pt x="24802" y="17215"/>
                </a:cubicBezTo>
                <a:cubicBezTo>
                  <a:pt x="23338" y="19079"/>
                  <a:pt x="21740" y="20765"/>
                  <a:pt x="19966" y="22362"/>
                </a:cubicBezTo>
                <a:cubicBezTo>
                  <a:pt x="18146" y="24048"/>
                  <a:pt x="16150" y="25512"/>
                  <a:pt x="14020" y="26799"/>
                </a:cubicBezTo>
                <a:cubicBezTo>
                  <a:pt x="12267" y="27769"/>
                  <a:pt x="10326" y="28425"/>
                  <a:pt x="8329" y="28425"/>
                </a:cubicBezTo>
                <a:cubicBezTo>
                  <a:pt x="7950" y="28425"/>
                  <a:pt x="7569" y="28401"/>
                  <a:pt x="7188" y="28352"/>
                </a:cubicBezTo>
                <a:cubicBezTo>
                  <a:pt x="4969" y="28041"/>
                  <a:pt x="2884" y="26799"/>
                  <a:pt x="1908" y="24713"/>
                </a:cubicBezTo>
                <a:cubicBezTo>
                  <a:pt x="843" y="22495"/>
                  <a:pt x="1287" y="19877"/>
                  <a:pt x="2130" y="17615"/>
                </a:cubicBezTo>
                <a:cubicBezTo>
                  <a:pt x="2973" y="15441"/>
                  <a:pt x="4082" y="13355"/>
                  <a:pt x="5502" y="11447"/>
                </a:cubicBezTo>
                <a:cubicBezTo>
                  <a:pt x="8208" y="7632"/>
                  <a:pt x="11713" y="4437"/>
                  <a:pt x="15795" y="2041"/>
                </a:cubicBezTo>
                <a:cubicBezTo>
                  <a:pt x="16771" y="1465"/>
                  <a:pt x="17792" y="932"/>
                  <a:pt x="18856" y="489"/>
                </a:cubicBezTo>
                <a:cubicBezTo>
                  <a:pt x="19260" y="305"/>
                  <a:pt x="19027" y="1"/>
                  <a:pt x="18733" y="1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39" name="Google Shape;1639;p40"/>
          <p:cNvGrpSpPr/>
          <p:nvPr/>
        </p:nvGrpSpPr>
        <p:grpSpPr>
          <a:xfrm>
            <a:off x="7920158" y="195272"/>
            <a:ext cx="693310" cy="648967"/>
            <a:chOff x="4231052" y="1337496"/>
            <a:chExt cx="3948235" cy="3695710"/>
          </a:xfrm>
        </p:grpSpPr>
        <p:sp>
          <p:nvSpPr>
            <p:cNvPr id="1640" name="Google Shape;1640;p40"/>
            <p:cNvSpPr/>
            <p:nvPr/>
          </p:nvSpPr>
          <p:spPr>
            <a:xfrm>
              <a:off x="4231052" y="1412446"/>
              <a:ext cx="3948235" cy="3598646"/>
            </a:xfrm>
            <a:custGeom>
              <a:avLst/>
              <a:gdLst/>
              <a:ahLst/>
              <a:cxnLst/>
              <a:rect l="l" t="t" r="r" b="b"/>
              <a:pathLst>
                <a:path w="29816" h="27176" extrusionOk="0">
                  <a:moveTo>
                    <a:pt x="14908" y="0"/>
                  </a:moveTo>
                  <a:cubicBezTo>
                    <a:pt x="11425" y="0"/>
                    <a:pt x="7942" y="1320"/>
                    <a:pt x="5280" y="3960"/>
                  </a:cubicBezTo>
                  <a:cubicBezTo>
                    <a:pt x="0" y="9284"/>
                    <a:pt x="0" y="17891"/>
                    <a:pt x="5280" y="23216"/>
                  </a:cubicBezTo>
                  <a:cubicBezTo>
                    <a:pt x="7942" y="25856"/>
                    <a:pt x="11425" y="27175"/>
                    <a:pt x="14908" y="27175"/>
                  </a:cubicBezTo>
                  <a:cubicBezTo>
                    <a:pt x="18391" y="27175"/>
                    <a:pt x="21874" y="25856"/>
                    <a:pt x="24536" y="23216"/>
                  </a:cubicBezTo>
                  <a:cubicBezTo>
                    <a:pt x="29816" y="17891"/>
                    <a:pt x="29816" y="9284"/>
                    <a:pt x="24536" y="3960"/>
                  </a:cubicBezTo>
                  <a:cubicBezTo>
                    <a:pt x="21874" y="1320"/>
                    <a:pt x="18391" y="0"/>
                    <a:pt x="149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40"/>
            <p:cNvSpPr/>
            <p:nvPr/>
          </p:nvSpPr>
          <p:spPr>
            <a:xfrm>
              <a:off x="4231052" y="1412446"/>
              <a:ext cx="3948235" cy="3598646"/>
            </a:xfrm>
            <a:custGeom>
              <a:avLst/>
              <a:gdLst/>
              <a:ahLst/>
              <a:cxnLst/>
              <a:rect l="l" t="t" r="r" b="b"/>
              <a:pathLst>
                <a:path w="29816" h="27176" extrusionOk="0">
                  <a:moveTo>
                    <a:pt x="14908" y="0"/>
                  </a:moveTo>
                  <a:cubicBezTo>
                    <a:pt x="11425" y="0"/>
                    <a:pt x="7942" y="1320"/>
                    <a:pt x="5280" y="3960"/>
                  </a:cubicBezTo>
                  <a:cubicBezTo>
                    <a:pt x="0" y="9284"/>
                    <a:pt x="0" y="17891"/>
                    <a:pt x="5280" y="23216"/>
                  </a:cubicBezTo>
                  <a:cubicBezTo>
                    <a:pt x="7942" y="25856"/>
                    <a:pt x="11425" y="27175"/>
                    <a:pt x="14908" y="27175"/>
                  </a:cubicBezTo>
                  <a:cubicBezTo>
                    <a:pt x="18391" y="27175"/>
                    <a:pt x="21874" y="25856"/>
                    <a:pt x="24536" y="23216"/>
                  </a:cubicBezTo>
                  <a:cubicBezTo>
                    <a:pt x="29816" y="17891"/>
                    <a:pt x="29816" y="9284"/>
                    <a:pt x="24536" y="3960"/>
                  </a:cubicBezTo>
                  <a:cubicBezTo>
                    <a:pt x="21874" y="1320"/>
                    <a:pt x="18391" y="0"/>
                    <a:pt x="149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40"/>
            <p:cNvSpPr/>
            <p:nvPr/>
          </p:nvSpPr>
          <p:spPr>
            <a:xfrm>
              <a:off x="4372080" y="2432477"/>
              <a:ext cx="3630956" cy="1319830"/>
            </a:xfrm>
            <a:custGeom>
              <a:avLst/>
              <a:gdLst/>
              <a:ahLst/>
              <a:cxnLst/>
              <a:rect l="l" t="t" r="r" b="b"/>
              <a:pathLst>
                <a:path w="27420" h="9967" extrusionOk="0">
                  <a:moveTo>
                    <a:pt x="10666" y="1"/>
                  </a:moveTo>
                  <a:cubicBezTo>
                    <a:pt x="9121" y="1"/>
                    <a:pt x="7710" y="413"/>
                    <a:pt x="6123" y="738"/>
                  </a:cubicBezTo>
                  <a:cubicBezTo>
                    <a:pt x="4437" y="1093"/>
                    <a:pt x="2662" y="916"/>
                    <a:pt x="1021" y="1404"/>
                  </a:cubicBezTo>
                  <a:cubicBezTo>
                    <a:pt x="133" y="3844"/>
                    <a:pt x="0" y="6506"/>
                    <a:pt x="621" y="8991"/>
                  </a:cubicBezTo>
                  <a:cubicBezTo>
                    <a:pt x="2263" y="9567"/>
                    <a:pt x="3949" y="9922"/>
                    <a:pt x="5679" y="9967"/>
                  </a:cubicBezTo>
                  <a:cubicBezTo>
                    <a:pt x="9007" y="9745"/>
                    <a:pt x="11846" y="8059"/>
                    <a:pt x="14863" y="6905"/>
                  </a:cubicBezTo>
                  <a:cubicBezTo>
                    <a:pt x="15849" y="6538"/>
                    <a:pt x="16877" y="6397"/>
                    <a:pt x="17931" y="6397"/>
                  </a:cubicBezTo>
                  <a:cubicBezTo>
                    <a:pt x="20954" y="6397"/>
                    <a:pt x="24194" y="7564"/>
                    <a:pt x="27286" y="7926"/>
                  </a:cubicBezTo>
                  <a:cubicBezTo>
                    <a:pt x="27375" y="7260"/>
                    <a:pt x="27420" y="6550"/>
                    <a:pt x="27420" y="5885"/>
                  </a:cubicBezTo>
                  <a:cubicBezTo>
                    <a:pt x="27420" y="5574"/>
                    <a:pt x="27420" y="5219"/>
                    <a:pt x="27375" y="4909"/>
                  </a:cubicBezTo>
                  <a:cubicBezTo>
                    <a:pt x="25911" y="4820"/>
                    <a:pt x="24447" y="4554"/>
                    <a:pt x="23027" y="4199"/>
                  </a:cubicBezTo>
                  <a:cubicBezTo>
                    <a:pt x="19256" y="3001"/>
                    <a:pt x="15751" y="649"/>
                    <a:pt x="11758" y="73"/>
                  </a:cubicBezTo>
                  <a:cubicBezTo>
                    <a:pt x="11384" y="23"/>
                    <a:pt x="11021" y="1"/>
                    <a:pt x="10666" y="1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40"/>
            <p:cNvSpPr/>
            <p:nvPr/>
          </p:nvSpPr>
          <p:spPr>
            <a:xfrm>
              <a:off x="4436701" y="3399673"/>
              <a:ext cx="3554550" cy="1224488"/>
            </a:xfrm>
            <a:custGeom>
              <a:avLst/>
              <a:gdLst/>
              <a:ahLst/>
              <a:cxnLst/>
              <a:rect l="l" t="t" r="r" b="b"/>
              <a:pathLst>
                <a:path w="26843" h="9247" extrusionOk="0">
                  <a:moveTo>
                    <a:pt x="26843" y="1"/>
                  </a:moveTo>
                  <a:lnTo>
                    <a:pt x="26843" y="1"/>
                  </a:lnTo>
                  <a:cubicBezTo>
                    <a:pt x="24891" y="622"/>
                    <a:pt x="22894" y="1021"/>
                    <a:pt x="20853" y="1332"/>
                  </a:cubicBezTo>
                  <a:cubicBezTo>
                    <a:pt x="20674" y="1347"/>
                    <a:pt x="20497" y="1353"/>
                    <a:pt x="20321" y="1353"/>
                  </a:cubicBezTo>
                  <a:cubicBezTo>
                    <a:pt x="18623" y="1353"/>
                    <a:pt x="17075" y="722"/>
                    <a:pt x="15413" y="722"/>
                  </a:cubicBezTo>
                  <a:cubicBezTo>
                    <a:pt x="15202" y="722"/>
                    <a:pt x="14990" y="732"/>
                    <a:pt x="14775" y="755"/>
                  </a:cubicBezTo>
                  <a:cubicBezTo>
                    <a:pt x="12911" y="1021"/>
                    <a:pt x="11048" y="1420"/>
                    <a:pt x="9273" y="1908"/>
                  </a:cubicBezTo>
                  <a:cubicBezTo>
                    <a:pt x="8055" y="2179"/>
                    <a:pt x="7192" y="2347"/>
                    <a:pt x="6305" y="2347"/>
                  </a:cubicBezTo>
                  <a:cubicBezTo>
                    <a:pt x="5449" y="2347"/>
                    <a:pt x="4571" y="2190"/>
                    <a:pt x="3328" y="1820"/>
                  </a:cubicBezTo>
                  <a:cubicBezTo>
                    <a:pt x="2549" y="1586"/>
                    <a:pt x="1872" y="1078"/>
                    <a:pt x="1028" y="1078"/>
                  </a:cubicBezTo>
                  <a:cubicBezTo>
                    <a:pt x="910" y="1078"/>
                    <a:pt x="790" y="1088"/>
                    <a:pt x="666" y="1110"/>
                  </a:cubicBezTo>
                  <a:cubicBezTo>
                    <a:pt x="444" y="1110"/>
                    <a:pt x="222" y="1198"/>
                    <a:pt x="0" y="1287"/>
                  </a:cubicBezTo>
                  <a:cubicBezTo>
                    <a:pt x="178" y="1997"/>
                    <a:pt x="400" y="2751"/>
                    <a:pt x="666" y="3417"/>
                  </a:cubicBezTo>
                  <a:cubicBezTo>
                    <a:pt x="1775" y="4171"/>
                    <a:pt x="3062" y="5901"/>
                    <a:pt x="3328" y="6168"/>
                  </a:cubicBezTo>
                  <a:cubicBezTo>
                    <a:pt x="4748" y="7366"/>
                    <a:pt x="4659" y="6966"/>
                    <a:pt x="6300" y="7543"/>
                  </a:cubicBezTo>
                  <a:cubicBezTo>
                    <a:pt x="8552" y="8306"/>
                    <a:pt x="10774" y="9247"/>
                    <a:pt x="13113" y="9247"/>
                  </a:cubicBezTo>
                  <a:cubicBezTo>
                    <a:pt x="13631" y="9247"/>
                    <a:pt x="14155" y="9201"/>
                    <a:pt x="14686" y="9096"/>
                  </a:cubicBezTo>
                  <a:cubicBezTo>
                    <a:pt x="17481" y="8564"/>
                    <a:pt x="20676" y="7721"/>
                    <a:pt x="23560" y="7499"/>
                  </a:cubicBezTo>
                  <a:cubicBezTo>
                    <a:pt x="25423" y="5413"/>
                    <a:pt x="26577" y="2796"/>
                    <a:pt x="26843" y="1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40"/>
            <p:cNvSpPr/>
            <p:nvPr/>
          </p:nvSpPr>
          <p:spPr>
            <a:xfrm>
              <a:off x="4483710" y="1908756"/>
              <a:ext cx="3366514" cy="786045"/>
            </a:xfrm>
            <a:custGeom>
              <a:avLst/>
              <a:gdLst/>
              <a:ahLst/>
              <a:cxnLst/>
              <a:rect l="l" t="t" r="r" b="b"/>
              <a:pathLst>
                <a:path w="25423" h="5936" extrusionOk="0">
                  <a:moveTo>
                    <a:pt x="14071" y="1"/>
                  </a:moveTo>
                  <a:cubicBezTo>
                    <a:pt x="12558" y="1"/>
                    <a:pt x="11042" y="130"/>
                    <a:pt x="9539" y="389"/>
                  </a:cubicBezTo>
                  <a:cubicBezTo>
                    <a:pt x="7321" y="789"/>
                    <a:pt x="4969" y="700"/>
                    <a:pt x="2751" y="922"/>
                  </a:cubicBezTo>
                  <a:cubicBezTo>
                    <a:pt x="1509" y="2386"/>
                    <a:pt x="533" y="4116"/>
                    <a:pt x="0" y="5935"/>
                  </a:cubicBezTo>
                  <a:cubicBezTo>
                    <a:pt x="1725" y="5375"/>
                    <a:pt x="3365" y="4647"/>
                    <a:pt x="5370" y="4647"/>
                  </a:cubicBezTo>
                  <a:cubicBezTo>
                    <a:pt x="5429" y="4647"/>
                    <a:pt x="5487" y="4647"/>
                    <a:pt x="5546" y="4649"/>
                  </a:cubicBezTo>
                  <a:cubicBezTo>
                    <a:pt x="6112" y="4661"/>
                    <a:pt x="6593" y="4673"/>
                    <a:pt x="7038" y="4673"/>
                  </a:cubicBezTo>
                  <a:cubicBezTo>
                    <a:pt x="8196" y="4673"/>
                    <a:pt x="9109" y="4590"/>
                    <a:pt x="10648" y="4205"/>
                  </a:cubicBezTo>
                  <a:cubicBezTo>
                    <a:pt x="11992" y="3839"/>
                    <a:pt x="13343" y="3711"/>
                    <a:pt x="14697" y="3711"/>
                  </a:cubicBezTo>
                  <a:cubicBezTo>
                    <a:pt x="17809" y="3711"/>
                    <a:pt x="20942" y="4385"/>
                    <a:pt x="24063" y="4385"/>
                  </a:cubicBezTo>
                  <a:cubicBezTo>
                    <a:pt x="24516" y="4385"/>
                    <a:pt x="24970" y="4371"/>
                    <a:pt x="25423" y="4338"/>
                  </a:cubicBezTo>
                  <a:cubicBezTo>
                    <a:pt x="25068" y="3495"/>
                    <a:pt x="24580" y="2697"/>
                    <a:pt x="24048" y="1942"/>
                  </a:cubicBezTo>
                  <a:cubicBezTo>
                    <a:pt x="20854" y="653"/>
                    <a:pt x="17470" y="1"/>
                    <a:pt x="14071" y="1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40"/>
            <p:cNvSpPr/>
            <p:nvPr/>
          </p:nvSpPr>
          <p:spPr>
            <a:xfrm>
              <a:off x="6352024" y="1419729"/>
              <a:ext cx="1656839" cy="3578121"/>
            </a:xfrm>
            <a:custGeom>
              <a:avLst/>
              <a:gdLst/>
              <a:ahLst/>
              <a:cxnLst/>
              <a:rect l="l" t="t" r="r" b="b"/>
              <a:pathLst>
                <a:path w="12512" h="27021" extrusionOk="0">
                  <a:moveTo>
                    <a:pt x="0" y="1"/>
                  </a:moveTo>
                  <a:lnTo>
                    <a:pt x="0" y="1"/>
                  </a:lnTo>
                  <a:cubicBezTo>
                    <a:pt x="5369" y="7410"/>
                    <a:pt x="2928" y="18325"/>
                    <a:pt x="399" y="27021"/>
                  </a:cubicBezTo>
                  <a:cubicBezTo>
                    <a:pt x="7277" y="26266"/>
                    <a:pt x="12468" y="20454"/>
                    <a:pt x="12512" y="13533"/>
                  </a:cubicBezTo>
                  <a:cubicBezTo>
                    <a:pt x="12468" y="6434"/>
                    <a:pt x="7055" y="577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40"/>
            <p:cNvSpPr/>
            <p:nvPr/>
          </p:nvSpPr>
          <p:spPr>
            <a:xfrm>
              <a:off x="6440083" y="1537185"/>
              <a:ext cx="1645054" cy="3454838"/>
            </a:xfrm>
            <a:custGeom>
              <a:avLst/>
              <a:gdLst/>
              <a:ahLst/>
              <a:cxnLst/>
              <a:rect l="l" t="t" r="r" b="b"/>
              <a:pathLst>
                <a:path w="12423" h="26090" extrusionOk="0">
                  <a:moveTo>
                    <a:pt x="3240" y="1"/>
                  </a:moveTo>
                  <a:lnTo>
                    <a:pt x="3240" y="45"/>
                  </a:lnTo>
                  <a:cubicBezTo>
                    <a:pt x="3251" y="50"/>
                    <a:pt x="3262" y="54"/>
                    <a:pt x="3272" y="58"/>
                  </a:cubicBezTo>
                  <a:lnTo>
                    <a:pt x="3272" y="58"/>
                  </a:lnTo>
                  <a:cubicBezTo>
                    <a:pt x="3262" y="39"/>
                    <a:pt x="3251" y="20"/>
                    <a:pt x="3240" y="1"/>
                  </a:cubicBezTo>
                  <a:close/>
                  <a:moveTo>
                    <a:pt x="3272" y="58"/>
                  </a:moveTo>
                  <a:cubicBezTo>
                    <a:pt x="6310" y="5366"/>
                    <a:pt x="7493" y="11028"/>
                    <a:pt x="5813" y="17526"/>
                  </a:cubicBezTo>
                  <a:cubicBezTo>
                    <a:pt x="4970" y="20987"/>
                    <a:pt x="2929" y="24048"/>
                    <a:pt x="1" y="26089"/>
                  </a:cubicBezTo>
                  <a:cubicBezTo>
                    <a:pt x="6123" y="25291"/>
                    <a:pt x="10915" y="20455"/>
                    <a:pt x="11669" y="14332"/>
                  </a:cubicBezTo>
                  <a:cubicBezTo>
                    <a:pt x="12422" y="8221"/>
                    <a:pt x="8976" y="2331"/>
                    <a:pt x="3272" y="58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40"/>
            <p:cNvSpPr/>
            <p:nvPr/>
          </p:nvSpPr>
          <p:spPr>
            <a:xfrm>
              <a:off x="4236879" y="1337496"/>
              <a:ext cx="3930623" cy="3695710"/>
            </a:xfrm>
            <a:custGeom>
              <a:avLst/>
              <a:gdLst/>
              <a:ahLst/>
              <a:cxnLst/>
              <a:rect l="l" t="t" r="r" b="b"/>
              <a:pathLst>
                <a:path w="29683" h="27909" extrusionOk="0">
                  <a:moveTo>
                    <a:pt x="28307" y="14109"/>
                  </a:moveTo>
                  <a:cubicBezTo>
                    <a:pt x="28263" y="14553"/>
                    <a:pt x="28263" y="14997"/>
                    <a:pt x="28174" y="15485"/>
                  </a:cubicBezTo>
                  <a:lnTo>
                    <a:pt x="28086" y="15485"/>
                  </a:lnTo>
                  <a:cubicBezTo>
                    <a:pt x="27997" y="15529"/>
                    <a:pt x="27908" y="15574"/>
                    <a:pt x="27819" y="15618"/>
                  </a:cubicBezTo>
                  <a:cubicBezTo>
                    <a:pt x="27908" y="15086"/>
                    <a:pt x="28041" y="14553"/>
                    <a:pt x="28307" y="14109"/>
                  </a:cubicBezTo>
                  <a:close/>
                  <a:moveTo>
                    <a:pt x="20587" y="23959"/>
                  </a:moveTo>
                  <a:cubicBezTo>
                    <a:pt x="21031" y="24225"/>
                    <a:pt x="21386" y="24536"/>
                    <a:pt x="21697" y="24935"/>
                  </a:cubicBezTo>
                  <a:cubicBezTo>
                    <a:pt x="21673" y="24923"/>
                    <a:pt x="21646" y="24918"/>
                    <a:pt x="21618" y="24918"/>
                  </a:cubicBezTo>
                  <a:cubicBezTo>
                    <a:pt x="21543" y="24918"/>
                    <a:pt x="21463" y="24959"/>
                    <a:pt x="21430" y="25024"/>
                  </a:cubicBezTo>
                  <a:cubicBezTo>
                    <a:pt x="21209" y="25290"/>
                    <a:pt x="20987" y="25601"/>
                    <a:pt x="20809" y="25867"/>
                  </a:cubicBezTo>
                  <a:cubicBezTo>
                    <a:pt x="20765" y="25956"/>
                    <a:pt x="20765" y="26044"/>
                    <a:pt x="20809" y="26089"/>
                  </a:cubicBezTo>
                  <a:cubicBezTo>
                    <a:pt x="20499" y="26222"/>
                    <a:pt x="20232" y="26355"/>
                    <a:pt x="19922" y="26488"/>
                  </a:cubicBezTo>
                  <a:cubicBezTo>
                    <a:pt x="20099" y="26266"/>
                    <a:pt x="20321" y="26089"/>
                    <a:pt x="20454" y="25867"/>
                  </a:cubicBezTo>
                  <a:cubicBezTo>
                    <a:pt x="20612" y="25646"/>
                    <a:pt x="20410" y="25447"/>
                    <a:pt x="20201" y="25447"/>
                  </a:cubicBezTo>
                  <a:cubicBezTo>
                    <a:pt x="20116" y="25447"/>
                    <a:pt x="20030" y="25480"/>
                    <a:pt x="19966" y="25556"/>
                  </a:cubicBezTo>
                  <a:cubicBezTo>
                    <a:pt x="19611" y="26089"/>
                    <a:pt x="19123" y="26488"/>
                    <a:pt x="18591" y="26754"/>
                  </a:cubicBezTo>
                  <a:cubicBezTo>
                    <a:pt x="18502" y="26799"/>
                    <a:pt x="18458" y="26843"/>
                    <a:pt x="18458" y="26932"/>
                  </a:cubicBezTo>
                  <a:cubicBezTo>
                    <a:pt x="18147" y="27020"/>
                    <a:pt x="17792" y="27065"/>
                    <a:pt x="17437" y="27154"/>
                  </a:cubicBezTo>
                  <a:cubicBezTo>
                    <a:pt x="18680" y="26222"/>
                    <a:pt x="19700" y="25157"/>
                    <a:pt x="20587" y="23959"/>
                  </a:cubicBezTo>
                  <a:close/>
                  <a:moveTo>
                    <a:pt x="14775" y="622"/>
                  </a:moveTo>
                  <a:cubicBezTo>
                    <a:pt x="18458" y="888"/>
                    <a:pt x="21963" y="2396"/>
                    <a:pt x="24625" y="4925"/>
                  </a:cubicBezTo>
                  <a:cubicBezTo>
                    <a:pt x="24447" y="5236"/>
                    <a:pt x="24314" y="5502"/>
                    <a:pt x="24137" y="5813"/>
                  </a:cubicBezTo>
                  <a:cubicBezTo>
                    <a:pt x="24046" y="6025"/>
                    <a:pt x="24246" y="6217"/>
                    <a:pt x="24424" y="6217"/>
                  </a:cubicBezTo>
                  <a:cubicBezTo>
                    <a:pt x="24506" y="6217"/>
                    <a:pt x="24583" y="6177"/>
                    <a:pt x="24625" y="6079"/>
                  </a:cubicBezTo>
                  <a:cubicBezTo>
                    <a:pt x="24714" y="5857"/>
                    <a:pt x="24847" y="5635"/>
                    <a:pt x="24980" y="5458"/>
                  </a:cubicBezTo>
                  <a:cubicBezTo>
                    <a:pt x="25024" y="5413"/>
                    <a:pt x="25024" y="5413"/>
                    <a:pt x="25069" y="5413"/>
                  </a:cubicBezTo>
                  <a:cubicBezTo>
                    <a:pt x="25246" y="5591"/>
                    <a:pt x="25424" y="5813"/>
                    <a:pt x="25601" y="6034"/>
                  </a:cubicBezTo>
                  <a:cubicBezTo>
                    <a:pt x="25468" y="6123"/>
                    <a:pt x="25335" y="6301"/>
                    <a:pt x="25335" y="6478"/>
                  </a:cubicBezTo>
                  <a:cubicBezTo>
                    <a:pt x="25280" y="6696"/>
                    <a:pt x="25459" y="6830"/>
                    <a:pt x="25626" y="6830"/>
                  </a:cubicBezTo>
                  <a:cubicBezTo>
                    <a:pt x="25732" y="6830"/>
                    <a:pt x="25833" y="6776"/>
                    <a:pt x="25867" y="6656"/>
                  </a:cubicBezTo>
                  <a:cubicBezTo>
                    <a:pt x="25912" y="6567"/>
                    <a:pt x="25912" y="6478"/>
                    <a:pt x="26000" y="6434"/>
                  </a:cubicBezTo>
                  <a:cubicBezTo>
                    <a:pt x="26178" y="6744"/>
                    <a:pt x="26400" y="7055"/>
                    <a:pt x="26577" y="7365"/>
                  </a:cubicBezTo>
                  <a:cubicBezTo>
                    <a:pt x="26178" y="8342"/>
                    <a:pt x="26222" y="9495"/>
                    <a:pt x="26799" y="10383"/>
                  </a:cubicBezTo>
                  <a:cubicBezTo>
                    <a:pt x="26855" y="10480"/>
                    <a:pt x="26942" y="10521"/>
                    <a:pt x="27029" y="10521"/>
                  </a:cubicBezTo>
                  <a:cubicBezTo>
                    <a:pt x="27218" y="10521"/>
                    <a:pt x="27409" y="10329"/>
                    <a:pt x="27287" y="10116"/>
                  </a:cubicBezTo>
                  <a:cubicBezTo>
                    <a:pt x="26888" y="9495"/>
                    <a:pt x="26799" y="8741"/>
                    <a:pt x="26976" y="8031"/>
                  </a:cubicBezTo>
                  <a:lnTo>
                    <a:pt x="26976" y="8031"/>
                  </a:lnTo>
                  <a:cubicBezTo>
                    <a:pt x="27154" y="8475"/>
                    <a:pt x="27376" y="8874"/>
                    <a:pt x="27553" y="9318"/>
                  </a:cubicBezTo>
                  <a:lnTo>
                    <a:pt x="27464" y="9318"/>
                  </a:lnTo>
                  <a:lnTo>
                    <a:pt x="27331" y="9406"/>
                  </a:lnTo>
                  <a:cubicBezTo>
                    <a:pt x="27067" y="9557"/>
                    <a:pt x="27220" y="9933"/>
                    <a:pt x="27490" y="9933"/>
                  </a:cubicBezTo>
                  <a:cubicBezTo>
                    <a:pt x="27538" y="9933"/>
                    <a:pt x="27589" y="9921"/>
                    <a:pt x="27642" y="9894"/>
                  </a:cubicBezTo>
                  <a:lnTo>
                    <a:pt x="27731" y="9850"/>
                  </a:lnTo>
                  <a:cubicBezTo>
                    <a:pt x="27864" y="10249"/>
                    <a:pt x="27997" y="10693"/>
                    <a:pt x="28086" y="11137"/>
                  </a:cubicBezTo>
                  <a:cubicBezTo>
                    <a:pt x="28041" y="11137"/>
                    <a:pt x="28041" y="11181"/>
                    <a:pt x="27997" y="11181"/>
                  </a:cubicBezTo>
                  <a:lnTo>
                    <a:pt x="27464" y="11935"/>
                  </a:lnTo>
                  <a:cubicBezTo>
                    <a:pt x="27307" y="12157"/>
                    <a:pt x="27508" y="12355"/>
                    <a:pt x="27702" y="12355"/>
                  </a:cubicBezTo>
                  <a:cubicBezTo>
                    <a:pt x="27780" y="12355"/>
                    <a:pt x="27857" y="12323"/>
                    <a:pt x="27908" y="12246"/>
                  </a:cubicBezTo>
                  <a:lnTo>
                    <a:pt x="28174" y="11891"/>
                  </a:lnTo>
                  <a:cubicBezTo>
                    <a:pt x="28219" y="12290"/>
                    <a:pt x="28263" y="12690"/>
                    <a:pt x="28307" y="13089"/>
                  </a:cubicBezTo>
                  <a:cubicBezTo>
                    <a:pt x="28219" y="13133"/>
                    <a:pt x="28174" y="13178"/>
                    <a:pt x="28174" y="13222"/>
                  </a:cubicBezTo>
                  <a:cubicBezTo>
                    <a:pt x="27731" y="13888"/>
                    <a:pt x="27464" y="14642"/>
                    <a:pt x="27331" y="15440"/>
                  </a:cubicBezTo>
                  <a:cubicBezTo>
                    <a:pt x="27154" y="15440"/>
                    <a:pt x="26976" y="15396"/>
                    <a:pt x="26755" y="15396"/>
                  </a:cubicBezTo>
                  <a:cubicBezTo>
                    <a:pt x="26799" y="14997"/>
                    <a:pt x="26888" y="14642"/>
                    <a:pt x="27021" y="14287"/>
                  </a:cubicBezTo>
                  <a:cubicBezTo>
                    <a:pt x="27112" y="14075"/>
                    <a:pt x="26933" y="13863"/>
                    <a:pt x="26769" y="13863"/>
                  </a:cubicBezTo>
                  <a:cubicBezTo>
                    <a:pt x="26693" y="13863"/>
                    <a:pt x="26619" y="13908"/>
                    <a:pt x="26577" y="14021"/>
                  </a:cubicBezTo>
                  <a:cubicBezTo>
                    <a:pt x="26355" y="14464"/>
                    <a:pt x="26222" y="14908"/>
                    <a:pt x="26222" y="15396"/>
                  </a:cubicBezTo>
                  <a:cubicBezTo>
                    <a:pt x="26045" y="15396"/>
                    <a:pt x="25867" y="15440"/>
                    <a:pt x="25690" y="15440"/>
                  </a:cubicBezTo>
                  <a:cubicBezTo>
                    <a:pt x="25645" y="14331"/>
                    <a:pt x="25867" y="13222"/>
                    <a:pt x="26355" y="12157"/>
                  </a:cubicBezTo>
                  <a:cubicBezTo>
                    <a:pt x="26458" y="11951"/>
                    <a:pt x="26269" y="11745"/>
                    <a:pt x="26075" y="11745"/>
                  </a:cubicBezTo>
                  <a:cubicBezTo>
                    <a:pt x="26018" y="11745"/>
                    <a:pt x="25962" y="11762"/>
                    <a:pt x="25912" y="11802"/>
                  </a:cubicBezTo>
                  <a:cubicBezTo>
                    <a:pt x="24802" y="10826"/>
                    <a:pt x="24226" y="9406"/>
                    <a:pt x="24314" y="7942"/>
                  </a:cubicBezTo>
                  <a:cubicBezTo>
                    <a:pt x="24314" y="7765"/>
                    <a:pt x="24181" y="7676"/>
                    <a:pt x="24048" y="7676"/>
                  </a:cubicBezTo>
                  <a:cubicBezTo>
                    <a:pt x="23915" y="7676"/>
                    <a:pt x="23782" y="7765"/>
                    <a:pt x="23782" y="7942"/>
                  </a:cubicBezTo>
                  <a:lnTo>
                    <a:pt x="23782" y="8297"/>
                  </a:lnTo>
                  <a:lnTo>
                    <a:pt x="23693" y="8297"/>
                  </a:lnTo>
                  <a:lnTo>
                    <a:pt x="22717" y="8785"/>
                  </a:lnTo>
                  <a:cubicBezTo>
                    <a:pt x="22446" y="8940"/>
                    <a:pt x="22648" y="9298"/>
                    <a:pt x="22910" y="9298"/>
                  </a:cubicBezTo>
                  <a:cubicBezTo>
                    <a:pt x="22949" y="9298"/>
                    <a:pt x="22988" y="9290"/>
                    <a:pt x="23028" y="9273"/>
                  </a:cubicBezTo>
                  <a:lnTo>
                    <a:pt x="23782" y="8874"/>
                  </a:lnTo>
                  <a:cubicBezTo>
                    <a:pt x="23826" y="9051"/>
                    <a:pt x="23826" y="9185"/>
                    <a:pt x="23871" y="9318"/>
                  </a:cubicBezTo>
                  <a:lnTo>
                    <a:pt x="23826" y="9318"/>
                  </a:lnTo>
                  <a:cubicBezTo>
                    <a:pt x="23427" y="9540"/>
                    <a:pt x="23072" y="9806"/>
                    <a:pt x="22850" y="10205"/>
                  </a:cubicBezTo>
                  <a:cubicBezTo>
                    <a:pt x="22725" y="10425"/>
                    <a:pt x="22932" y="10644"/>
                    <a:pt x="23127" y="10644"/>
                  </a:cubicBezTo>
                  <a:cubicBezTo>
                    <a:pt x="23208" y="10644"/>
                    <a:pt x="23286" y="10607"/>
                    <a:pt x="23338" y="10516"/>
                  </a:cubicBezTo>
                  <a:cubicBezTo>
                    <a:pt x="23471" y="10205"/>
                    <a:pt x="23738" y="10028"/>
                    <a:pt x="24004" y="9894"/>
                  </a:cubicBezTo>
                  <a:cubicBezTo>
                    <a:pt x="24181" y="10383"/>
                    <a:pt x="24447" y="10915"/>
                    <a:pt x="24758" y="11359"/>
                  </a:cubicBezTo>
                  <a:cubicBezTo>
                    <a:pt x="24314" y="11048"/>
                    <a:pt x="23782" y="10826"/>
                    <a:pt x="23250" y="10737"/>
                  </a:cubicBezTo>
                  <a:cubicBezTo>
                    <a:pt x="23222" y="10731"/>
                    <a:pt x="23196" y="10728"/>
                    <a:pt x="23171" y="10728"/>
                  </a:cubicBezTo>
                  <a:cubicBezTo>
                    <a:pt x="22871" y="10728"/>
                    <a:pt x="22744" y="11188"/>
                    <a:pt x="23072" y="11270"/>
                  </a:cubicBezTo>
                  <a:cubicBezTo>
                    <a:pt x="23871" y="11447"/>
                    <a:pt x="24625" y="11802"/>
                    <a:pt x="25246" y="12379"/>
                  </a:cubicBezTo>
                  <a:cubicBezTo>
                    <a:pt x="25299" y="12432"/>
                    <a:pt x="25365" y="12456"/>
                    <a:pt x="25431" y="12456"/>
                  </a:cubicBezTo>
                  <a:cubicBezTo>
                    <a:pt x="25533" y="12456"/>
                    <a:pt x="25636" y="12398"/>
                    <a:pt x="25690" y="12290"/>
                  </a:cubicBezTo>
                  <a:lnTo>
                    <a:pt x="25690" y="12290"/>
                  </a:lnTo>
                  <a:cubicBezTo>
                    <a:pt x="25645" y="12468"/>
                    <a:pt x="25557" y="12645"/>
                    <a:pt x="25512" y="12823"/>
                  </a:cubicBezTo>
                  <a:lnTo>
                    <a:pt x="25424" y="12778"/>
                  </a:lnTo>
                  <a:cubicBezTo>
                    <a:pt x="25362" y="12717"/>
                    <a:pt x="25293" y="12691"/>
                    <a:pt x="25226" y="12691"/>
                  </a:cubicBezTo>
                  <a:cubicBezTo>
                    <a:pt x="25008" y="12691"/>
                    <a:pt x="24820" y="12973"/>
                    <a:pt x="25024" y="13178"/>
                  </a:cubicBezTo>
                  <a:lnTo>
                    <a:pt x="25246" y="13355"/>
                  </a:lnTo>
                  <a:cubicBezTo>
                    <a:pt x="25290" y="13400"/>
                    <a:pt x="25290" y="13400"/>
                    <a:pt x="25335" y="13444"/>
                  </a:cubicBezTo>
                  <a:cubicBezTo>
                    <a:pt x="25290" y="13710"/>
                    <a:pt x="25246" y="14021"/>
                    <a:pt x="25202" y="14331"/>
                  </a:cubicBezTo>
                  <a:cubicBezTo>
                    <a:pt x="25202" y="14287"/>
                    <a:pt x="25157" y="14243"/>
                    <a:pt x="25157" y="14243"/>
                  </a:cubicBezTo>
                  <a:cubicBezTo>
                    <a:pt x="24625" y="13666"/>
                    <a:pt x="23959" y="13266"/>
                    <a:pt x="23250" y="13045"/>
                  </a:cubicBezTo>
                  <a:cubicBezTo>
                    <a:pt x="23211" y="13030"/>
                    <a:pt x="23174" y="13023"/>
                    <a:pt x="23141" y="13023"/>
                  </a:cubicBezTo>
                  <a:cubicBezTo>
                    <a:pt x="22871" y="13023"/>
                    <a:pt x="22800" y="13458"/>
                    <a:pt x="23116" y="13577"/>
                  </a:cubicBezTo>
                  <a:cubicBezTo>
                    <a:pt x="23738" y="13799"/>
                    <a:pt x="24314" y="14154"/>
                    <a:pt x="24758" y="14642"/>
                  </a:cubicBezTo>
                  <a:cubicBezTo>
                    <a:pt x="24825" y="14708"/>
                    <a:pt x="24902" y="14742"/>
                    <a:pt x="24974" y="14742"/>
                  </a:cubicBezTo>
                  <a:cubicBezTo>
                    <a:pt x="25046" y="14742"/>
                    <a:pt x="25113" y="14708"/>
                    <a:pt x="25157" y="14642"/>
                  </a:cubicBezTo>
                  <a:cubicBezTo>
                    <a:pt x="25157" y="14864"/>
                    <a:pt x="25157" y="15130"/>
                    <a:pt x="25157" y="15352"/>
                  </a:cubicBezTo>
                  <a:cubicBezTo>
                    <a:pt x="25113" y="15307"/>
                    <a:pt x="25024" y="15263"/>
                    <a:pt x="24980" y="15263"/>
                  </a:cubicBezTo>
                  <a:lnTo>
                    <a:pt x="24935" y="15263"/>
                  </a:lnTo>
                  <a:cubicBezTo>
                    <a:pt x="24847" y="15219"/>
                    <a:pt x="24802" y="15130"/>
                    <a:pt x="24758" y="15130"/>
                  </a:cubicBezTo>
                  <a:cubicBezTo>
                    <a:pt x="24625" y="14997"/>
                    <a:pt x="24492" y="14908"/>
                    <a:pt x="24314" y="14819"/>
                  </a:cubicBezTo>
                  <a:cubicBezTo>
                    <a:pt x="24048" y="14686"/>
                    <a:pt x="23738" y="14553"/>
                    <a:pt x="23383" y="14509"/>
                  </a:cubicBezTo>
                  <a:cubicBezTo>
                    <a:pt x="23359" y="14497"/>
                    <a:pt x="23332" y="14491"/>
                    <a:pt x="23304" y="14491"/>
                  </a:cubicBezTo>
                  <a:cubicBezTo>
                    <a:pt x="23229" y="14491"/>
                    <a:pt x="23149" y="14533"/>
                    <a:pt x="23116" y="14597"/>
                  </a:cubicBezTo>
                  <a:cubicBezTo>
                    <a:pt x="22983" y="13488"/>
                    <a:pt x="22584" y="12468"/>
                    <a:pt x="21963" y="11580"/>
                  </a:cubicBezTo>
                  <a:cubicBezTo>
                    <a:pt x="21897" y="11488"/>
                    <a:pt x="21807" y="11451"/>
                    <a:pt x="21720" y="11451"/>
                  </a:cubicBezTo>
                  <a:cubicBezTo>
                    <a:pt x="21514" y="11451"/>
                    <a:pt x="21319" y="11660"/>
                    <a:pt x="21475" y="11847"/>
                  </a:cubicBezTo>
                  <a:cubicBezTo>
                    <a:pt x="22185" y="12823"/>
                    <a:pt x="22584" y="13976"/>
                    <a:pt x="22628" y="15219"/>
                  </a:cubicBezTo>
                  <a:cubicBezTo>
                    <a:pt x="22628" y="15396"/>
                    <a:pt x="22761" y="15485"/>
                    <a:pt x="22895" y="15485"/>
                  </a:cubicBezTo>
                  <a:cubicBezTo>
                    <a:pt x="23028" y="15485"/>
                    <a:pt x="23161" y="15396"/>
                    <a:pt x="23161" y="15219"/>
                  </a:cubicBezTo>
                  <a:lnTo>
                    <a:pt x="23161" y="14997"/>
                  </a:lnTo>
                  <a:cubicBezTo>
                    <a:pt x="23205" y="14997"/>
                    <a:pt x="23250" y="14997"/>
                    <a:pt x="23250" y="15041"/>
                  </a:cubicBezTo>
                  <a:cubicBezTo>
                    <a:pt x="23604" y="15086"/>
                    <a:pt x="23915" y="15219"/>
                    <a:pt x="24181" y="15396"/>
                  </a:cubicBezTo>
                  <a:cubicBezTo>
                    <a:pt x="24314" y="15485"/>
                    <a:pt x="24447" y="15574"/>
                    <a:pt x="24581" y="15662"/>
                  </a:cubicBezTo>
                  <a:cubicBezTo>
                    <a:pt x="24669" y="15751"/>
                    <a:pt x="24758" y="15884"/>
                    <a:pt x="24891" y="15884"/>
                  </a:cubicBezTo>
                  <a:cubicBezTo>
                    <a:pt x="24913" y="15906"/>
                    <a:pt x="24935" y="15917"/>
                    <a:pt x="24958" y="15917"/>
                  </a:cubicBezTo>
                  <a:cubicBezTo>
                    <a:pt x="24980" y="15917"/>
                    <a:pt x="25002" y="15906"/>
                    <a:pt x="25024" y="15884"/>
                  </a:cubicBezTo>
                  <a:cubicBezTo>
                    <a:pt x="25061" y="15994"/>
                    <a:pt x="25157" y="16073"/>
                    <a:pt x="25265" y="16073"/>
                  </a:cubicBezTo>
                  <a:cubicBezTo>
                    <a:pt x="25288" y="16073"/>
                    <a:pt x="25311" y="16069"/>
                    <a:pt x="25335" y="16062"/>
                  </a:cubicBezTo>
                  <a:cubicBezTo>
                    <a:pt x="25765" y="15976"/>
                    <a:pt x="26194" y="15927"/>
                    <a:pt x="26612" y="15927"/>
                  </a:cubicBezTo>
                  <a:cubicBezTo>
                    <a:pt x="26841" y="15927"/>
                    <a:pt x="27067" y="15941"/>
                    <a:pt x="27287" y="15973"/>
                  </a:cubicBezTo>
                  <a:cubicBezTo>
                    <a:pt x="26843" y="16239"/>
                    <a:pt x="26444" y="16550"/>
                    <a:pt x="26045" y="16860"/>
                  </a:cubicBezTo>
                  <a:cubicBezTo>
                    <a:pt x="25840" y="17065"/>
                    <a:pt x="26028" y="17347"/>
                    <a:pt x="26247" y="17347"/>
                  </a:cubicBezTo>
                  <a:cubicBezTo>
                    <a:pt x="26313" y="17347"/>
                    <a:pt x="26382" y="17321"/>
                    <a:pt x="26444" y="17260"/>
                  </a:cubicBezTo>
                  <a:cubicBezTo>
                    <a:pt x="26932" y="16860"/>
                    <a:pt x="27509" y="16461"/>
                    <a:pt x="28086" y="16150"/>
                  </a:cubicBezTo>
                  <a:lnTo>
                    <a:pt x="28086" y="16150"/>
                  </a:lnTo>
                  <a:cubicBezTo>
                    <a:pt x="28041" y="16417"/>
                    <a:pt x="27997" y="16683"/>
                    <a:pt x="27953" y="16905"/>
                  </a:cubicBezTo>
                  <a:cubicBezTo>
                    <a:pt x="27908" y="16905"/>
                    <a:pt x="27864" y="16949"/>
                    <a:pt x="27819" y="16949"/>
                  </a:cubicBezTo>
                  <a:cubicBezTo>
                    <a:pt x="26976" y="17526"/>
                    <a:pt x="26267" y="18236"/>
                    <a:pt x="25690" y="19079"/>
                  </a:cubicBezTo>
                  <a:cubicBezTo>
                    <a:pt x="25563" y="19300"/>
                    <a:pt x="25774" y="19498"/>
                    <a:pt x="25970" y="19498"/>
                  </a:cubicBezTo>
                  <a:cubicBezTo>
                    <a:pt x="26050" y="19498"/>
                    <a:pt x="26127" y="19466"/>
                    <a:pt x="26178" y="19389"/>
                  </a:cubicBezTo>
                  <a:cubicBezTo>
                    <a:pt x="26621" y="18724"/>
                    <a:pt x="27154" y="18191"/>
                    <a:pt x="27731" y="17703"/>
                  </a:cubicBezTo>
                  <a:lnTo>
                    <a:pt x="27731" y="17703"/>
                  </a:lnTo>
                  <a:cubicBezTo>
                    <a:pt x="27642" y="18103"/>
                    <a:pt x="27509" y="18502"/>
                    <a:pt x="27376" y="18857"/>
                  </a:cubicBezTo>
                  <a:cubicBezTo>
                    <a:pt x="27287" y="18857"/>
                    <a:pt x="27198" y="18901"/>
                    <a:pt x="27154" y="18946"/>
                  </a:cubicBezTo>
                  <a:cubicBezTo>
                    <a:pt x="26400" y="19744"/>
                    <a:pt x="25867" y="20720"/>
                    <a:pt x="25601" y="21785"/>
                  </a:cubicBezTo>
                  <a:cubicBezTo>
                    <a:pt x="25601" y="21874"/>
                    <a:pt x="25601" y="21963"/>
                    <a:pt x="25690" y="22051"/>
                  </a:cubicBezTo>
                  <a:cubicBezTo>
                    <a:pt x="25468" y="22362"/>
                    <a:pt x="25202" y="22717"/>
                    <a:pt x="24935" y="23027"/>
                  </a:cubicBezTo>
                  <a:cubicBezTo>
                    <a:pt x="24980" y="21963"/>
                    <a:pt x="25290" y="20942"/>
                    <a:pt x="25823" y="20055"/>
                  </a:cubicBezTo>
                  <a:cubicBezTo>
                    <a:pt x="25944" y="19842"/>
                    <a:pt x="25754" y="19650"/>
                    <a:pt x="25564" y="19650"/>
                  </a:cubicBezTo>
                  <a:cubicBezTo>
                    <a:pt x="25477" y="19650"/>
                    <a:pt x="25391" y="19691"/>
                    <a:pt x="25335" y="19789"/>
                  </a:cubicBezTo>
                  <a:cubicBezTo>
                    <a:pt x="24714" y="20809"/>
                    <a:pt x="24403" y="22007"/>
                    <a:pt x="24359" y="23205"/>
                  </a:cubicBezTo>
                  <a:lnTo>
                    <a:pt x="24181" y="22983"/>
                  </a:lnTo>
                  <a:lnTo>
                    <a:pt x="24181" y="22939"/>
                  </a:lnTo>
                  <a:cubicBezTo>
                    <a:pt x="23915" y="21430"/>
                    <a:pt x="24314" y="19877"/>
                    <a:pt x="25290" y="18679"/>
                  </a:cubicBezTo>
                  <a:cubicBezTo>
                    <a:pt x="25461" y="18475"/>
                    <a:pt x="25265" y="18192"/>
                    <a:pt x="25065" y="18192"/>
                  </a:cubicBezTo>
                  <a:cubicBezTo>
                    <a:pt x="25004" y="18192"/>
                    <a:pt x="24943" y="18218"/>
                    <a:pt x="24891" y="18280"/>
                  </a:cubicBezTo>
                  <a:cubicBezTo>
                    <a:pt x="24181" y="19167"/>
                    <a:pt x="23738" y="20232"/>
                    <a:pt x="23604" y="21341"/>
                  </a:cubicBezTo>
                  <a:cubicBezTo>
                    <a:pt x="23560" y="21297"/>
                    <a:pt x="23560" y="21253"/>
                    <a:pt x="23516" y="21253"/>
                  </a:cubicBezTo>
                  <a:cubicBezTo>
                    <a:pt x="23205" y="21031"/>
                    <a:pt x="22850" y="20809"/>
                    <a:pt x="22495" y="20632"/>
                  </a:cubicBezTo>
                  <a:cubicBezTo>
                    <a:pt x="22673" y="20321"/>
                    <a:pt x="22939" y="20055"/>
                    <a:pt x="23250" y="19877"/>
                  </a:cubicBezTo>
                  <a:cubicBezTo>
                    <a:pt x="23514" y="19726"/>
                    <a:pt x="23329" y="19351"/>
                    <a:pt x="23104" y="19351"/>
                  </a:cubicBezTo>
                  <a:cubicBezTo>
                    <a:pt x="23064" y="19351"/>
                    <a:pt x="23023" y="19363"/>
                    <a:pt x="22983" y="19389"/>
                  </a:cubicBezTo>
                  <a:cubicBezTo>
                    <a:pt x="22495" y="19700"/>
                    <a:pt x="22140" y="20099"/>
                    <a:pt x="21874" y="20587"/>
                  </a:cubicBezTo>
                  <a:cubicBezTo>
                    <a:pt x="21741" y="20676"/>
                    <a:pt x="21785" y="20898"/>
                    <a:pt x="21918" y="20986"/>
                  </a:cubicBezTo>
                  <a:cubicBezTo>
                    <a:pt x="22407" y="21164"/>
                    <a:pt x="22850" y="21430"/>
                    <a:pt x="23250" y="21741"/>
                  </a:cubicBezTo>
                  <a:cubicBezTo>
                    <a:pt x="23283" y="21775"/>
                    <a:pt x="23324" y="21789"/>
                    <a:pt x="23366" y="21789"/>
                  </a:cubicBezTo>
                  <a:cubicBezTo>
                    <a:pt x="23433" y="21789"/>
                    <a:pt x="23505" y="21751"/>
                    <a:pt x="23560" y="21696"/>
                  </a:cubicBezTo>
                  <a:lnTo>
                    <a:pt x="23560" y="21696"/>
                  </a:lnTo>
                  <a:cubicBezTo>
                    <a:pt x="23516" y="22184"/>
                    <a:pt x="23560" y="22628"/>
                    <a:pt x="23604" y="23072"/>
                  </a:cubicBezTo>
                  <a:cubicBezTo>
                    <a:pt x="23604" y="23160"/>
                    <a:pt x="23649" y="23205"/>
                    <a:pt x="23693" y="23249"/>
                  </a:cubicBezTo>
                  <a:cubicBezTo>
                    <a:pt x="23693" y="23294"/>
                    <a:pt x="23738" y="23338"/>
                    <a:pt x="23738" y="23338"/>
                  </a:cubicBezTo>
                  <a:lnTo>
                    <a:pt x="24181" y="23826"/>
                  </a:lnTo>
                  <a:cubicBezTo>
                    <a:pt x="23915" y="24048"/>
                    <a:pt x="23693" y="24270"/>
                    <a:pt x="23427" y="24492"/>
                  </a:cubicBezTo>
                  <a:cubicBezTo>
                    <a:pt x="22850" y="24935"/>
                    <a:pt x="22273" y="25335"/>
                    <a:pt x="21608" y="25645"/>
                  </a:cubicBezTo>
                  <a:lnTo>
                    <a:pt x="21874" y="25335"/>
                  </a:lnTo>
                  <a:cubicBezTo>
                    <a:pt x="21918" y="25290"/>
                    <a:pt x="21918" y="25246"/>
                    <a:pt x="21918" y="25201"/>
                  </a:cubicBezTo>
                  <a:cubicBezTo>
                    <a:pt x="21988" y="25259"/>
                    <a:pt x="22067" y="25284"/>
                    <a:pt x="22141" y="25284"/>
                  </a:cubicBezTo>
                  <a:cubicBezTo>
                    <a:pt x="22351" y="25284"/>
                    <a:pt x="22526" y="25087"/>
                    <a:pt x="22362" y="24891"/>
                  </a:cubicBezTo>
                  <a:cubicBezTo>
                    <a:pt x="21918" y="24270"/>
                    <a:pt x="21342" y="23737"/>
                    <a:pt x="20676" y="23338"/>
                  </a:cubicBezTo>
                  <a:cubicBezTo>
                    <a:pt x="20632" y="23316"/>
                    <a:pt x="20587" y="23305"/>
                    <a:pt x="20543" y="23305"/>
                  </a:cubicBezTo>
                  <a:cubicBezTo>
                    <a:pt x="20499" y="23305"/>
                    <a:pt x="20454" y="23316"/>
                    <a:pt x="20410" y="23338"/>
                  </a:cubicBezTo>
                  <a:cubicBezTo>
                    <a:pt x="20499" y="23205"/>
                    <a:pt x="20587" y="23116"/>
                    <a:pt x="20676" y="22983"/>
                  </a:cubicBezTo>
                  <a:cubicBezTo>
                    <a:pt x="20676" y="23027"/>
                    <a:pt x="20721" y="23027"/>
                    <a:pt x="20765" y="23072"/>
                  </a:cubicBezTo>
                  <a:cubicBezTo>
                    <a:pt x="21386" y="23515"/>
                    <a:pt x="22007" y="24092"/>
                    <a:pt x="22540" y="24713"/>
                  </a:cubicBezTo>
                  <a:cubicBezTo>
                    <a:pt x="22591" y="24775"/>
                    <a:pt x="22652" y="24801"/>
                    <a:pt x="22713" y="24801"/>
                  </a:cubicBezTo>
                  <a:cubicBezTo>
                    <a:pt x="22914" y="24801"/>
                    <a:pt x="23109" y="24518"/>
                    <a:pt x="22939" y="24314"/>
                  </a:cubicBezTo>
                  <a:cubicBezTo>
                    <a:pt x="22362" y="23693"/>
                    <a:pt x="21741" y="23072"/>
                    <a:pt x="21031" y="22584"/>
                  </a:cubicBezTo>
                  <a:cubicBezTo>
                    <a:pt x="20987" y="22584"/>
                    <a:pt x="20942" y="22539"/>
                    <a:pt x="20898" y="22539"/>
                  </a:cubicBezTo>
                  <a:cubicBezTo>
                    <a:pt x="20987" y="22406"/>
                    <a:pt x="21031" y="22273"/>
                    <a:pt x="21075" y="22184"/>
                  </a:cubicBezTo>
                  <a:cubicBezTo>
                    <a:pt x="21785" y="22761"/>
                    <a:pt x="22495" y="23382"/>
                    <a:pt x="23116" y="24092"/>
                  </a:cubicBezTo>
                  <a:cubicBezTo>
                    <a:pt x="23168" y="24154"/>
                    <a:pt x="23229" y="24180"/>
                    <a:pt x="23290" y="24180"/>
                  </a:cubicBezTo>
                  <a:cubicBezTo>
                    <a:pt x="23490" y="24180"/>
                    <a:pt x="23686" y="23897"/>
                    <a:pt x="23516" y="23693"/>
                  </a:cubicBezTo>
                  <a:cubicBezTo>
                    <a:pt x="22850" y="22983"/>
                    <a:pt x="22185" y="22317"/>
                    <a:pt x="21430" y="21741"/>
                  </a:cubicBezTo>
                  <a:cubicBezTo>
                    <a:pt x="21386" y="21696"/>
                    <a:pt x="21297" y="21652"/>
                    <a:pt x="21253" y="21652"/>
                  </a:cubicBezTo>
                  <a:cubicBezTo>
                    <a:pt x="21430" y="20898"/>
                    <a:pt x="21386" y="20055"/>
                    <a:pt x="21164" y="19300"/>
                  </a:cubicBezTo>
                  <a:cubicBezTo>
                    <a:pt x="21129" y="19140"/>
                    <a:pt x="21014" y="19073"/>
                    <a:pt x="20895" y="19073"/>
                  </a:cubicBezTo>
                  <a:cubicBezTo>
                    <a:pt x="20719" y="19073"/>
                    <a:pt x="20534" y="19221"/>
                    <a:pt x="20587" y="19434"/>
                  </a:cubicBezTo>
                  <a:cubicBezTo>
                    <a:pt x="21031" y="20809"/>
                    <a:pt x="20721" y="22273"/>
                    <a:pt x="19744" y="23338"/>
                  </a:cubicBezTo>
                  <a:cubicBezTo>
                    <a:pt x="19529" y="23518"/>
                    <a:pt x="19721" y="23785"/>
                    <a:pt x="19944" y="23785"/>
                  </a:cubicBezTo>
                  <a:cubicBezTo>
                    <a:pt x="19996" y="23785"/>
                    <a:pt x="20049" y="23771"/>
                    <a:pt x="20099" y="23737"/>
                  </a:cubicBezTo>
                  <a:lnTo>
                    <a:pt x="20099" y="23737"/>
                  </a:lnTo>
                  <a:cubicBezTo>
                    <a:pt x="19079" y="25113"/>
                    <a:pt x="17792" y="26311"/>
                    <a:pt x="16372" y="27242"/>
                  </a:cubicBezTo>
                  <a:cubicBezTo>
                    <a:pt x="16328" y="27242"/>
                    <a:pt x="16284" y="27287"/>
                    <a:pt x="16284" y="27331"/>
                  </a:cubicBezTo>
                  <a:cubicBezTo>
                    <a:pt x="15848" y="27373"/>
                    <a:pt x="15412" y="27394"/>
                    <a:pt x="14978" y="27394"/>
                  </a:cubicBezTo>
                  <a:cubicBezTo>
                    <a:pt x="12227" y="27394"/>
                    <a:pt x="9526" y="26557"/>
                    <a:pt x="7188" y="25024"/>
                  </a:cubicBezTo>
                  <a:cubicBezTo>
                    <a:pt x="2840" y="21963"/>
                    <a:pt x="755" y="16594"/>
                    <a:pt x="1864" y="11403"/>
                  </a:cubicBezTo>
                  <a:cubicBezTo>
                    <a:pt x="2485" y="8741"/>
                    <a:pt x="3861" y="6301"/>
                    <a:pt x="5813" y="4393"/>
                  </a:cubicBezTo>
                  <a:cubicBezTo>
                    <a:pt x="7672" y="2534"/>
                    <a:pt x="10477" y="675"/>
                    <a:pt x="13255" y="675"/>
                  </a:cubicBezTo>
                  <a:cubicBezTo>
                    <a:pt x="13660" y="675"/>
                    <a:pt x="14064" y="714"/>
                    <a:pt x="14465" y="799"/>
                  </a:cubicBezTo>
                  <a:cubicBezTo>
                    <a:pt x="14598" y="799"/>
                    <a:pt x="14731" y="755"/>
                    <a:pt x="14775" y="622"/>
                  </a:cubicBezTo>
                  <a:close/>
                  <a:moveTo>
                    <a:pt x="14243" y="0"/>
                  </a:moveTo>
                  <a:cubicBezTo>
                    <a:pt x="14154" y="0"/>
                    <a:pt x="14065" y="45"/>
                    <a:pt x="14021" y="89"/>
                  </a:cubicBezTo>
                  <a:cubicBezTo>
                    <a:pt x="13767" y="63"/>
                    <a:pt x="13513" y="50"/>
                    <a:pt x="13260" y="50"/>
                  </a:cubicBezTo>
                  <a:cubicBezTo>
                    <a:pt x="8423" y="50"/>
                    <a:pt x="3772" y="4742"/>
                    <a:pt x="2086" y="8874"/>
                  </a:cubicBezTo>
                  <a:cubicBezTo>
                    <a:pt x="1" y="14021"/>
                    <a:pt x="1110" y="19877"/>
                    <a:pt x="4926" y="23826"/>
                  </a:cubicBezTo>
                  <a:cubicBezTo>
                    <a:pt x="7554" y="26510"/>
                    <a:pt x="11298" y="27909"/>
                    <a:pt x="15031" y="27909"/>
                  </a:cubicBezTo>
                  <a:cubicBezTo>
                    <a:pt x="17347" y="27909"/>
                    <a:pt x="19658" y="27370"/>
                    <a:pt x="21697" y="26266"/>
                  </a:cubicBezTo>
                  <a:cubicBezTo>
                    <a:pt x="26799" y="23471"/>
                    <a:pt x="29683" y="17126"/>
                    <a:pt x="28707" y="11403"/>
                  </a:cubicBezTo>
                  <a:cubicBezTo>
                    <a:pt x="27509" y="4437"/>
                    <a:pt x="20898" y="355"/>
                    <a:pt x="14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40"/>
            <p:cNvSpPr/>
            <p:nvPr/>
          </p:nvSpPr>
          <p:spPr>
            <a:xfrm>
              <a:off x="7061795" y="4119640"/>
              <a:ext cx="199954" cy="143676"/>
            </a:xfrm>
            <a:custGeom>
              <a:avLst/>
              <a:gdLst/>
              <a:ahLst/>
              <a:cxnLst/>
              <a:rect l="l" t="t" r="r" b="b"/>
              <a:pathLst>
                <a:path w="1510" h="1085" extrusionOk="0">
                  <a:moveTo>
                    <a:pt x="382" y="1"/>
                  </a:moveTo>
                  <a:cubicBezTo>
                    <a:pt x="75" y="1"/>
                    <a:pt x="1" y="474"/>
                    <a:pt x="319" y="553"/>
                  </a:cubicBezTo>
                  <a:cubicBezTo>
                    <a:pt x="585" y="642"/>
                    <a:pt x="807" y="775"/>
                    <a:pt x="985" y="997"/>
                  </a:cubicBezTo>
                  <a:cubicBezTo>
                    <a:pt x="1026" y="1059"/>
                    <a:pt x="1079" y="1085"/>
                    <a:pt x="1134" y="1085"/>
                  </a:cubicBezTo>
                  <a:cubicBezTo>
                    <a:pt x="1314" y="1085"/>
                    <a:pt x="1510" y="802"/>
                    <a:pt x="1340" y="598"/>
                  </a:cubicBezTo>
                  <a:cubicBezTo>
                    <a:pt x="1118" y="287"/>
                    <a:pt x="807" y="110"/>
                    <a:pt x="497" y="21"/>
                  </a:cubicBezTo>
                  <a:cubicBezTo>
                    <a:pt x="456" y="7"/>
                    <a:pt x="418" y="1"/>
                    <a:pt x="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40"/>
            <p:cNvSpPr/>
            <p:nvPr/>
          </p:nvSpPr>
          <p:spPr>
            <a:xfrm>
              <a:off x="7256717" y="4247161"/>
              <a:ext cx="76539" cy="85278"/>
            </a:xfrm>
            <a:custGeom>
              <a:avLst/>
              <a:gdLst/>
              <a:ahLst/>
              <a:cxnLst/>
              <a:rect l="l" t="t" r="r" b="b"/>
              <a:pathLst>
                <a:path w="578" h="644" extrusionOk="0">
                  <a:moveTo>
                    <a:pt x="289" y="1"/>
                  </a:moveTo>
                  <a:cubicBezTo>
                    <a:pt x="145" y="1"/>
                    <a:pt x="1" y="100"/>
                    <a:pt x="1" y="300"/>
                  </a:cubicBezTo>
                  <a:lnTo>
                    <a:pt x="1" y="344"/>
                  </a:lnTo>
                  <a:cubicBezTo>
                    <a:pt x="1" y="544"/>
                    <a:pt x="145" y="644"/>
                    <a:pt x="289" y="644"/>
                  </a:cubicBezTo>
                  <a:cubicBezTo>
                    <a:pt x="433" y="644"/>
                    <a:pt x="578" y="544"/>
                    <a:pt x="578" y="344"/>
                  </a:cubicBezTo>
                  <a:lnTo>
                    <a:pt x="578" y="300"/>
                  </a:lnTo>
                  <a:cubicBezTo>
                    <a:pt x="578" y="100"/>
                    <a:pt x="433" y="1"/>
                    <a:pt x="2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40"/>
            <p:cNvSpPr/>
            <p:nvPr/>
          </p:nvSpPr>
          <p:spPr>
            <a:xfrm>
              <a:off x="7579954" y="3652330"/>
              <a:ext cx="105804" cy="70580"/>
            </a:xfrm>
            <a:custGeom>
              <a:avLst/>
              <a:gdLst/>
              <a:ahLst/>
              <a:cxnLst/>
              <a:rect l="l" t="t" r="r" b="b"/>
              <a:pathLst>
                <a:path w="799" h="533" extrusionOk="0">
                  <a:moveTo>
                    <a:pt x="355" y="0"/>
                  </a:moveTo>
                  <a:cubicBezTo>
                    <a:pt x="0" y="0"/>
                    <a:pt x="0" y="533"/>
                    <a:pt x="355" y="533"/>
                  </a:cubicBezTo>
                  <a:lnTo>
                    <a:pt x="444" y="533"/>
                  </a:lnTo>
                  <a:cubicBezTo>
                    <a:pt x="799" y="533"/>
                    <a:pt x="799" y="0"/>
                    <a:pt x="4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40"/>
            <p:cNvSpPr/>
            <p:nvPr/>
          </p:nvSpPr>
          <p:spPr>
            <a:xfrm>
              <a:off x="7193950" y="3569700"/>
              <a:ext cx="489954" cy="287616"/>
            </a:xfrm>
            <a:custGeom>
              <a:avLst/>
              <a:gdLst/>
              <a:ahLst/>
              <a:cxnLst/>
              <a:rect l="l" t="t" r="r" b="b"/>
              <a:pathLst>
                <a:path w="3700" h="2172" extrusionOk="0">
                  <a:moveTo>
                    <a:pt x="3267" y="1"/>
                  </a:moveTo>
                  <a:cubicBezTo>
                    <a:pt x="3254" y="1"/>
                    <a:pt x="3240" y="1"/>
                    <a:pt x="3226" y="3"/>
                  </a:cubicBezTo>
                  <a:cubicBezTo>
                    <a:pt x="2072" y="269"/>
                    <a:pt x="1052" y="846"/>
                    <a:pt x="209" y="1689"/>
                  </a:cubicBezTo>
                  <a:cubicBezTo>
                    <a:pt x="1" y="1862"/>
                    <a:pt x="172" y="2171"/>
                    <a:pt x="405" y="2171"/>
                  </a:cubicBezTo>
                  <a:cubicBezTo>
                    <a:pt x="470" y="2171"/>
                    <a:pt x="540" y="2147"/>
                    <a:pt x="608" y="2089"/>
                  </a:cubicBezTo>
                  <a:cubicBezTo>
                    <a:pt x="1362" y="1334"/>
                    <a:pt x="2294" y="802"/>
                    <a:pt x="3359" y="580"/>
                  </a:cubicBezTo>
                  <a:cubicBezTo>
                    <a:pt x="3700" y="495"/>
                    <a:pt x="3590" y="1"/>
                    <a:pt x="3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40"/>
            <p:cNvSpPr/>
            <p:nvPr/>
          </p:nvSpPr>
          <p:spPr>
            <a:xfrm>
              <a:off x="7206795" y="3518056"/>
              <a:ext cx="202603" cy="169233"/>
            </a:xfrm>
            <a:custGeom>
              <a:avLst/>
              <a:gdLst/>
              <a:ahLst/>
              <a:cxnLst/>
              <a:rect l="l" t="t" r="r" b="b"/>
              <a:pathLst>
                <a:path w="1530" h="1278" extrusionOk="0">
                  <a:moveTo>
                    <a:pt x="1134" y="0"/>
                  </a:moveTo>
                  <a:cubicBezTo>
                    <a:pt x="1091" y="0"/>
                    <a:pt x="1046" y="12"/>
                    <a:pt x="999" y="38"/>
                  </a:cubicBezTo>
                  <a:cubicBezTo>
                    <a:pt x="688" y="260"/>
                    <a:pt x="378" y="526"/>
                    <a:pt x="156" y="881"/>
                  </a:cubicBezTo>
                  <a:cubicBezTo>
                    <a:pt x="0" y="1068"/>
                    <a:pt x="195" y="1277"/>
                    <a:pt x="401" y="1277"/>
                  </a:cubicBezTo>
                  <a:cubicBezTo>
                    <a:pt x="489" y="1277"/>
                    <a:pt x="578" y="1240"/>
                    <a:pt x="644" y="1147"/>
                  </a:cubicBezTo>
                  <a:cubicBezTo>
                    <a:pt x="822" y="881"/>
                    <a:pt x="1043" y="704"/>
                    <a:pt x="1265" y="526"/>
                  </a:cubicBezTo>
                  <a:cubicBezTo>
                    <a:pt x="1529" y="375"/>
                    <a:pt x="1376" y="0"/>
                    <a:pt x="1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40"/>
            <p:cNvSpPr/>
            <p:nvPr/>
          </p:nvSpPr>
          <p:spPr>
            <a:xfrm>
              <a:off x="7254466" y="2893034"/>
              <a:ext cx="202867" cy="116000"/>
            </a:xfrm>
            <a:custGeom>
              <a:avLst/>
              <a:gdLst/>
              <a:ahLst/>
              <a:cxnLst/>
              <a:rect l="l" t="t" r="r" b="b"/>
              <a:pathLst>
                <a:path w="1532" h="876" extrusionOk="0">
                  <a:moveTo>
                    <a:pt x="393" y="1"/>
                  </a:moveTo>
                  <a:cubicBezTo>
                    <a:pt x="127" y="1"/>
                    <a:pt x="1" y="465"/>
                    <a:pt x="328" y="588"/>
                  </a:cubicBezTo>
                  <a:lnTo>
                    <a:pt x="1083" y="854"/>
                  </a:lnTo>
                  <a:cubicBezTo>
                    <a:pt x="1117" y="868"/>
                    <a:pt x="1149" y="875"/>
                    <a:pt x="1179" y="875"/>
                  </a:cubicBezTo>
                  <a:cubicBezTo>
                    <a:pt x="1426" y="875"/>
                    <a:pt x="1532" y="440"/>
                    <a:pt x="1216" y="321"/>
                  </a:cubicBezTo>
                  <a:lnTo>
                    <a:pt x="462" y="11"/>
                  </a:lnTo>
                  <a:cubicBezTo>
                    <a:pt x="438" y="4"/>
                    <a:pt x="415" y="1"/>
                    <a:pt x="3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40"/>
            <p:cNvSpPr/>
            <p:nvPr/>
          </p:nvSpPr>
          <p:spPr>
            <a:xfrm>
              <a:off x="7462365" y="2972221"/>
              <a:ext cx="70712" cy="80909"/>
            </a:xfrm>
            <a:custGeom>
              <a:avLst/>
              <a:gdLst/>
              <a:ahLst/>
              <a:cxnLst/>
              <a:rect l="l" t="t" r="r" b="b"/>
              <a:pathLst>
                <a:path w="534" h="611" extrusionOk="0">
                  <a:moveTo>
                    <a:pt x="267" y="1"/>
                  </a:moveTo>
                  <a:cubicBezTo>
                    <a:pt x="134" y="1"/>
                    <a:pt x="1" y="101"/>
                    <a:pt x="1" y="300"/>
                  </a:cubicBezTo>
                  <a:lnTo>
                    <a:pt x="1" y="345"/>
                  </a:lnTo>
                  <a:cubicBezTo>
                    <a:pt x="1" y="522"/>
                    <a:pt x="134" y="611"/>
                    <a:pt x="267" y="611"/>
                  </a:cubicBezTo>
                  <a:cubicBezTo>
                    <a:pt x="400" y="611"/>
                    <a:pt x="533" y="522"/>
                    <a:pt x="533" y="345"/>
                  </a:cubicBezTo>
                  <a:lnTo>
                    <a:pt x="533" y="300"/>
                  </a:lnTo>
                  <a:cubicBezTo>
                    <a:pt x="533" y="101"/>
                    <a:pt x="400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40"/>
            <p:cNvSpPr/>
            <p:nvPr/>
          </p:nvSpPr>
          <p:spPr>
            <a:xfrm>
              <a:off x="7529899" y="2430226"/>
              <a:ext cx="276625" cy="422155"/>
            </a:xfrm>
            <a:custGeom>
              <a:avLst/>
              <a:gdLst/>
              <a:ahLst/>
              <a:cxnLst/>
              <a:rect l="l" t="t" r="r" b="b"/>
              <a:pathLst>
                <a:path w="2089" h="3188" extrusionOk="0">
                  <a:moveTo>
                    <a:pt x="256" y="1"/>
                  </a:moveTo>
                  <a:cubicBezTo>
                    <a:pt x="123" y="1"/>
                    <a:pt x="1" y="90"/>
                    <a:pt x="23" y="267"/>
                  </a:cubicBezTo>
                  <a:cubicBezTo>
                    <a:pt x="112" y="1332"/>
                    <a:pt x="556" y="2308"/>
                    <a:pt x="1265" y="3107"/>
                  </a:cubicBezTo>
                  <a:cubicBezTo>
                    <a:pt x="1321" y="3162"/>
                    <a:pt x="1390" y="3187"/>
                    <a:pt x="1458" y="3187"/>
                  </a:cubicBezTo>
                  <a:cubicBezTo>
                    <a:pt x="1607" y="3187"/>
                    <a:pt x="1753" y="3067"/>
                    <a:pt x="1753" y="2885"/>
                  </a:cubicBezTo>
                  <a:cubicBezTo>
                    <a:pt x="1777" y="2891"/>
                    <a:pt x="1799" y="2893"/>
                    <a:pt x="1821" y="2893"/>
                  </a:cubicBezTo>
                  <a:cubicBezTo>
                    <a:pt x="1964" y="2893"/>
                    <a:pt x="2064" y="2773"/>
                    <a:pt x="2064" y="2619"/>
                  </a:cubicBezTo>
                  <a:lnTo>
                    <a:pt x="2064" y="2574"/>
                  </a:lnTo>
                  <a:cubicBezTo>
                    <a:pt x="2089" y="2375"/>
                    <a:pt x="1918" y="2259"/>
                    <a:pt x="1755" y="2259"/>
                  </a:cubicBezTo>
                  <a:cubicBezTo>
                    <a:pt x="1629" y="2259"/>
                    <a:pt x="1507" y="2330"/>
                    <a:pt x="1487" y="2485"/>
                  </a:cubicBezTo>
                  <a:cubicBezTo>
                    <a:pt x="955" y="1864"/>
                    <a:pt x="644" y="1110"/>
                    <a:pt x="556" y="267"/>
                  </a:cubicBezTo>
                  <a:cubicBezTo>
                    <a:pt x="533" y="90"/>
                    <a:pt x="389" y="1"/>
                    <a:pt x="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40"/>
            <p:cNvSpPr/>
            <p:nvPr/>
          </p:nvSpPr>
          <p:spPr>
            <a:xfrm>
              <a:off x="7532945" y="2290788"/>
              <a:ext cx="76406" cy="80909"/>
            </a:xfrm>
            <a:custGeom>
              <a:avLst/>
              <a:gdLst/>
              <a:ahLst/>
              <a:cxnLst/>
              <a:rect l="l" t="t" r="r" b="b"/>
              <a:pathLst>
                <a:path w="577" h="611" extrusionOk="0">
                  <a:moveTo>
                    <a:pt x="289" y="0"/>
                  </a:moveTo>
                  <a:cubicBezTo>
                    <a:pt x="144" y="0"/>
                    <a:pt x="0" y="100"/>
                    <a:pt x="0" y="300"/>
                  </a:cubicBezTo>
                  <a:lnTo>
                    <a:pt x="0" y="344"/>
                  </a:lnTo>
                  <a:cubicBezTo>
                    <a:pt x="0" y="521"/>
                    <a:pt x="144" y="610"/>
                    <a:pt x="289" y="610"/>
                  </a:cubicBezTo>
                  <a:cubicBezTo>
                    <a:pt x="433" y="610"/>
                    <a:pt x="577" y="521"/>
                    <a:pt x="577" y="344"/>
                  </a:cubicBezTo>
                  <a:lnTo>
                    <a:pt x="577" y="300"/>
                  </a:lnTo>
                  <a:cubicBezTo>
                    <a:pt x="577" y="100"/>
                    <a:pt x="433" y="0"/>
                    <a:pt x="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40"/>
            <p:cNvSpPr/>
            <p:nvPr/>
          </p:nvSpPr>
          <p:spPr>
            <a:xfrm>
              <a:off x="7165877" y="2230537"/>
              <a:ext cx="326018" cy="124740"/>
            </a:xfrm>
            <a:custGeom>
              <a:avLst/>
              <a:gdLst/>
              <a:ahLst/>
              <a:cxnLst/>
              <a:rect l="l" t="t" r="r" b="b"/>
              <a:pathLst>
                <a:path w="2462" h="942" extrusionOk="0">
                  <a:moveTo>
                    <a:pt x="2018" y="0"/>
                  </a:moveTo>
                  <a:cubicBezTo>
                    <a:pt x="1929" y="0"/>
                    <a:pt x="1840" y="45"/>
                    <a:pt x="1796" y="133"/>
                  </a:cubicBezTo>
                  <a:cubicBezTo>
                    <a:pt x="1752" y="89"/>
                    <a:pt x="1663" y="89"/>
                    <a:pt x="1619" y="89"/>
                  </a:cubicBezTo>
                  <a:cubicBezTo>
                    <a:pt x="1175" y="89"/>
                    <a:pt x="731" y="222"/>
                    <a:pt x="288" y="355"/>
                  </a:cubicBezTo>
                  <a:cubicBezTo>
                    <a:pt x="1" y="478"/>
                    <a:pt x="92" y="942"/>
                    <a:pt x="353" y="942"/>
                  </a:cubicBezTo>
                  <a:cubicBezTo>
                    <a:pt x="374" y="942"/>
                    <a:pt x="397" y="939"/>
                    <a:pt x="421" y="932"/>
                  </a:cubicBezTo>
                  <a:cubicBezTo>
                    <a:pt x="820" y="755"/>
                    <a:pt x="1219" y="666"/>
                    <a:pt x="1619" y="666"/>
                  </a:cubicBezTo>
                  <a:cubicBezTo>
                    <a:pt x="1707" y="621"/>
                    <a:pt x="1796" y="577"/>
                    <a:pt x="1840" y="488"/>
                  </a:cubicBezTo>
                  <a:cubicBezTo>
                    <a:pt x="1872" y="520"/>
                    <a:pt x="1925" y="551"/>
                    <a:pt x="1970" y="551"/>
                  </a:cubicBezTo>
                  <a:cubicBezTo>
                    <a:pt x="1988" y="551"/>
                    <a:pt x="2005" y="546"/>
                    <a:pt x="2018" y="533"/>
                  </a:cubicBezTo>
                  <a:lnTo>
                    <a:pt x="2107" y="533"/>
                  </a:lnTo>
                  <a:cubicBezTo>
                    <a:pt x="2462" y="533"/>
                    <a:pt x="2462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40"/>
            <p:cNvSpPr/>
            <p:nvPr/>
          </p:nvSpPr>
          <p:spPr>
            <a:xfrm>
              <a:off x="7203881" y="1918423"/>
              <a:ext cx="121959" cy="253452"/>
            </a:xfrm>
            <a:custGeom>
              <a:avLst/>
              <a:gdLst/>
              <a:ahLst/>
              <a:cxnLst/>
              <a:rect l="l" t="t" r="r" b="b"/>
              <a:pathLst>
                <a:path w="921" h="1914" extrusionOk="0">
                  <a:moveTo>
                    <a:pt x="555" y="0"/>
                  </a:moveTo>
                  <a:cubicBezTo>
                    <a:pt x="475" y="0"/>
                    <a:pt x="397" y="41"/>
                    <a:pt x="355" y="139"/>
                  </a:cubicBezTo>
                  <a:cubicBezTo>
                    <a:pt x="134" y="627"/>
                    <a:pt x="1" y="1115"/>
                    <a:pt x="1" y="1647"/>
                  </a:cubicBezTo>
                  <a:cubicBezTo>
                    <a:pt x="1" y="1825"/>
                    <a:pt x="134" y="1914"/>
                    <a:pt x="267" y="1914"/>
                  </a:cubicBezTo>
                  <a:cubicBezTo>
                    <a:pt x="400" y="1914"/>
                    <a:pt x="533" y="1825"/>
                    <a:pt x="533" y="1647"/>
                  </a:cubicBezTo>
                  <a:cubicBezTo>
                    <a:pt x="533" y="1204"/>
                    <a:pt x="622" y="804"/>
                    <a:pt x="799" y="405"/>
                  </a:cubicBezTo>
                  <a:cubicBezTo>
                    <a:pt x="921" y="192"/>
                    <a:pt x="730" y="0"/>
                    <a:pt x="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40"/>
            <p:cNvSpPr/>
            <p:nvPr/>
          </p:nvSpPr>
          <p:spPr>
            <a:xfrm>
              <a:off x="7094635" y="1862144"/>
              <a:ext cx="104612" cy="155329"/>
            </a:xfrm>
            <a:custGeom>
              <a:avLst/>
              <a:gdLst/>
              <a:ahLst/>
              <a:cxnLst/>
              <a:rect l="l" t="t" r="r" b="b"/>
              <a:pathLst>
                <a:path w="790" h="1173" extrusionOk="0">
                  <a:moveTo>
                    <a:pt x="463" y="0"/>
                  </a:moveTo>
                  <a:cubicBezTo>
                    <a:pt x="351" y="0"/>
                    <a:pt x="241" y="64"/>
                    <a:pt x="204" y="209"/>
                  </a:cubicBezTo>
                  <a:cubicBezTo>
                    <a:pt x="160" y="386"/>
                    <a:pt x="116" y="608"/>
                    <a:pt x="27" y="830"/>
                  </a:cubicBezTo>
                  <a:cubicBezTo>
                    <a:pt x="1" y="1040"/>
                    <a:pt x="176" y="1172"/>
                    <a:pt x="342" y="1172"/>
                  </a:cubicBezTo>
                  <a:cubicBezTo>
                    <a:pt x="457" y="1172"/>
                    <a:pt x="567" y="1109"/>
                    <a:pt x="604" y="963"/>
                  </a:cubicBezTo>
                  <a:cubicBezTo>
                    <a:pt x="648" y="741"/>
                    <a:pt x="692" y="564"/>
                    <a:pt x="737" y="342"/>
                  </a:cubicBezTo>
                  <a:cubicBezTo>
                    <a:pt x="789" y="132"/>
                    <a:pt x="625" y="0"/>
                    <a:pt x="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40"/>
            <p:cNvSpPr/>
            <p:nvPr/>
          </p:nvSpPr>
          <p:spPr>
            <a:xfrm>
              <a:off x="7051731" y="2063290"/>
              <a:ext cx="115603" cy="82630"/>
            </a:xfrm>
            <a:custGeom>
              <a:avLst/>
              <a:gdLst/>
              <a:ahLst/>
              <a:cxnLst/>
              <a:rect l="l" t="t" r="r" b="b"/>
              <a:pathLst>
                <a:path w="873" h="624" extrusionOk="0">
                  <a:moveTo>
                    <a:pt x="436" y="0"/>
                  </a:moveTo>
                  <a:cubicBezTo>
                    <a:pt x="377" y="0"/>
                    <a:pt x="317" y="20"/>
                    <a:pt x="262" y="65"/>
                  </a:cubicBezTo>
                  <a:lnTo>
                    <a:pt x="173" y="154"/>
                  </a:lnTo>
                  <a:cubicBezTo>
                    <a:pt x="0" y="362"/>
                    <a:pt x="178" y="623"/>
                    <a:pt x="391" y="623"/>
                  </a:cubicBezTo>
                  <a:cubicBezTo>
                    <a:pt x="451" y="623"/>
                    <a:pt x="514" y="602"/>
                    <a:pt x="573" y="553"/>
                  </a:cubicBezTo>
                  <a:lnTo>
                    <a:pt x="661" y="465"/>
                  </a:lnTo>
                  <a:cubicBezTo>
                    <a:pt x="873" y="289"/>
                    <a:pt x="665" y="0"/>
                    <a:pt x="4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40"/>
            <p:cNvSpPr/>
            <p:nvPr/>
          </p:nvSpPr>
          <p:spPr>
            <a:xfrm>
              <a:off x="6989096" y="3038563"/>
              <a:ext cx="162082" cy="232000"/>
            </a:xfrm>
            <a:custGeom>
              <a:avLst/>
              <a:gdLst/>
              <a:ahLst/>
              <a:cxnLst/>
              <a:rect l="l" t="t" r="r" b="b"/>
              <a:pathLst>
                <a:path w="1224" h="1752" extrusionOk="0">
                  <a:moveTo>
                    <a:pt x="396" y="1"/>
                  </a:moveTo>
                  <a:cubicBezTo>
                    <a:pt x="202" y="1"/>
                    <a:pt x="0" y="199"/>
                    <a:pt x="158" y="420"/>
                  </a:cubicBezTo>
                  <a:cubicBezTo>
                    <a:pt x="247" y="554"/>
                    <a:pt x="336" y="687"/>
                    <a:pt x="425" y="864"/>
                  </a:cubicBezTo>
                  <a:cubicBezTo>
                    <a:pt x="469" y="997"/>
                    <a:pt x="513" y="1130"/>
                    <a:pt x="558" y="1263"/>
                  </a:cubicBezTo>
                  <a:cubicBezTo>
                    <a:pt x="469" y="1441"/>
                    <a:pt x="558" y="1663"/>
                    <a:pt x="780" y="1751"/>
                  </a:cubicBezTo>
                  <a:cubicBezTo>
                    <a:pt x="868" y="1751"/>
                    <a:pt x="1001" y="1707"/>
                    <a:pt x="1090" y="1618"/>
                  </a:cubicBezTo>
                  <a:cubicBezTo>
                    <a:pt x="1223" y="1397"/>
                    <a:pt x="1090" y="1086"/>
                    <a:pt x="1001" y="864"/>
                  </a:cubicBezTo>
                  <a:cubicBezTo>
                    <a:pt x="913" y="598"/>
                    <a:pt x="780" y="332"/>
                    <a:pt x="602" y="110"/>
                  </a:cubicBezTo>
                  <a:cubicBezTo>
                    <a:pt x="551" y="33"/>
                    <a:pt x="474" y="1"/>
                    <a:pt x="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40"/>
            <p:cNvSpPr/>
            <p:nvPr/>
          </p:nvSpPr>
          <p:spPr>
            <a:xfrm>
              <a:off x="6811786" y="4040056"/>
              <a:ext cx="121959" cy="256100"/>
            </a:xfrm>
            <a:custGeom>
              <a:avLst/>
              <a:gdLst/>
              <a:ahLst/>
              <a:cxnLst/>
              <a:rect l="l" t="t" r="r" b="b"/>
              <a:pathLst>
                <a:path w="921" h="1934" extrusionOk="0">
                  <a:moveTo>
                    <a:pt x="571" y="1"/>
                  </a:moveTo>
                  <a:cubicBezTo>
                    <a:pt x="433" y="1"/>
                    <a:pt x="299" y="89"/>
                    <a:pt x="299" y="267"/>
                  </a:cubicBezTo>
                  <a:cubicBezTo>
                    <a:pt x="388" y="666"/>
                    <a:pt x="299" y="1110"/>
                    <a:pt x="122" y="1509"/>
                  </a:cubicBezTo>
                  <a:cubicBezTo>
                    <a:pt x="1" y="1721"/>
                    <a:pt x="190" y="1934"/>
                    <a:pt x="379" y="1934"/>
                  </a:cubicBezTo>
                  <a:cubicBezTo>
                    <a:pt x="466" y="1934"/>
                    <a:pt x="554" y="1888"/>
                    <a:pt x="610" y="1775"/>
                  </a:cubicBezTo>
                  <a:cubicBezTo>
                    <a:pt x="832" y="1332"/>
                    <a:pt x="921" y="799"/>
                    <a:pt x="876" y="267"/>
                  </a:cubicBezTo>
                  <a:cubicBezTo>
                    <a:pt x="854" y="89"/>
                    <a:pt x="710" y="1"/>
                    <a:pt x="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40"/>
            <p:cNvSpPr/>
            <p:nvPr/>
          </p:nvSpPr>
          <p:spPr>
            <a:xfrm>
              <a:off x="6658973" y="2916340"/>
              <a:ext cx="161685" cy="149237"/>
            </a:xfrm>
            <a:custGeom>
              <a:avLst/>
              <a:gdLst/>
              <a:ahLst/>
              <a:cxnLst/>
              <a:rect l="l" t="t" r="r" b="b"/>
              <a:pathLst>
                <a:path w="1221" h="1127" extrusionOk="0">
                  <a:moveTo>
                    <a:pt x="363" y="0"/>
                  </a:moveTo>
                  <a:cubicBezTo>
                    <a:pt x="135" y="0"/>
                    <a:pt x="0" y="362"/>
                    <a:pt x="256" y="545"/>
                  </a:cubicBezTo>
                  <a:cubicBezTo>
                    <a:pt x="389" y="634"/>
                    <a:pt x="522" y="811"/>
                    <a:pt x="610" y="988"/>
                  </a:cubicBezTo>
                  <a:cubicBezTo>
                    <a:pt x="666" y="1086"/>
                    <a:pt x="753" y="1127"/>
                    <a:pt x="840" y="1127"/>
                  </a:cubicBezTo>
                  <a:cubicBezTo>
                    <a:pt x="1029" y="1127"/>
                    <a:pt x="1220" y="935"/>
                    <a:pt x="1098" y="722"/>
                  </a:cubicBezTo>
                  <a:cubicBezTo>
                    <a:pt x="965" y="456"/>
                    <a:pt x="744" y="234"/>
                    <a:pt x="522" y="57"/>
                  </a:cubicBezTo>
                  <a:cubicBezTo>
                    <a:pt x="466" y="17"/>
                    <a:pt x="413" y="0"/>
                    <a:pt x="3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40"/>
            <p:cNvSpPr/>
            <p:nvPr/>
          </p:nvSpPr>
          <p:spPr>
            <a:xfrm>
              <a:off x="6740279" y="2826427"/>
              <a:ext cx="111498" cy="80379"/>
            </a:xfrm>
            <a:custGeom>
              <a:avLst/>
              <a:gdLst/>
              <a:ahLst/>
              <a:cxnLst/>
              <a:rect l="l" t="t" r="r" b="b"/>
              <a:pathLst>
                <a:path w="842" h="607" extrusionOk="0">
                  <a:moveTo>
                    <a:pt x="391" y="0"/>
                  </a:moveTo>
                  <a:cubicBezTo>
                    <a:pt x="179" y="0"/>
                    <a:pt x="1" y="262"/>
                    <a:pt x="174" y="470"/>
                  </a:cubicBezTo>
                  <a:cubicBezTo>
                    <a:pt x="218" y="470"/>
                    <a:pt x="218" y="514"/>
                    <a:pt x="263" y="558"/>
                  </a:cubicBezTo>
                  <a:cubicBezTo>
                    <a:pt x="313" y="592"/>
                    <a:pt x="366" y="606"/>
                    <a:pt x="419" y="606"/>
                  </a:cubicBezTo>
                  <a:cubicBezTo>
                    <a:pt x="642" y="606"/>
                    <a:pt x="842" y="339"/>
                    <a:pt x="662" y="159"/>
                  </a:cubicBezTo>
                  <a:lnTo>
                    <a:pt x="573" y="70"/>
                  </a:lnTo>
                  <a:cubicBezTo>
                    <a:pt x="515" y="21"/>
                    <a:pt x="452" y="0"/>
                    <a:pt x="3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40"/>
            <p:cNvSpPr/>
            <p:nvPr/>
          </p:nvSpPr>
          <p:spPr>
            <a:xfrm>
              <a:off x="6459284" y="2158368"/>
              <a:ext cx="237164" cy="183799"/>
            </a:xfrm>
            <a:custGeom>
              <a:avLst/>
              <a:gdLst/>
              <a:ahLst/>
              <a:cxnLst/>
              <a:rect l="l" t="t" r="r" b="b"/>
              <a:pathLst>
                <a:path w="1791" h="1388" extrusionOk="0">
                  <a:moveTo>
                    <a:pt x="386" y="1"/>
                  </a:moveTo>
                  <a:cubicBezTo>
                    <a:pt x="134" y="1"/>
                    <a:pt x="0" y="355"/>
                    <a:pt x="255" y="501"/>
                  </a:cubicBezTo>
                  <a:cubicBezTo>
                    <a:pt x="610" y="723"/>
                    <a:pt x="921" y="989"/>
                    <a:pt x="1187" y="1300"/>
                  </a:cubicBezTo>
                  <a:cubicBezTo>
                    <a:pt x="1249" y="1361"/>
                    <a:pt x="1318" y="1387"/>
                    <a:pt x="1384" y="1387"/>
                  </a:cubicBezTo>
                  <a:cubicBezTo>
                    <a:pt x="1603" y="1387"/>
                    <a:pt x="1790" y="1105"/>
                    <a:pt x="1586" y="900"/>
                  </a:cubicBezTo>
                  <a:cubicBezTo>
                    <a:pt x="1320" y="545"/>
                    <a:pt x="965" y="235"/>
                    <a:pt x="566" y="57"/>
                  </a:cubicBezTo>
                  <a:cubicBezTo>
                    <a:pt x="502" y="17"/>
                    <a:pt x="441" y="1"/>
                    <a:pt x="3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40"/>
            <p:cNvSpPr/>
            <p:nvPr/>
          </p:nvSpPr>
          <p:spPr>
            <a:xfrm>
              <a:off x="6545224" y="2074546"/>
              <a:ext cx="141425" cy="90708"/>
            </a:xfrm>
            <a:custGeom>
              <a:avLst/>
              <a:gdLst/>
              <a:ahLst/>
              <a:cxnLst/>
              <a:rect l="l" t="t" r="r" b="b"/>
              <a:pathLst>
                <a:path w="1068" h="685" extrusionOk="0">
                  <a:moveTo>
                    <a:pt x="422" y="0"/>
                  </a:moveTo>
                  <a:cubicBezTo>
                    <a:pt x="169" y="0"/>
                    <a:pt x="0" y="358"/>
                    <a:pt x="272" y="513"/>
                  </a:cubicBezTo>
                  <a:lnTo>
                    <a:pt x="538" y="646"/>
                  </a:lnTo>
                  <a:cubicBezTo>
                    <a:pt x="584" y="672"/>
                    <a:pt x="630" y="684"/>
                    <a:pt x="673" y="684"/>
                  </a:cubicBezTo>
                  <a:cubicBezTo>
                    <a:pt x="915" y="684"/>
                    <a:pt x="1068" y="309"/>
                    <a:pt x="804" y="158"/>
                  </a:cubicBezTo>
                  <a:lnTo>
                    <a:pt x="538" y="25"/>
                  </a:lnTo>
                  <a:cubicBezTo>
                    <a:pt x="498" y="8"/>
                    <a:pt x="459" y="0"/>
                    <a:pt x="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40"/>
            <p:cNvSpPr/>
            <p:nvPr/>
          </p:nvSpPr>
          <p:spPr>
            <a:xfrm>
              <a:off x="5817312" y="4171814"/>
              <a:ext cx="369717" cy="191479"/>
            </a:xfrm>
            <a:custGeom>
              <a:avLst/>
              <a:gdLst/>
              <a:ahLst/>
              <a:cxnLst/>
              <a:rect l="l" t="t" r="r" b="b"/>
              <a:pathLst>
                <a:path w="2792" h="1446" extrusionOk="0">
                  <a:moveTo>
                    <a:pt x="2383" y="1"/>
                  </a:moveTo>
                  <a:cubicBezTo>
                    <a:pt x="2325" y="1"/>
                    <a:pt x="2268" y="22"/>
                    <a:pt x="2219" y="70"/>
                  </a:cubicBezTo>
                  <a:cubicBezTo>
                    <a:pt x="1762" y="569"/>
                    <a:pt x="1149" y="873"/>
                    <a:pt x="490" y="873"/>
                  </a:cubicBezTo>
                  <a:cubicBezTo>
                    <a:pt x="445" y="873"/>
                    <a:pt x="401" y="872"/>
                    <a:pt x="356" y="869"/>
                  </a:cubicBezTo>
                  <a:cubicBezTo>
                    <a:pt x="1" y="869"/>
                    <a:pt x="1" y="1446"/>
                    <a:pt x="356" y="1446"/>
                  </a:cubicBezTo>
                  <a:cubicBezTo>
                    <a:pt x="1199" y="1446"/>
                    <a:pt x="2042" y="1091"/>
                    <a:pt x="2618" y="470"/>
                  </a:cubicBezTo>
                  <a:cubicBezTo>
                    <a:pt x="2791" y="262"/>
                    <a:pt x="2587" y="1"/>
                    <a:pt x="2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40"/>
            <p:cNvSpPr/>
            <p:nvPr/>
          </p:nvSpPr>
          <p:spPr>
            <a:xfrm>
              <a:off x="5766065" y="4157248"/>
              <a:ext cx="190552" cy="83027"/>
            </a:xfrm>
            <a:custGeom>
              <a:avLst/>
              <a:gdLst/>
              <a:ahLst/>
              <a:cxnLst/>
              <a:rect l="l" t="t" r="r" b="b"/>
              <a:pathLst>
                <a:path w="1439" h="627" extrusionOk="0">
                  <a:moveTo>
                    <a:pt x="962" y="0"/>
                  </a:moveTo>
                  <a:cubicBezTo>
                    <a:pt x="948" y="0"/>
                    <a:pt x="934" y="1"/>
                    <a:pt x="920" y="3"/>
                  </a:cubicBezTo>
                  <a:lnTo>
                    <a:pt x="299" y="92"/>
                  </a:lnTo>
                  <a:cubicBezTo>
                    <a:pt x="1" y="134"/>
                    <a:pt x="112" y="627"/>
                    <a:pt x="435" y="627"/>
                  </a:cubicBezTo>
                  <a:cubicBezTo>
                    <a:pt x="448" y="627"/>
                    <a:pt x="462" y="626"/>
                    <a:pt x="476" y="624"/>
                  </a:cubicBezTo>
                  <a:lnTo>
                    <a:pt x="1098" y="535"/>
                  </a:lnTo>
                  <a:cubicBezTo>
                    <a:pt x="1438" y="493"/>
                    <a:pt x="1288" y="0"/>
                    <a:pt x="9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40"/>
            <p:cNvSpPr/>
            <p:nvPr/>
          </p:nvSpPr>
          <p:spPr>
            <a:xfrm>
              <a:off x="5940727" y="4081238"/>
              <a:ext cx="111762" cy="76539"/>
            </a:xfrm>
            <a:custGeom>
              <a:avLst/>
              <a:gdLst/>
              <a:ahLst/>
              <a:cxnLst/>
              <a:rect l="l" t="t" r="r" b="b"/>
              <a:pathLst>
                <a:path w="844" h="578" extrusionOk="0">
                  <a:moveTo>
                    <a:pt x="400" y="0"/>
                  </a:moveTo>
                  <a:cubicBezTo>
                    <a:pt x="0" y="0"/>
                    <a:pt x="0" y="577"/>
                    <a:pt x="400" y="577"/>
                  </a:cubicBezTo>
                  <a:lnTo>
                    <a:pt x="444" y="577"/>
                  </a:lnTo>
                  <a:cubicBezTo>
                    <a:pt x="843" y="577"/>
                    <a:pt x="843" y="0"/>
                    <a:pt x="4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40"/>
            <p:cNvSpPr/>
            <p:nvPr/>
          </p:nvSpPr>
          <p:spPr>
            <a:xfrm>
              <a:off x="6024416" y="4009070"/>
              <a:ext cx="139173" cy="103288"/>
            </a:xfrm>
            <a:custGeom>
              <a:avLst/>
              <a:gdLst/>
              <a:ahLst/>
              <a:cxnLst/>
              <a:rect l="l" t="t" r="r" b="b"/>
              <a:pathLst>
                <a:path w="1051" h="780" extrusionOk="0">
                  <a:moveTo>
                    <a:pt x="707" y="0"/>
                  </a:moveTo>
                  <a:cubicBezTo>
                    <a:pt x="662" y="0"/>
                    <a:pt x="614" y="17"/>
                    <a:pt x="566" y="57"/>
                  </a:cubicBezTo>
                  <a:lnTo>
                    <a:pt x="256" y="235"/>
                  </a:lnTo>
                  <a:cubicBezTo>
                    <a:pt x="0" y="417"/>
                    <a:pt x="135" y="779"/>
                    <a:pt x="388" y="779"/>
                  </a:cubicBezTo>
                  <a:cubicBezTo>
                    <a:pt x="443" y="779"/>
                    <a:pt x="503" y="762"/>
                    <a:pt x="566" y="723"/>
                  </a:cubicBezTo>
                  <a:lnTo>
                    <a:pt x="833" y="501"/>
                  </a:lnTo>
                  <a:cubicBezTo>
                    <a:pt x="1051" y="355"/>
                    <a:pt x="911" y="0"/>
                    <a:pt x="7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40"/>
            <p:cNvSpPr/>
            <p:nvPr/>
          </p:nvSpPr>
          <p:spPr>
            <a:xfrm>
              <a:off x="6218279" y="4045485"/>
              <a:ext cx="174927" cy="314100"/>
            </a:xfrm>
            <a:custGeom>
              <a:avLst/>
              <a:gdLst/>
              <a:ahLst/>
              <a:cxnLst/>
              <a:rect l="l" t="t" r="r" b="b"/>
              <a:pathLst>
                <a:path w="1321" h="2372" extrusionOk="0">
                  <a:moveTo>
                    <a:pt x="385" y="0"/>
                  </a:moveTo>
                  <a:cubicBezTo>
                    <a:pt x="195" y="0"/>
                    <a:pt x="0" y="203"/>
                    <a:pt x="123" y="448"/>
                  </a:cubicBezTo>
                  <a:cubicBezTo>
                    <a:pt x="433" y="936"/>
                    <a:pt x="655" y="1557"/>
                    <a:pt x="744" y="2178"/>
                  </a:cubicBezTo>
                  <a:cubicBezTo>
                    <a:pt x="761" y="2314"/>
                    <a:pt x="849" y="2372"/>
                    <a:pt x="952" y="2372"/>
                  </a:cubicBezTo>
                  <a:cubicBezTo>
                    <a:pt x="1117" y="2372"/>
                    <a:pt x="1321" y="2220"/>
                    <a:pt x="1321" y="2001"/>
                  </a:cubicBezTo>
                  <a:cubicBezTo>
                    <a:pt x="1188" y="1335"/>
                    <a:pt x="966" y="714"/>
                    <a:pt x="611" y="137"/>
                  </a:cubicBezTo>
                  <a:cubicBezTo>
                    <a:pt x="556" y="41"/>
                    <a:pt x="471" y="0"/>
                    <a:pt x="3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40"/>
            <p:cNvSpPr/>
            <p:nvPr/>
          </p:nvSpPr>
          <p:spPr>
            <a:xfrm>
              <a:off x="6338914" y="3984704"/>
              <a:ext cx="115603" cy="122621"/>
            </a:xfrm>
            <a:custGeom>
              <a:avLst/>
              <a:gdLst/>
              <a:ahLst/>
              <a:cxnLst/>
              <a:rect l="l" t="t" r="r" b="b"/>
              <a:pathLst>
                <a:path w="873" h="926" extrusionOk="0">
                  <a:moveTo>
                    <a:pt x="354" y="1"/>
                  </a:moveTo>
                  <a:cubicBezTo>
                    <a:pt x="177" y="1"/>
                    <a:pt x="1" y="141"/>
                    <a:pt x="55" y="330"/>
                  </a:cubicBezTo>
                  <a:lnTo>
                    <a:pt x="232" y="729"/>
                  </a:lnTo>
                  <a:cubicBezTo>
                    <a:pt x="302" y="868"/>
                    <a:pt x="425" y="925"/>
                    <a:pt x="539" y="925"/>
                  </a:cubicBezTo>
                  <a:cubicBezTo>
                    <a:pt x="717" y="925"/>
                    <a:pt x="873" y="785"/>
                    <a:pt x="765" y="596"/>
                  </a:cubicBezTo>
                  <a:lnTo>
                    <a:pt x="632" y="197"/>
                  </a:lnTo>
                  <a:cubicBezTo>
                    <a:pt x="580" y="58"/>
                    <a:pt x="467" y="1"/>
                    <a:pt x="3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40"/>
            <p:cNvSpPr/>
            <p:nvPr/>
          </p:nvSpPr>
          <p:spPr>
            <a:xfrm>
              <a:off x="6401416" y="4140033"/>
              <a:ext cx="108717" cy="79849"/>
            </a:xfrm>
            <a:custGeom>
              <a:avLst/>
              <a:gdLst/>
              <a:ahLst/>
              <a:cxnLst/>
              <a:rect l="l" t="t" r="r" b="b"/>
              <a:pathLst>
                <a:path w="821" h="603" extrusionOk="0">
                  <a:moveTo>
                    <a:pt x="384" y="0"/>
                  </a:moveTo>
                  <a:cubicBezTo>
                    <a:pt x="186" y="0"/>
                    <a:pt x="0" y="274"/>
                    <a:pt x="204" y="444"/>
                  </a:cubicBezTo>
                  <a:lnTo>
                    <a:pt x="248" y="532"/>
                  </a:lnTo>
                  <a:cubicBezTo>
                    <a:pt x="307" y="581"/>
                    <a:pt x="370" y="602"/>
                    <a:pt x="430" y="602"/>
                  </a:cubicBezTo>
                  <a:cubicBezTo>
                    <a:pt x="643" y="602"/>
                    <a:pt x="821" y="341"/>
                    <a:pt x="648" y="133"/>
                  </a:cubicBezTo>
                  <a:lnTo>
                    <a:pt x="559" y="89"/>
                  </a:lnTo>
                  <a:cubicBezTo>
                    <a:pt x="507" y="26"/>
                    <a:pt x="445" y="0"/>
                    <a:pt x="3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40"/>
            <p:cNvSpPr/>
            <p:nvPr/>
          </p:nvSpPr>
          <p:spPr>
            <a:xfrm>
              <a:off x="6157366" y="2759819"/>
              <a:ext cx="140365" cy="158904"/>
            </a:xfrm>
            <a:custGeom>
              <a:avLst/>
              <a:gdLst/>
              <a:ahLst/>
              <a:cxnLst/>
              <a:rect l="l" t="t" r="r" b="b"/>
              <a:pathLst>
                <a:path w="1060" h="1200" extrusionOk="0">
                  <a:moveTo>
                    <a:pt x="380" y="1"/>
                  </a:moveTo>
                  <a:cubicBezTo>
                    <a:pt x="195" y="1"/>
                    <a:pt x="1" y="221"/>
                    <a:pt x="95" y="440"/>
                  </a:cubicBezTo>
                  <a:lnTo>
                    <a:pt x="450" y="1061"/>
                  </a:lnTo>
                  <a:cubicBezTo>
                    <a:pt x="520" y="1159"/>
                    <a:pt x="611" y="1200"/>
                    <a:pt x="699" y="1200"/>
                  </a:cubicBezTo>
                  <a:cubicBezTo>
                    <a:pt x="889" y="1200"/>
                    <a:pt x="1059" y="1008"/>
                    <a:pt x="938" y="795"/>
                  </a:cubicBezTo>
                  <a:cubicBezTo>
                    <a:pt x="805" y="573"/>
                    <a:pt x="716" y="351"/>
                    <a:pt x="583" y="130"/>
                  </a:cubicBezTo>
                  <a:cubicBezTo>
                    <a:pt x="531" y="39"/>
                    <a:pt x="456" y="1"/>
                    <a:pt x="3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40"/>
            <p:cNvSpPr/>
            <p:nvPr/>
          </p:nvSpPr>
          <p:spPr>
            <a:xfrm>
              <a:off x="6353348" y="2766838"/>
              <a:ext cx="99977" cy="112160"/>
            </a:xfrm>
            <a:custGeom>
              <a:avLst/>
              <a:gdLst/>
              <a:ahLst/>
              <a:cxnLst/>
              <a:rect l="l" t="t" r="r" b="b"/>
              <a:pathLst>
                <a:path w="755" h="847" extrusionOk="0">
                  <a:moveTo>
                    <a:pt x="339" y="1"/>
                  </a:moveTo>
                  <a:cubicBezTo>
                    <a:pt x="169" y="1"/>
                    <a:pt x="0" y="133"/>
                    <a:pt x="79" y="343"/>
                  </a:cubicBezTo>
                  <a:cubicBezTo>
                    <a:pt x="79" y="476"/>
                    <a:pt x="123" y="565"/>
                    <a:pt x="123" y="653"/>
                  </a:cubicBezTo>
                  <a:cubicBezTo>
                    <a:pt x="157" y="789"/>
                    <a:pt x="262" y="847"/>
                    <a:pt x="374" y="847"/>
                  </a:cubicBezTo>
                  <a:cubicBezTo>
                    <a:pt x="556" y="847"/>
                    <a:pt x="755" y="695"/>
                    <a:pt x="700" y="476"/>
                  </a:cubicBezTo>
                  <a:cubicBezTo>
                    <a:pt x="700" y="387"/>
                    <a:pt x="656" y="298"/>
                    <a:pt x="611" y="210"/>
                  </a:cubicBezTo>
                  <a:cubicBezTo>
                    <a:pt x="575" y="64"/>
                    <a:pt x="457" y="1"/>
                    <a:pt x="3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40"/>
            <p:cNvSpPr/>
            <p:nvPr/>
          </p:nvSpPr>
          <p:spPr>
            <a:xfrm>
              <a:off x="6488549" y="3575394"/>
              <a:ext cx="134274" cy="120899"/>
            </a:xfrm>
            <a:custGeom>
              <a:avLst/>
              <a:gdLst/>
              <a:ahLst/>
              <a:cxnLst/>
              <a:rect l="l" t="t" r="r" b="b"/>
              <a:pathLst>
                <a:path w="1014" h="913" extrusionOk="0">
                  <a:moveTo>
                    <a:pt x="630" y="1"/>
                  </a:moveTo>
                  <a:cubicBezTo>
                    <a:pt x="550" y="1"/>
                    <a:pt x="475" y="41"/>
                    <a:pt x="433" y="138"/>
                  </a:cubicBezTo>
                  <a:cubicBezTo>
                    <a:pt x="389" y="271"/>
                    <a:pt x="300" y="360"/>
                    <a:pt x="211" y="448"/>
                  </a:cubicBezTo>
                  <a:cubicBezTo>
                    <a:pt x="0" y="624"/>
                    <a:pt x="208" y="913"/>
                    <a:pt x="436" y="913"/>
                  </a:cubicBezTo>
                  <a:cubicBezTo>
                    <a:pt x="496" y="913"/>
                    <a:pt x="556" y="893"/>
                    <a:pt x="611" y="848"/>
                  </a:cubicBezTo>
                  <a:cubicBezTo>
                    <a:pt x="744" y="759"/>
                    <a:pt x="877" y="581"/>
                    <a:pt x="921" y="448"/>
                  </a:cubicBezTo>
                  <a:cubicBezTo>
                    <a:pt x="1013" y="203"/>
                    <a:pt x="809" y="1"/>
                    <a:pt x="6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40"/>
            <p:cNvSpPr/>
            <p:nvPr/>
          </p:nvSpPr>
          <p:spPr>
            <a:xfrm>
              <a:off x="6610507" y="3694969"/>
              <a:ext cx="76539" cy="92562"/>
            </a:xfrm>
            <a:custGeom>
              <a:avLst/>
              <a:gdLst/>
              <a:ahLst/>
              <a:cxnLst/>
              <a:rect l="l" t="t" r="r" b="b"/>
              <a:pathLst>
                <a:path w="578" h="699" extrusionOk="0">
                  <a:moveTo>
                    <a:pt x="289" y="0"/>
                  </a:moveTo>
                  <a:cubicBezTo>
                    <a:pt x="145" y="0"/>
                    <a:pt x="0" y="100"/>
                    <a:pt x="0" y="300"/>
                  </a:cubicBezTo>
                  <a:lnTo>
                    <a:pt x="0" y="433"/>
                  </a:lnTo>
                  <a:cubicBezTo>
                    <a:pt x="0" y="610"/>
                    <a:pt x="145" y="699"/>
                    <a:pt x="289" y="699"/>
                  </a:cubicBezTo>
                  <a:cubicBezTo>
                    <a:pt x="433" y="699"/>
                    <a:pt x="577" y="610"/>
                    <a:pt x="577" y="433"/>
                  </a:cubicBezTo>
                  <a:lnTo>
                    <a:pt x="577" y="300"/>
                  </a:lnTo>
                  <a:cubicBezTo>
                    <a:pt x="577" y="100"/>
                    <a:pt x="433" y="0"/>
                    <a:pt x="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40"/>
            <p:cNvSpPr/>
            <p:nvPr/>
          </p:nvSpPr>
          <p:spPr>
            <a:xfrm>
              <a:off x="5287234" y="4304896"/>
              <a:ext cx="258484" cy="295032"/>
            </a:xfrm>
            <a:custGeom>
              <a:avLst/>
              <a:gdLst/>
              <a:ahLst/>
              <a:cxnLst/>
              <a:rect l="l" t="t" r="r" b="b"/>
              <a:pathLst>
                <a:path w="1952" h="2228" extrusionOk="0">
                  <a:moveTo>
                    <a:pt x="346" y="1"/>
                  </a:moveTo>
                  <a:cubicBezTo>
                    <a:pt x="179" y="1"/>
                    <a:pt x="1" y="135"/>
                    <a:pt x="55" y="352"/>
                  </a:cubicBezTo>
                  <a:cubicBezTo>
                    <a:pt x="277" y="1106"/>
                    <a:pt x="765" y="1728"/>
                    <a:pt x="1430" y="2171"/>
                  </a:cubicBezTo>
                  <a:cubicBezTo>
                    <a:pt x="1486" y="2211"/>
                    <a:pt x="1540" y="2228"/>
                    <a:pt x="1589" y="2228"/>
                  </a:cubicBezTo>
                  <a:cubicBezTo>
                    <a:pt x="1817" y="2228"/>
                    <a:pt x="1952" y="1866"/>
                    <a:pt x="1697" y="1683"/>
                  </a:cubicBezTo>
                  <a:cubicBezTo>
                    <a:pt x="1164" y="1328"/>
                    <a:pt x="809" y="796"/>
                    <a:pt x="587" y="175"/>
                  </a:cubicBezTo>
                  <a:cubicBezTo>
                    <a:pt x="553" y="54"/>
                    <a:pt x="452" y="1"/>
                    <a:pt x="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40"/>
            <p:cNvSpPr/>
            <p:nvPr/>
          </p:nvSpPr>
          <p:spPr>
            <a:xfrm>
              <a:off x="5558828" y="4576224"/>
              <a:ext cx="76539" cy="80909"/>
            </a:xfrm>
            <a:custGeom>
              <a:avLst/>
              <a:gdLst/>
              <a:ahLst/>
              <a:cxnLst/>
              <a:rect l="l" t="t" r="r" b="b"/>
              <a:pathLst>
                <a:path w="578" h="611" extrusionOk="0">
                  <a:moveTo>
                    <a:pt x="289" y="0"/>
                  </a:moveTo>
                  <a:cubicBezTo>
                    <a:pt x="145" y="0"/>
                    <a:pt x="0" y="100"/>
                    <a:pt x="0" y="300"/>
                  </a:cubicBezTo>
                  <a:lnTo>
                    <a:pt x="0" y="344"/>
                  </a:lnTo>
                  <a:cubicBezTo>
                    <a:pt x="0" y="522"/>
                    <a:pt x="145" y="610"/>
                    <a:pt x="289" y="610"/>
                  </a:cubicBezTo>
                  <a:cubicBezTo>
                    <a:pt x="433" y="610"/>
                    <a:pt x="577" y="522"/>
                    <a:pt x="577" y="344"/>
                  </a:cubicBezTo>
                  <a:lnTo>
                    <a:pt x="577" y="300"/>
                  </a:lnTo>
                  <a:cubicBezTo>
                    <a:pt x="577" y="100"/>
                    <a:pt x="433" y="0"/>
                    <a:pt x="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40"/>
            <p:cNvSpPr/>
            <p:nvPr/>
          </p:nvSpPr>
          <p:spPr>
            <a:xfrm>
              <a:off x="5364568" y="4262786"/>
              <a:ext cx="293972" cy="270137"/>
            </a:xfrm>
            <a:custGeom>
              <a:avLst/>
              <a:gdLst/>
              <a:ahLst/>
              <a:cxnLst/>
              <a:rect l="l" t="t" r="r" b="b"/>
              <a:pathLst>
                <a:path w="2220" h="2040" extrusionOk="0">
                  <a:moveTo>
                    <a:pt x="364" y="1"/>
                  </a:moveTo>
                  <a:cubicBezTo>
                    <a:pt x="183" y="1"/>
                    <a:pt x="0" y="203"/>
                    <a:pt x="92" y="448"/>
                  </a:cubicBezTo>
                  <a:cubicBezTo>
                    <a:pt x="403" y="1114"/>
                    <a:pt x="979" y="1691"/>
                    <a:pt x="1689" y="2001"/>
                  </a:cubicBezTo>
                  <a:cubicBezTo>
                    <a:pt x="1736" y="2028"/>
                    <a:pt x="1782" y="2040"/>
                    <a:pt x="1825" y="2040"/>
                  </a:cubicBezTo>
                  <a:cubicBezTo>
                    <a:pt x="2067" y="2040"/>
                    <a:pt x="2219" y="1671"/>
                    <a:pt x="1956" y="1558"/>
                  </a:cubicBezTo>
                  <a:cubicBezTo>
                    <a:pt x="1334" y="1247"/>
                    <a:pt x="846" y="759"/>
                    <a:pt x="580" y="138"/>
                  </a:cubicBezTo>
                  <a:cubicBezTo>
                    <a:pt x="525" y="42"/>
                    <a:pt x="445" y="1"/>
                    <a:pt x="3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40"/>
            <p:cNvSpPr/>
            <p:nvPr/>
          </p:nvSpPr>
          <p:spPr>
            <a:xfrm>
              <a:off x="5471828" y="4240672"/>
              <a:ext cx="127918" cy="80776"/>
            </a:xfrm>
            <a:custGeom>
              <a:avLst/>
              <a:gdLst/>
              <a:ahLst/>
              <a:cxnLst/>
              <a:rect l="l" t="t" r="r" b="b"/>
              <a:pathLst>
                <a:path w="966" h="610" extrusionOk="0">
                  <a:moveTo>
                    <a:pt x="417" y="0"/>
                  </a:moveTo>
                  <a:cubicBezTo>
                    <a:pt x="148" y="0"/>
                    <a:pt x="1" y="376"/>
                    <a:pt x="303" y="527"/>
                  </a:cubicBezTo>
                  <a:lnTo>
                    <a:pt x="436" y="571"/>
                  </a:lnTo>
                  <a:cubicBezTo>
                    <a:pt x="482" y="598"/>
                    <a:pt x="528" y="609"/>
                    <a:pt x="570" y="609"/>
                  </a:cubicBezTo>
                  <a:cubicBezTo>
                    <a:pt x="813" y="609"/>
                    <a:pt x="966" y="234"/>
                    <a:pt x="702" y="83"/>
                  </a:cubicBezTo>
                  <a:lnTo>
                    <a:pt x="569" y="39"/>
                  </a:lnTo>
                  <a:cubicBezTo>
                    <a:pt x="516" y="12"/>
                    <a:pt x="464" y="0"/>
                    <a:pt x="4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" name="Google Shape;1625;p40">
            <a:extLst>
              <a:ext uri="{FF2B5EF4-FFF2-40B4-BE49-F238E27FC236}">
                <a16:creationId xmlns:a16="http://schemas.microsoft.com/office/drawing/2014/main" id="{69D49660-19E7-EF65-D6CD-1E7AC426FE45}"/>
              </a:ext>
            </a:extLst>
          </p:cNvPr>
          <p:cNvSpPr txBox="1">
            <a:spLocks/>
          </p:cNvSpPr>
          <p:nvPr/>
        </p:nvSpPr>
        <p:spPr>
          <a:xfrm>
            <a:off x="595991" y="1126710"/>
            <a:ext cx="3498274" cy="222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ru-RU" dirty="0">
                <a:solidFill>
                  <a:schemeClr val="accent2"/>
                </a:solidFill>
              </a:rPr>
              <a:t>Игрок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accent2"/>
                </a:solidFill>
              </a:rPr>
              <a:t>Стрелок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accent2"/>
                </a:solidFill>
              </a:rPr>
              <a:t>«Танк»</a:t>
            </a:r>
          </a:p>
        </p:txBody>
      </p:sp>
      <p:sp>
        <p:nvSpPr>
          <p:cNvPr id="28" name="Google Shape;1625;p40">
            <a:extLst>
              <a:ext uri="{FF2B5EF4-FFF2-40B4-BE49-F238E27FC236}">
                <a16:creationId xmlns:a16="http://schemas.microsoft.com/office/drawing/2014/main" id="{01F114D6-1D71-7951-23E9-5172F86164A0}"/>
              </a:ext>
            </a:extLst>
          </p:cNvPr>
          <p:cNvSpPr txBox="1">
            <a:spLocks/>
          </p:cNvSpPr>
          <p:nvPr/>
        </p:nvSpPr>
        <p:spPr>
          <a:xfrm>
            <a:off x="5049736" y="1126709"/>
            <a:ext cx="3498274" cy="255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ru-RU" dirty="0">
                <a:solidFill>
                  <a:schemeClr val="accent2"/>
                </a:solidFill>
              </a:rPr>
              <a:t>Противники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accent2"/>
                </a:solidFill>
              </a:rPr>
              <a:t>Босс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000" dirty="0" err="1">
                <a:solidFill>
                  <a:schemeClr val="accent2"/>
                </a:solidFill>
              </a:rPr>
              <a:t>Милишный</a:t>
            </a:r>
            <a:r>
              <a:rPr lang="ru-RU" sz="2000" dirty="0">
                <a:solidFill>
                  <a:schemeClr val="accent2"/>
                </a:solidFill>
              </a:rPr>
              <a:t> моб</a:t>
            </a:r>
          </a:p>
        </p:txBody>
      </p:sp>
      <p:sp>
        <p:nvSpPr>
          <p:cNvPr id="29" name="Google Shape;1625;p40">
            <a:extLst>
              <a:ext uri="{FF2B5EF4-FFF2-40B4-BE49-F238E27FC236}">
                <a16:creationId xmlns:a16="http://schemas.microsoft.com/office/drawing/2014/main" id="{7D5841FD-DCBF-BCB6-FEB3-0447E9171FAF}"/>
              </a:ext>
            </a:extLst>
          </p:cNvPr>
          <p:cNvSpPr txBox="1">
            <a:spLocks/>
          </p:cNvSpPr>
          <p:nvPr/>
        </p:nvSpPr>
        <p:spPr>
          <a:xfrm>
            <a:off x="2822864" y="2560647"/>
            <a:ext cx="3498274" cy="2264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ru-RU" dirty="0">
                <a:solidFill>
                  <a:schemeClr val="accent2"/>
                </a:solidFill>
              </a:rPr>
              <a:t>Окружение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accent2"/>
                </a:solidFill>
              </a:rPr>
              <a:t>Строения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accent2"/>
                </a:solidFill>
              </a:rPr>
              <a:t>Деревья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4">
          <a:extLst>
            <a:ext uri="{FF2B5EF4-FFF2-40B4-BE49-F238E27FC236}">
              <a16:creationId xmlns:a16="http://schemas.microsoft.com/office/drawing/2014/main" id="{8868CD7A-BC57-65C2-3FC9-7213974AB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40">
            <a:extLst>
              <a:ext uri="{FF2B5EF4-FFF2-40B4-BE49-F238E27FC236}">
                <a16:creationId xmlns:a16="http://schemas.microsoft.com/office/drawing/2014/main" id="{F48F40D2-C2B8-9642-780B-AEAFCF6FE2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accent2"/>
                </a:solidFill>
              </a:rPr>
              <a:t>Что получилось реализовать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638" name="Google Shape;1638;p40">
            <a:extLst>
              <a:ext uri="{FF2B5EF4-FFF2-40B4-BE49-F238E27FC236}">
                <a16:creationId xmlns:a16="http://schemas.microsoft.com/office/drawing/2014/main" id="{69E76A0A-5BDB-31B3-7593-439F18BF2FC7}"/>
              </a:ext>
            </a:extLst>
          </p:cNvPr>
          <p:cNvSpPr/>
          <p:nvPr/>
        </p:nvSpPr>
        <p:spPr>
          <a:xfrm rot="5998833">
            <a:off x="902659" y="3741903"/>
            <a:ext cx="643564" cy="613178"/>
          </a:xfrm>
          <a:custGeom>
            <a:avLst/>
            <a:gdLst/>
            <a:ahLst/>
            <a:cxnLst/>
            <a:rect l="l" t="t" r="r" b="b"/>
            <a:pathLst>
              <a:path w="30392" h="28957" extrusionOk="0">
                <a:moveTo>
                  <a:pt x="18733" y="1"/>
                </a:moveTo>
                <a:cubicBezTo>
                  <a:pt x="18672" y="1"/>
                  <a:pt x="18607" y="14"/>
                  <a:pt x="18546" y="45"/>
                </a:cubicBezTo>
                <a:cubicBezTo>
                  <a:pt x="13577" y="2263"/>
                  <a:pt x="9229" y="5680"/>
                  <a:pt x="5857" y="9939"/>
                </a:cubicBezTo>
                <a:cubicBezTo>
                  <a:pt x="4126" y="12069"/>
                  <a:pt x="2706" y="14376"/>
                  <a:pt x="1642" y="16905"/>
                </a:cubicBezTo>
                <a:cubicBezTo>
                  <a:pt x="621" y="19301"/>
                  <a:pt x="0" y="22229"/>
                  <a:pt x="1065" y="24713"/>
                </a:cubicBezTo>
                <a:cubicBezTo>
                  <a:pt x="2041" y="26888"/>
                  <a:pt x="4037" y="28396"/>
                  <a:pt x="6345" y="28795"/>
                </a:cubicBezTo>
                <a:cubicBezTo>
                  <a:pt x="6972" y="28903"/>
                  <a:pt x="7602" y="28956"/>
                  <a:pt x="8229" y="28956"/>
                </a:cubicBezTo>
                <a:cubicBezTo>
                  <a:pt x="10176" y="28956"/>
                  <a:pt x="12098" y="28448"/>
                  <a:pt x="13843" y="27509"/>
                </a:cubicBezTo>
                <a:cubicBezTo>
                  <a:pt x="16327" y="26133"/>
                  <a:pt x="18635" y="24403"/>
                  <a:pt x="20675" y="22451"/>
                </a:cubicBezTo>
                <a:cubicBezTo>
                  <a:pt x="22761" y="20632"/>
                  <a:pt x="24580" y="18591"/>
                  <a:pt x="26221" y="16328"/>
                </a:cubicBezTo>
                <a:cubicBezTo>
                  <a:pt x="27774" y="14198"/>
                  <a:pt x="28972" y="11847"/>
                  <a:pt x="29726" y="9318"/>
                </a:cubicBezTo>
                <a:cubicBezTo>
                  <a:pt x="30126" y="7987"/>
                  <a:pt x="30348" y="6656"/>
                  <a:pt x="30392" y="5280"/>
                </a:cubicBezTo>
                <a:cubicBezTo>
                  <a:pt x="30392" y="3905"/>
                  <a:pt x="29416" y="3284"/>
                  <a:pt x="28262" y="2796"/>
                </a:cubicBezTo>
                <a:cubicBezTo>
                  <a:pt x="27192" y="2369"/>
                  <a:pt x="26135" y="2181"/>
                  <a:pt x="25101" y="2181"/>
                </a:cubicBezTo>
                <a:cubicBezTo>
                  <a:pt x="20648" y="2181"/>
                  <a:pt x="16601" y="5672"/>
                  <a:pt x="13577" y="8697"/>
                </a:cubicBezTo>
                <a:cubicBezTo>
                  <a:pt x="11624" y="10649"/>
                  <a:pt x="9539" y="12690"/>
                  <a:pt x="8474" y="15263"/>
                </a:cubicBezTo>
                <a:cubicBezTo>
                  <a:pt x="7720" y="17038"/>
                  <a:pt x="6921" y="20720"/>
                  <a:pt x="9672" y="21164"/>
                </a:cubicBezTo>
                <a:cubicBezTo>
                  <a:pt x="9844" y="21192"/>
                  <a:pt x="10017" y="21204"/>
                  <a:pt x="10190" y="21204"/>
                </a:cubicBezTo>
                <a:cubicBezTo>
                  <a:pt x="11137" y="21204"/>
                  <a:pt x="12100" y="20829"/>
                  <a:pt x="13000" y="20454"/>
                </a:cubicBezTo>
                <a:cubicBezTo>
                  <a:pt x="14198" y="19966"/>
                  <a:pt x="15351" y="19345"/>
                  <a:pt x="16416" y="18635"/>
                </a:cubicBezTo>
                <a:cubicBezTo>
                  <a:pt x="18679" y="17171"/>
                  <a:pt x="20631" y="15352"/>
                  <a:pt x="22228" y="13222"/>
                </a:cubicBezTo>
                <a:cubicBezTo>
                  <a:pt x="22983" y="12157"/>
                  <a:pt x="23692" y="11048"/>
                  <a:pt x="24269" y="9895"/>
                </a:cubicBezTo>
                <a:cubicBezTo>
                  <a:pt x="24669" y="9096"/>
                  <a:pt x="25023" y="8031"/>
                  <a:pt x="24580" y="7188"/>
                </a:cubicBezTo>
                <a:cubicBezTo>
                  <a:pt x="24330" y="6746"/>
                  <a:pt x="23964" y="6596"/>
                  <a:pt x="23564" y="6596"/>
                </a:cubicBezTo>
                <a:cubicBezTo>
                  <a:pt x="23040" y="6596"/>
                  <a:pt x="22459" y="6854"/>
                  <a:pt x="22006" y="7055"/>
                </a:cubicBezTo>
                <a:cubicBezTo>
                  <a:pt x="20720" y="7587"/>
                  <a:pt x="19478" y="8253"/>
                  <a:pt x="18280" y="9007"/>
                </a:cubicBezTo>
                <a:cubicBezTo>
                  <a:pt x="17082" y="9806"/>
                  <a:pt x="15972" y="10649"/>
                  <a:pt x="14908" y="11581"/>
                </a:cubicBezTo>
                <a:cubicBezTo>
                  <a:pt x="14020" y="12424"/>
                  <a:pt x="12822" y="13400"/>
                  <a:pt x="12334" y="14598"/>
                </a:cubicBezTo>
                <a:cubicBezTo>
                  <a:pt x="11891" y="15751"/>
                  <a:pt x="12600" y="16505"/>
                  <a:pt x="13754" y="16638"/>
                </a:cubicBezTo>
                <a:cubicBezTo>
                  <a:pt x="13885" y="16649"/>
                  <a:pt x="14016" y="16654"/>
                  <a:pt x="14147" y="16654"/>
                </a:cubicBezTo>
                <a:cubicBezTo>
                  <a:pt x="16264" y="16654"/>
                  <a:pt x="18237" y="15317"/>
                  <a:pt x="18989" y="13311"/>
                </a:cubicBezTo>
                <a:cubicBezTo>
                  <a:pt x="19060" y="13077"/>
                  <a:pt x="18895" y="12966"/>
                  <a:pt x="18704" y="12966"/>
                </a:cubicBezTo>
                <a:cubicBezTo>
                  <a:pt x="18534" y="12966"/>
                  <a:pt x="18342" y="13055"/>
                  <a:pt x="18280" y="13222"/>
                </a:cubicBezTo>
                <a:cubicBezTo>
                  <a:pt x="17925" y="14287"/>
                  <a:pt x="17126" y="15174"/>
                  <a:pt x="16106" y="15662"/>
                </a:cubicBezTo>
                <a:cubicBezTo>
                  <a:pt x="15724" y="15853"/>
                  <a:pt x="14938" y="16074"/>
                  <a:pt x="14244" y="16074"/>
                </a:cubicBezTo>
                <a:cubicBezTo>
                  <a:pt x="13486" y="16074"/>
                  <a:pt x="12840" y="15810"/>
                  <a:pt x="12955" y="14953"/>
                </a:cubicBezTo>
                <a:cubicBezTo>
                  <a:pt x="13133" y="14376"/>
                  <a:pt x="13443" y="13799"/>
                  <a:pt x="13932" y="13400"/>
                </a:cubicBezTo>
                <a:cubicBezTo>
                  <a:pt x="14420" y="12912"/>
                  <a:pt x="14908" y="12379"/>
                  <a:pt x="15440" y="11935"/>
                </a:cubicBezTo>
                <a:cubicBezTo>
                  <a:pt x="16327" y="11092"/>
                  <a:pt x="17303" y="10338"/>
                  <a:pt x="18324" y="9673"/>
                </a:cubicBezTo>
                <a:cubicBezTo>
                  <a:pt x="19344" y="8963"/>
                  <a:pt x="20409" y="8386"/>
                  <a:pt x="21518" y="7854"/>
                </a:cubicBezTo>
                <a:cubicBezTo>
                  <a:pt x="22051" y="7543"/>
                  <a:pt x="22583" y="7277"/>
                  <a:pt x="23160" y="7144"/>
                </a:cubicBezTo>
                <a:cubicBezTo>
                  <a:pt x="23199" y="7139"/>
                  <a:pt x="23236" y="7137"/>
                  <a:pt x="23272" y="7137"/>
                </a:cubicBezTo>
                <a:cubicBezTo>
                  <a:pt x="23928" y="7137"/>
                  <a:pt x="24045" y="7881"/>
                  <a:pt x="24003" y="8386"/>
                </a:cubicBezTo>
                <a:cubicBezTo>
                  <a:pt x="23914" y="9451"/>
                  <a:pt x="23249" y="10427"/>
                  <a:pt x="22716" y="11270"/>
                </a:cubicBezTo>
                <a:cubicBezTo>
                  <a:pt x="22095" y="12290"/>
                  <a:pt x="21430" y="13222"/>
                  <a:pt x="20631" y="14110"/>
                </a:cubicBezTo>
                <a:cubicBezTo>
                  <a:pt x="19167" y="15840"/>
                  <a:pt x="17437" y="17304"/>
                  <a:pt x="15484" y="18502"/>
                </a:cubicBezTo>
                <a:cubicBezTo>
                  <a:pt x="14464" y="19167"/>
                  <a:pt x="13443" y="19700"/>
                  <a:pt x="12379" y="20144"/>
                </a:cubicBezTo>
                <a:cubicBezTo>
                  <a:pt x="11776" y="20379"/>
                  <a:pt x="11004" y="20661"/>
                  <a:pt x="10299" y="20661"/>
                </a:cubicBezTo>
                <a:cubicBezTo>
                  <a:pt x="9809" y="20661"/>
                  <a:pt x="9352" y="20525"/>
                  <a:pt x="9007" y="20144"/>
                </a:cubicBezTo>
                <a:cubicBezTo>
                  <a:pt x="8164" y="19167"/>
                  <a:pt x="8474" y="17570"/>
                  <a:pt x="8785" y="16505"/>
                </a:cubicBezTo>
                <a:cubicBezTo>
                  <a:pt x="9140" y="15307"/>
                  <a:pt x="9672" y="14198"/>
                  <a:pt x="10426" y="13178"/>
                </a:cubicBezTo>
                <a:cubicBezTo>
                  <a:pt x="11891" y="11270"/>
                  <a:pt x="13532" y="9451"/>
                  <a:pt x="15307" y="7854"/>
                </a:cubicBezTo>
                <a:cubicBezTo>
                  <a:pt x="17215" y="5990"/>
                  <a:pt x="19344" y="4215"/>
                  <a:pt x="21918" y="3372"/>
                </a:cubicBezTo>
                <a:cubicBezTo>
                  <a:pt x="22956" y="3013"/>
                  <a:pt x="24066" y="2833"/>
                  <a:pt x="25183" y="2833"/>
                </a:cubicBezTo>
                <a:cubicBezTo>
                  <a:pt x="25307" y="2833"/>
                  <a:pt x="25432" y="2836"/>
                  <a:pt x="25556" y="2840"/>
                </a:cubicBezTo>
                <a:cubicBezTo>
                  <a:pt x="26843" y="2884"/>
                  <a:pt x="28085" y="3284"/>
                  <a:pt x="29105" y="4038"/>
                </a:cubicBezTo>
                <a:cubicBezTo>
                  <a:pt x="30037" y="4881"/>
                  <a:pt x="29549" y="6656"/>
                  <a:pt x="29372" y="7721"/>
                </a:cubicBezTo>
                <a:cubicBezTo>
                  <a:pt x="29150" y="8874"/>
                  <a:pt x="28795" y="10028"/>
                  <a:pt x="28351" y="11137"/>
                </a:cubicBezTo>
                <a:cubicBezTo>
                  <a:pt x="27464" y="13311"/>
                  <a:pt x="26266" y="15352"/>
                  <a:pt x="24802" y="17215"/>
                </a:cubicBezTo>
                <a:cubicBezTo>
                  <a:pt x="23338" y="19079"/>
                  <a:pt x="21740" y="20765"/>
                  <a:pt x="19966" y="22362"/>
                </a:cubicBezTo>
                <a:cubicBezTo>
                  <a:pt x="18146" y="24048"/>
                  <a:pt x="16150" y="25512"/>
                  <a:pt x="14020" y="26799"/>
                </a:cubicBezTo>
                <a:cubicBezTo>
                  <a:pt x="12267" y="27769"/>
                  <a:pt x="10326" y="28425"/>
                  <a:pt x="8329" y="28425"/>
                </a:cubicBezTo>
                <a:cubicBezTo>
                  <a:pt x="7950" y="28425"/>
                  <a:pt x="7569" y="28401"/>
                  <a:pt x="7188" y="28352"/>
                </a:cubicBezTo>
                <a:cubicBezTo>
                  <a:pt x="4969" y="28041"/>
                  <a:pt x="2884" y="26799"/>
                  <a:pt x="1908" y="24713"/>
                </a:cubicBezTo>
                <a:cubicBezTo>
                  <a:pt x="843" y="22495"/>
                  <a:pt x="1287" y="19877"/>
                  <a:pt x="2130" y="17615"/>
                </a:cubicBezTo>
                <a:cubicBezTo>
                  <a:pt x="2973" y="15441"/>
                  <a:pt x="4082" y="13355"/>
                  <a:pt x="5502" y="11447"/>
                </a:cubicBezTo>
                <a:cubicBezTo>
                  <a:pt x="8208" y="7632"/>
                  <a:pt x="11713" y="4437"/>
                  <a:pt x="15795" y="2041"/>
                </a:cubicBezTo>
                <a:cubicBezTo>
                  <a:pt x="16771" y="1465"/>
                  <a:pt x="17792" y="932"/>
                  <a:pt x="18856" y="489"/>
                </a:cubicBezTo>
                <a:cubicBezTo>
                  <a:pt x="19260" y="305"/>
                  <a:pt x="19027" y="1"/>
                  <a:pt x="18733" y="1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39" name="Google Shape;1639;p40">
            <a:extLst>
              <a:ext uri="{FF2B5EF4-FFF2-40B4-BE49-F238E27FC236}">
                <a16:creationId xmlns:a16="http://schemas.microsoft.com/office/drawing/2014/main" id="{0146C2A0-2DAE-2D68-CE59-572DA0753CDD}"/>
              </a:ext>
            </a:extLst>
          </p:cNvPr>
          <p:cNvGrpSpPr/>
          <p:nvPr/>
        </p:nvGrpSpPr>
        <p:grpSpPr>
          <a:xfrm>
            <a:off x="7920158" y="195272"/>
            <a:ext cx="693310" cy="648967"/>
            <a:chOff x="4231052" y="1337496"/>
            <a:chExt cx="3948235" cy="3695710"/>
          </a:xfrm>
        </p:grpSpPr>
        <p:sp>
          <p:nvSpPr>
            <p:cNvPr id="1640" name="Google Shape;1640;p40">
              <a:extLst>
                <a:ext uri="{FF2B5EF4-FFF2-40B4-BE49-F238E27FC236}">
                  <a16:creationId xmlns:a16="http://schemas.microsoft.com/office/drawing/2014/main" id="{85FEB681-F944-7B8C-04CD-993A284B8E31}"/>
                </a:ext>
              </a:extLst>
            </p:cNvPr>
            <p:cNvSpPr/>
            <p:nvPr/>
          </p:nvSpPr>
          <p:spPr>
            <a:xfrm>
              <a:off x="4231052" y="1412446"/>
              <a:ext cx="3948235" cy="3598646"/>
            </a:xfrm>
            <a:custGeom>
              <a:avLst/>
              <a:gdLst/>
              <a:ahLst/>
              <a:cxnLst/>
              <a:rect l="l" t="t" r="r" b="b"/>
              <a:pathLst>
                <a:path w="29816" h="27176" extrusionOk="0">
                  <a:moveTo>
                    <a:pt x="14908" y="0"/>
                  </a:moveTo>
                  <a:cubicBezTo>
                    <a:pt x="11425" y="0"/>
                    <a:pt x="7942" y="1320"/>
                    <a:pt x="5280" y="3960"/>
                  </a:cubicBezTo>
                  <a:cubicBezTo>
                    <a:pt x="0" y="9284"/>
                    <a:pt x="0" y="17891"/>
                    <a:pt x="5280" y="23216"/>
                  </a:cubicBezTo>
                  <a:cubicBezTo>
                    <a:pt x="7942" y="25856"/>
                    <a:pt x="11425" y="27175"/>
                    <a:pt x="14908" y="27175"/>
                  </a:cubicBezTo>
                  <a:cubicBezTo>
                    <a:pt x="18391" y="27175"/>
                    <a:pt x="21874" y="25856"/>
                    <a:pt x="24536" y="23216"/>
                  </a:cubicBezTo>
                  <a:cubicBezTo>
                    <a:pt x="29816" y="17891"/>
                    <a:pt x="29816" y="9284"/>
                    <a:pt x="24536" y="3960"/>
                  </a:cubicBezTo>
                  <a:cubicBezTo>
                    <a:pt x="21874" y="1320"/>
                    <a:pt x="18391" y="0"/>
                    <a:pt x="149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40">
              <a:extLst>
                <a:ext uri="{FF2B5EF4-FFF2-40B4-BE49-F238E27FC236}">
                  <a16:creationId xmlns:a16="http://schemas.microsoft.com/office/drawing/2014/main" id="{469F1A3C-439F-2390-1662-6BC9BF4B14E4}"/>
                </a:ext>
              </a:extLst>
            </p:cNvPr>
            <p:cNvSpPr/>
            <p:nvPr/>
          </p:nvSpPr>
          <p:spPr>
            <a:xfrm>
              <a:off x="4231052" y="1412446"/>
              <a:ext cx="3948235" cy="3598646"/>
            </a:xfrm>
            <a:custGeom>
              <a:avLst/>
              <a:gdLst/>
              <a:ahLst/>
              <a:cxnLst/>
              <a:rect l="l" t="t" r="r" b="b"/>
              <a:pathLst>
                <a:path w="29816" h="27176" extrusionOk="0">
                  <a:moveTo>
                    <a:pt x="14908" y="0"/>
                  </a:moveTo>
                  <a:cubicBezTo>
                    <a:pt x="11425" y="0"/>
                    <a:pt x="7942" y="1320"/>
                    <a:pt x="5280" y="3960"/>
                  </a:cubicBezTo>
                  <a:cubicBezTo>
                    <a:pt x="0" y="9284"/>
                    <a:pt x="0" y="17891"/>
                    <a:pt x="5280" y="23216"/>
                  </a:cubicBezTo>
                  <a:cubicBezTo>
                    <a:pt x="7942" y="25856"/>
                    <a:pt x="11425" y="27175"/>
                    <a:pt x="14908" y="27175"/>
                  </a:cubicBezTo>
                  <a:cubicBezTo>
                    <a:pt x="18391" y="27175"/>
                    <a:pt x="21874" y="25856"/>
                    <a:pt x="24536" y="23216"/>
                  </a:cubicBezTo>
                  <a:cubicBezTo>
                    <a:pt x="29816" y="17891"/>
                    <a:pt x="29816" y="9284"/>
                    <a:pt x="24536" y="3960"/>
                  </a:cubicBezTo>
                  <a:cubicBezTo>
                    <a:pt x="21874" y="1320"/>
                    <a:pt x="18391" y="0"/>
                    <a:pt x="149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40">
              <a:extLst>
                <a:ext uri="{FF2B5EF4-FFF2-40B4-BE49-F238E27FC236}">
                  <a16:creationId xmlns:a16="http://schemas.microsoft.com/office/drawing/2014/main" id="{B361BDA6-11D5-9D05-2204-1CB50D974C3F}"/>
                </a:ext>
              </a:extLst>
            </p:cNvPr>
            <p:cNvSpPr/>
            <p:nvPr/>
          </p:nvSpPr>
          <p:spPr>
            <a:xfrm>
              <a:off x="4372080" y="2432477"/>
              <a:ext cx="3630956" cy="1319830"/>
            </a:xfrm>
            <a:custGeom>
              <a:avLst/>
              <a:gdLst/>
              <a:ahLst/>
              <a:cxnLst/>
              <a:rect l="l" t="t" r="r" b="b"/>
              <a:pathLst>
                <a:path w="27420" h="9967" extrusionOk="0">
                  <a:moveTo>
                    <a:pt x="10666" y="1"/>
                  </a:moveTo>
                  <a:cubicBezTo>
                    <a:pt x="9121" y="1"/>
                    <a:pt x="7710" y="413"/>
                    <a:pt x="6123" y="738"/>
                  </a:cubicBezTo>
                  <a:cubicBezTo>
                    <a:pt x="4437" y="1093"/>
                    <a:pt x="2662" y="916"/>
                    <a:pt x="1021" y="1404"/>
                  </a:cubicBezTo>
                  <a:cubicBezTo>
                    <a:pt x="133" y="3844"/>
                    <a:pt x="0" y="6506"/>
                    <a:pt x="621" y="8991"/>
                  </a:cubicBezTo>
                  <a:cubicBezTo>
                    <a:pt x="2263" y="9567"/>
                    <a:pt x="3949" y="9922"/>
                    <a:pt x="5679" y="9967"/>
                  </a:cubicBezTo>
                  <a:cubicBezTo>
                    <a:pt x="9007" y="9745"/>
                    <a:pt x="11846" y="8059"/>
                    <a:pt x="14863" y="6905"/>
                  </a:cubicBezTo>
                  <a:cubicBezTo>
                    <a:pt x="15849" y="6538"/>
                    <a:pt x="16877" y="6397"/>
                    <a:pt x="17931" y="6397"/>
                  </a:cubicBezTo>
                  <a:cubicBezTo>
                    <a:pt x="20954" y="6397"/>
                    <a:pt x="24194" y="7564"/>
                    <a:pt x="27286" y="7926"/>
                  </a:cubicBezTo>
                  <a:cubicBezTo>
                    <a:pt x="27375" y="7260"/>
                    <a:pt x="27420" y="6550"/>
                    <a:pt x="27420" y="5885"/>
                  </a:cubicBezTo>
                  <a:cubicBezTo>
                    <a:pt x="27420" y="5574"/>
                    <a:pt x="27420" y="5219"/>
                    <a:pt x="27375" y="4909"/>
                  </a:cubicBezTo>
                  <a:cubicBezTo>
                    <a:pt x="25911" y="4820"/>
                    <a:pt x="24447" y="4554"/>
                    <a:pt x="23027" y="4199"/>
                  </a:cubicBezTo>
                  <a:cubicBezTo>
                    <a:pt x="19256" y="3001"/>
                    <a:pt x="15751" y="649"/>
                    <a:pt x="11758" y="73"/>
                  </a:cubicBezTo>
                  <a:cubicBezTo>
                    <a:pt x="11384" y="23"/>
                    <a:pt x="11021" y="1"/>
                    <a:pt x="10666" y="1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40">
              <a:extLst>
                <a:ext uri="{FF2B5EF4-FFF2-40B4-BE49-F238E27FC236}">
                  <a16:creationId xmlns:a16="http://schemas.microsoft.com/office/drawing/2014/main" id="{B4E4A82C-4259-934D-5CD3-CFF991632FFD}"/>
                </a:ext>
              </a:extLst>
            </p:cNvPr>
            <p:cNvSpPr/>
            <p:nvPr/>
          </p:nvSpPr>
          <p:spPr>
            <a:xfrm>
              <a:off x="4436701" y="3399673"/>
              <a:ext cx="3554550" cy="1224488"/>
            </a:xfrm>
            <a:custGeom>
              <a:avLst/>
              <a:gdLst/>
              <a:ahLst/>
              <a:cxnLst/>
              <a:rect l="l" t="t" r="r" b="b"/>
              <a:pathLst>
                <a:path w="26843" h="9247" extrusionOk="0">
                  <a:moveTo>
                    <a:pt x="26843" y="1"/>
                  </a:moveTo>
                  <a:lnTo>
                    <a:pt x="26843" y="1"/>
                  </a:lnTo>
                  <a:cubicBezTo>
                    <a:pt x="24891" y="622"/>
                    <a:pt x="22894" y="1021"/>
                    <a:pt x="20853" y="1332"/>
                  </a:cubicBezTo>
                  <a:cubicBezTo>
                    <a:pt x="20674" y="1347"/>
                    <a:pt x="20497" y="1353"/>
                    <a:pt x="20321" y="1353"/>
                  </a:cubicBezTo>
                  <a:cubicBezTo>
                    <a:pt x="18623" y="1353"/>
                    <a:pt x="17075" y="722"/>
                    <a:pt x="15413" y="722"/>
                  </a:cubicBezTo>
                  <a:cubicBezTo>
                    <a:pt x="15202" y="722"/>
                    <a:pt x="14990" y="732"/>
                    <a:pt x="14775" y="755"/>
                  </a:cubicBezTo>
                  <a:cubicBezTo>
                    <a:pt x="12911" y="1021"/>
                    <a:pt x="11048" y="1420"/>
                    <a:pt x="9273" y="1908"/>
                  </a:cubicBezTo>
                  <a:cubicBezTo>
                    <a:pt x="8055" y="2179"/>
                    <a:pt x="7192" y="2347"/>
                    <a:pt x="6305" y="2347"/>
                  </a:cubicBezTo>
                  <a:cubicBezTo>
                    <a:pt x="5449" y="2347"/>
                    <a:pt x="4571" y="2190"/>
                    <a:pt x="3328" y="1820"/>
                  </a:cubicBezTo>
                  <a:cubicBezTo>
                    <a:pt x="2549" y="1586"/>
                    <a:pt x="1872" y="1078"/>
                    <a:pt x="1028" y="1078"/>
                  </a:cubicBezTo>
                  <a:cubicBezTo>
                    <a:pt x="910" y="1078"/>
                    <a:pt x="790" y="1088"/>
                    <a:pt x="666" y="1110"/>
                  </a:cubicBezTo>
                  <a:cubicBezTo>
                    <a:pt x="444" y="1110"/>
                    <a:pt x="222" y="1198"/>
                    <a:pt x="0" y="1287"/>
                  </a:cubicBezTo>
                  <a:cubicBezTo>
                    <a:pt x="178" y="1997"/>
                    <a:pt x="400" y="2751"/>
                    <a:pt x="666" y="3417"/>
                  </a:cubicBezTo>
                  <a:cubicBezTo>
                    <a:pt x="1775" y="4171"/>
                    <a:pt x="3062" y="5901"/>
                    <a:pt x="3328" y="6168"/>
                  </a:cubicBezTo>
                  <a:cubicBezTo>
                    <a:pt x="4748" y="7366"/>
                    <a:pt x="4659" y="6966"/>
                    <a:pt x="6300" y="7543"/>
                  </a:cubicBezTo>
                  <a:cubicBezTo>
                    <a:pt x="8552" y="8306"/>
                    <a:pt x="10774" y="9247"/>
                    <a:pt x="13113" y="9247"/>
                  </a:cubicBezTo>
                  <a:cubicBezTo>
                    <a:pt x="13631" y="9247"/>
                    <a:pt x="14155" y="9201"/>
                    <a:pt x="14686" y="9096"/>
                  </a:cubicBezTo>
                  <a:cubicBezTo>
                    <a:pt x="17481" y="8564"/>
                    <a:pt x="20676" y="7721"/>
                    <a:pt x="23560" y="7499"/>
                  </a:cubicBezTo>
                  <a:cubicBezTo>
                    <a:pt x="25423" y="5413"/>
                    <a:pt x="26577" y="2796"/>
                    <a:pt x="26843" y="1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40">
              <a:extLst>
                <a:ext uri="{FF2B5EF4-FFF2-40B4-BE49-F238E27FC236}">
                  <a16:creationId xmlns:a16="http://schemas.microsoft.com/office/drawing/2014/main" id="{15559DC1-1B89-3CC0-FFC7-EFD217E6E626}"/>
                </a:ext>
              </a:extLst>
            </p:cNvPr>
            <p:cNvSpPr/>
            <p:nvPr/>
          </p:nvSpPr>
          <p:spPr>
            <a:xfrm>
              <a:off x="4483710" y="1908756"/>
              <a:ext cx="3366514" cy="786045"/>
            </a:xfrm>
            <a:custGeom>
              <a:avLst/>
              <a:gdLst/>
              <a:ahLst/>
              <a:cxnLst/>
              <a:rect l="l" t="t" r="r" b="b"/>
              <a:pathLst>
                <a:path w="25423" h="5936" extrusionOk="0">
                  <a:moveTo>
                    <a:pt x="14071" y="1"/>
                  </a:moveTo>
                  <a:cubicBezTo>
                    <a:pt x="12558" y="1"/>
                    <a:pt x="11042" y="130"/>
                    <a:pt x="9539" y="389"/>
                  </a:cubicBezTo>
                  <a:cubicBezTo>
                    <a:pt x="7321" y="789"/>
                    <a:pt x="4969" y="700"/>
                    <a:pt x="2751" y="922"/>
                  </a:cubicBezTo>
                  <a:cubicBezTo>
                    <a:pt x="1509" y="2386"/>
                    <a:pt x="533" y="4116"/>
                    <a:pt x="0" y="5935"/>
                  </a:cubicBezTo>
                  <a:cubicBezTo>
                    <a:pt x="1725" y="5375"/>
                    <a:pt x="3365" y="4647"/>
                    <a:pt x="5370" y="4647"/>
                  </a:cubicBezTo>
                  <a:cubicBezTo>
                    <a:pt x="5429" y="4647"/>
                    <a:pt x="5487" y="4647"/>
                    <a:pt x="5546" y="4649"/>
                  </a:cubicBezTo>
                  <a:cubicBezTo>
                    <a:pt x="6112" y="4661"/>
                    <a:pt x="6593" y="4673"/>
                    <a:pt x="7038" y="4673"/>
                  </a:cubicBezTo>
                  <a:cubicBezTo>
                    <a:pt x="8196" y="4673"/>
                    <a:pt x="9109" y="4590"/>
                    <a:pt x="10648" y="4205"/>
                  </a:cubicBezTo>
                  <a:cubicBezTo>
                    <a:pt x="11992" y="3839"/>
                    <a:pt x="13343" y="3711"/>
                    <a:pt x="14697" y="3711"/>
                  </a:cubicBezTo>
                  <a:cubicBezTo>
                    <a:pt x="17809" y="3711"/>
                    <a:pt x="20942" y="4385"/>
                    <a:pt x="24063" y="4385"/>
                  </a:cubicBezTo>
                  <a:cubicBezTo>
                    <a:pt x="24516" y="4385"/>
                    <a:pt x="24970" y="4371"/>
                    <a:pt x="25423" y="4338"/>
                  </a:cubicBezTo>
                  <a:cubicBezTo>
                    <a:pt x="25068" y="3495"/>
                    <a:pt x="24580" y="2697"/>
                    <a:pt x="24048" y="1942"/>
                  </a:cubicBezTo>
                  <a:cubicBezTo>
                    <a:pt x="20854" y="653"/>
                    <a:pt x="17470" y="1"/>
                    <a:pt x="14071" y="1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40">
              <a:extLst>
                <a:ext uri="{FF2B5EF4-FFF2-40B4-BE49-F238E27FC236}">
                  <a16:creationId xmlns:a16="http://schemas.microsoft.com/office/drawing/2014/main" id="{D4BF9EF8-9A02-32F7-BD7F-0CBE9394862D}"/>
                </a:ext>
              </a:extLst>
            </p:cNvPr>
            <p:cNvSpPr/>
            <p:nvPr/>
          </p:nvSpPr>
          <p:spPr>
            <a:xfrm>
              <a:off x="6352024" y="1419729"/>
              <a:ext cx="1656839" cy="3578121"/>
            </a:xfrm>
            <a:custGeom>
              <a:avLst/>
              <a:gdLst/>
              <a:ahLst/>
              <a:cxnLst/>
              <a:rect l="l" t="t" r="r" b="b"/>
              <a:pathLst>
                <a:path w="12512" h="27021" extrusionOk="0">
                  <a:moveTo>
                    <a:pt x="0" y="1"/>
                  </a:moveTo>
                  <a:lnTo>
                    <a:pt x="0" y="1"/>
                  </a:lnTo>
                  <a:cubicBezTo>
                    <a:pt x="5369" y="7410"/>
                    <a:pt x="2928" y="18325"/>
                    <a:pt x="399" y="27021"/>
                  </a:cubicBezTo>
                  <a:cubicBezTo>
                    <a:pt x="7277" y="26266"/>
                    <a:pt x="12468" y="20454"/>
                    <a:pt x="12512" y="13533"/>
                  </a:cubicBezTo>
                  <a:cubicBezTo>
                    <a:pt x="12468" y="6434"/>
                    <a:pt x="7055" y="577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40">
              <a:extLst>
                <a:ext uri="{FF2B5EF4-FFF2-40B4-BE49-F238E27FC236}">
                  <a16:creationId xmlns:a16="http://schemas.microsoft.com/office/drawing/2014/main" id="{03C64B87-2A7F-F138-200B-3DDA7AC372A1}"/>
                </a:ext>
              </a:extLst>
            </p:cNvPr>
            <p:cNvSpPr/>
            <p:nvPr/>
          </p:nvSpPr>
          <p:spPr>
            <a:xfrm>
              <a:off x="6440083" y="1537185"/>
              <a:ext cx="1645054" cy="3454838"/>
            </a:xfrm>
            <a:custGeom>
              <a:avLst/>
              <a:gdLst/>
              <a:ahLst/>
              <a:cxnLst/>
              <a:rect l="l" t="t" r="r" b="b"/>
              <a:pathLst>
                <a:path w="12423" h="26090" extrusionOk="0">
                  <a:moveTo>
                    <a:pt x="3240" y="1"/>
                  </a:moveTo>
                  <a:lnTo>
                    <a:pt x="3240" y="45"/>
                  </a:lnTo>
                  <a:cubicBezTo>
                    <a:pt x="3251" y="50"/>
                    <a:pt x="3262" y="54"/>
                    <a:pt x="3272" y="58"/>
                  </a:cubicBezTo>
                  <a:lnTo>
                    <a:pt x="3272" y="58"/>
                  </a:lnTo>
                  <a:cubicBezTo>
                    <a:pt x="3262" y="39"/>
                    <a:pt x="3251" y="20"/>
                    <a:pt x="3240" y="1"/>
                  </a:cubicBezTo>
                  <a:close/>
                  <a:moveTo>
                    <a:pt x="3272" y="58"/>
                  </a:moveTo>
                  <a:cubicBezTo>
                    <a:pt x="6310" y="5366"/>
                    <a:pt x="7493" y="11028"/>
                    <a:pt x="5813" y="17526"/>
                  </a:cubicBezTo>
                  <a:cubicBezTo>
                    <a:pt x="4970" y="20987"/>
                    <a:pt x="2929" y="24048"/>
                    <a:pt x="1" y="26089"/>
                  </a:cubicBezTo>
                  <a:cubicBezTo>
                    <a:pt x="6123" y="25291"/>
                    <a:pt x="10915" y="20455"/>
                    <a:pt x="11669" y="14332"/>
                  </a:cubicBezTo>
                  <a:cubicBezTo>
                    <a:pt x="12422" y="8221"/>
                    <a:pt x="8976" y="2331"/>
                    <a:pt x="3272" y="58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40">
              <a:extLst>
                <a:ext uri="{FF2B5EF4-FFF2-40B4-BE49-F238E27FC236}">
                  <a16:creationId xmlns:a16="http://schemas.microsoft.com/office/drawing/2014/main" id="{8A805DF9-23FC-FCF0-3774-2848517C7DD3}"/>
                </a:ext>
              </a:extLst>
            </p:cNvPr>
            <p:cNvSpPr/>
            <p:nvPr/>
          </p:nvSpPr>
          <p:spPr>
            <a:xfrm>
              <a:off x="4236879" y="1337496"/>
              <a:ext cx="3930623" cy="3695710"/>
            </a:xfrm>
            <a:custGeom>
              <a:avLst/>
              <a:gdLst/>
              <a:ahLst/>
              <a:cxnLst/>
              <a:rect l="l" t="t" r="r" b="b"/>
              <a:pathLst>
                <a:path w="29683" h="27909" extrusionOk="0">
                  <a:moveTo>
                    <a:pt x="28307" y="14109"/>
                  </a:moveTo>
                  <a:cubicBezTo>
                    <a:pt x="28263" y="14553"/>
                    <a:pt x="28263" y="14997"/>
                    <a:pt x="28174" y="15485"/>
                  </a:cubicBezTo>
                  <a:lnTo>
                    <a:pt x="28086" y="15485"/>
                  </a:lnTo>
                  <a:cubicBezTo>
                    <a:pt x="27997" y="15529"/>
                    <a:pt x="27908" y="15574"/>
                    <a:pt x="27819" y="15618"/>
                  </a:cubicBezTo>
                  <a:cubicBezTo>
                    <a:pt x="27908" y="15086"/>
                    <a:pt x="28041" y="14553"/>
                    <a:pt x="28307" y="14109"/>
                  </a:cubicBezTo>
                  <a:close/>
                  <a:moveTo>
                    <a:pt x="20587" y="23959"/>
                  </a:moveTo>
                  <a:cubicBezTo>
                    <a:pt x="21031" y="24225"/>
                    <a:pt x="21386" y="24536"/>
                    <a:pt x="21697" y="24935"/>
                  </a:cubicBezTo>
                  <a:cubicBezTo>
                    <a:pt x="21673" y="24923"/>
                    <a:pt x="21646" y="24918"/>
                    <a:pt x="21618" y="24918"/>
                  </a:cubicBezTo>
                  <a:cubicBezTo>
                    <a:pt x="21543" y="24918"/>
                    <a:pt x="21463" y="24959"/>
                    <a:pt x="21430" y="25024"/>
                  </a:cubicBezTo>
                  <a:cubicBezTo>
                    <a:pt x="21209" y="25290"/>
                    <a:pt x="20987" y="25601"/>
                    <a:pt x="20809" y="25867"/>
                  </a:cubicBezTo>
                  <a:cubicBezTo>
                    <a:pt x="20765" y="25956"/>
                    <a:pt x="20765" y="26044"/>
                    <a:pt x="20809" y="26089"/>
                  </a:cubicBezTo>
                  <a:cubicBezTo>
                    <a:pt x="20499" y="26222"/>
                    <a:pt x="20232" y="26355"/>
                    <a:pt x="19922" y="26488"/>
                  </a:cubicBezTo>
                  <a:cubicBezTo>
                    <a:pt x="20099" y="26266"/>
                    <a:pt x="20321" y="26089"/>
                    <a:pt x="20454" y="25867"/>
                  </a:cubicBezTo>
                  <a:cubicBezTo>
                    <a:pt x="20612" y="25646"/>
                    <a:pt x="20410" y="25447"/>
                    <a:pt x="20201" y="25447"/>
                  </a:cubicBezTo>
                  <a:cubicBezTo>
                    <a:pt x="20116" y="25447"/>
                    <a:pt x="20030" y="25480"/>
                    <a:pt x="19966" y="25556"/>
                  </a:cubicBezTo>
                  <a:cubicBezTo>
                    <a:pt x="19611" y="26089"/>
                    <a:pt x="19123" y="26488"/>
                    <a:pt x="18591" y="26754"/>
                  </a:cubicBezTo>
                  <a:cubicBezTo>
                    <a:pt x="18502" y="26799"/>
                    <a:pt x="18458" y="26843"/>
                    <a:pt x="18458" y="26932"/>
                  </a:cubicBezTo>
                  <a:cubicBezTo>
                    <a:pt x="18147" y="27020"/>
                    <a:pt x="17792" y="27065"/>
                    <a:pt x="17437" y="27154"/>
                  </a:cubicBezTo>
                  <a:cubicBezTo>
                    <a:pt x="18680" y="26222"/>
                    <a:pt x="19700" y="25157"/>
                    <a:pt x="20587" y="23959"/>
                  </a:cubicBezTo>
                  <a:close/>
                  <a:moveTo>
                    <a:pt x="14775" y="622"/>
                  </a:moveTo>
                  <a:cubicBezTo>
                    <a:pt x="18458" y="888"/>
                    <a:pt x="21963" y="2396"/>
                    <a:pt x="24625" y="4925"/>
                  </a:cubicBezTo>
                  <a:cubicBezTo>
                    <a:pt x="24447" y="5236"/>
                    <a:pt x="24314" y="5502"/>
                    <a:pt x="24137" y="5813"/>
                  </a:cubicBezTo>
                  <a:cubicBezTo>
                    <a:pt x="24046" y="6025"/>
                    <a:pt x="24246" y="6217"/>
                    <a:pt x="24424" y="6217"/>
                  </a:cubicBezTo>
                  <a:cubicBezTo>
                    <a:pt x="24506" y="6217"/>
                    <a:pt x="24583" y="6177"/>
                    <a:pt x="24625" y="6079"/>
                  </a:cubicBezTo>
                  <a:cubicBezTo>
                    <a:pt x="24714" y="5857"/>
                    <a:pt x="24847" y="5635"/>
                    <a:pt x="24980" y="5458"/>
                  </a:cubicBezTo>
                  <a:cubicBezTo>
                    <a:pt x="25024" y="5413"/>
                    <a:pt x="25024" y="5413"/>
                    <a:pt x="25069" y="5413"/>
                  </a:cubicBezTo>
                  <a:cubicBezTo>
                    <a:pt x="25246" y="5591"/>
                    <a:pt x="25424" y="5813"/>
                    <a:pt x="25601" y="6034"/>
                  </a:cubicBezTo>
                  <a:cubicBezTo>
                    <a:pt x="25468" y="6123"/>
                    <a:pt x="25335" y="6301"/>
                    <a:pt x="25335" y="6478"/>
                  </a:cubicBezTo>
                  <a:cubicBezTo>
                    <a:pt x="25280" y="6696"/>
                    <a:pt x="25459" y="6830"/>
                    <a:pt x="25626" y="6830"/>
                  </a:cubicBezTo>
                  <a:cubicBezTo>
                    <a:pt x="25732" y="6830"/>
                    <a:pt x="25833" y="6776"/>
                    <a:pt x="25867" y="6656"/>
                  </a:cubicBezTo>
                  <a:cubicBezTo>
                    <a:pt x="25912" y="6567"/>
                    <a:pt x="25912" y="6478"/>
                    <a:pt x="26000" y="6434"/>
                  </a:cubicBezTo>
                  <a:cubicBezTo>
                    <a:pt x="26178" y="6744"/>
                    <a:pt x="26400" y="7055"/>
                    <a:pt x="26577" y="7365"/>
                  </a:cubicBezTo>
                  <a:cubicBezTo>
                    <a:pt x="26178" y="8342"/>
                    <a:pt x="26222" y="9495"/>
                    <a:pt x="26799" y="10383"/>
                  </a:cubicBezTo>
                  <a:cubicBezTo>
                    <a:pt x="26855" y="10480"/>
                    <a:pt x="26942" y="10521"/>
                    <a:pt x="27029" y="10521"/>
                  </a:cubicBezTo>
                  <a:cubicBezTo>
                    <a:pt x="27218" y="10521"/>
                    <a:pt x="27409" y="10329"/>
                    <a:pt x="27287" y="10116"/>
                  </a:cubicBezTo>
                  <a:cubicBezTo>
                    <a:pt x="26888" y="9495"/>
                    <a:pt x="26799" y="8741"/>
                    <a:pt x="26976" y="8031"/>
                  </a:cubicBezTo>
                  <a:lnTo>
                    <a:pt x="26976" y="8031"/>
                  </a:lnTo>
                  <a:cubicBezTo>
                    <a:pt x="27154" y="8475"/>
                    <a:pt x="27376" y="8874"/>
                    <a:pt x="27553" y="9318"/>
                  </a:cubicBezTo>
                  <a:lnTo>
                    <a:pt x="27464" y="9318"/>
                  </a:lnTo>
                  <a:lnTo>
                    <a:pt x="27331" y="9406"/>
                  </a:lnTo>
                  <a:cubicBezTo>
                    <a:pt x="27067" y="9557"/>
                    <a:pt x="27220" y="9933"/>
                    <a:pt x="27490" y="9933"/>
                  </a:cubicBezTo>
                  <a:cubicBezTo>
                    <a:pt x="27538" y="9933"/>
                    <a:pt x="27589" y="9921"/>
                    <a:pt x="27642" y="9894"/>
                  </a:cubicBezTo>
                  <a:lnTo>
                    <a:pt x="27731" y="9850"/>
                  </a:lnTo>
                  <a:cubicBezTo>
                    <a:pt x="27864" y="10249"/>
                    <a:pt x="27997" y="10693"/>
                    <a:pt x="28086" y="11137"/>
                  </a:cubicBezTo>
                  <a:cubicBezTo>
                    <a:pt x="28041" y="11137"/>
                    <a:pt x="28041" y="11181"/>
                    <a:pt x="27997" y="11181"/>
                  </a:cubicBezTo>
                  <a:lnTo>
                    <a:pt x="27464" y="11935"/>
                  </a:lnTo>
                  <a:cubicBezTo>
                    <a:pt x="27307" y="12157"/>
                    <a:pt x="27508" y="12355"/>
                    <a:pt x="27702" y="12355"/>
                  </a:cubicBezTo>
                  <a:cubicBezTo>
                    <a:pt x="27780" y="12355"/>
                    <a:pt x="27857" y="12323"/>
                    <a:pt x="27908" y="12246"/>
                  </a:cubicBezTo>
                  <a:lnTo>
                    <a:pt x="28174" y="11891"/>
                  </a:lnTo>
                  <a:cubicBezTo>
                    <a:pt x="28219" y="12290"/>
                    <a:pt x="28263" y="12690"/>
                    <a:pt x="28307" y="13089"/>
                  </a:cubicBezTo>
                  <a:cubicBezTo>
                    <a:pt x="28219" y="13133"/>
                    <a:pt x="28174" y="13178"/>
                    <a:pt x="28174" y="13222"/>
                  </a:cubicBezTo>
                  <a:cubicBezTo>
                    <a:pt x="27731" y="13888"/>
                    <a:pt x="27464" y="14642"/>
                    <a:pt x="27331" y="15440"/>
                  </a:cubicBezTo>
                  <a:cubicBezTo>
                    <a:pt x="27154" y="15440"/>
                    <a:pt x="26976" y="15396"/>
                    <a:pt x="26755" y="15396"/>
                  </a:cubicBezTo>
                  <a:cubicBezTo>
                    <a:pt x="26799" y="14997"/>
                    <a:pt x="26888" y="14642"/>
                    <a:pt x="27021" y="14287"/>
                  </a:cubicBezTo>
                  <a:cubicBezTo>
                    <a:pt x="27112" y="14075"/>
                    <a:pt x="26933" y="13863"/>
                    <a:pt x="26769" y="13863"/>
                  </a:cubicBezTo>
                  <a:cubicBezTo>
                    <a:pt x="26693" y="13863"/>
                    <a:pt x="26619" y="13908"/>
                    <a:pt x="26577" y="14021"/>
                  </a:cubicBezTo>
                  <a:cubicBezTo>
                    <a:pt x="26355" y="14464"/>
                    <a:pt x="26222" y="14908"/>
                    <a:pt x="26222" y="15396"/>
                  </a:cubicBezTo>
                  <a:cubicBezTo>
                    <a:pt x="26045" y="15396"/>
                    <a:pt x="25867" y="15440"/>
                    <a:pt x="25690" y="15440"/>
                  </a:cubicBezTo>
                  <a:cubicBezTo>
                    <a:pt x="25645" y="14331"/>
                    <a:pt x="25867" y="13222"/>
                    <a:pt x="26355" y="12157"/>
                  </a:cubicBezTo>
                  <a:cubicBezTo>
                    <a:pt x="26458" y="11951"/>
                    <a:pt x="26269" y="11745"/>
                    <a:pt x="26075" y="11745"/>
                  </a:cubicBezTo>
                  <a:cubicBezTo>
                    <a:pt x="26018" y="11745"/>
                    <a:pt x="25962" y="11762"/>
                    <a:pt x="25912" y="11802"/>
                  </a:cubicBezTo>
                  <a:cubicBezTo>
                    <a:pt x="24802" y="10826"/>
                    <a:pt x="24226" y="9406"/>
                    <a:pt x="24314" y="7942"/>
                  </a:cubicBezTo>
                  <a:cubicBezTo>
                    <a:pt x="24314" y="7765"/>
                    <a:pt x="24181" y="7676"/>
                    <a:pt x="24048" y="7676"/>
                  </a:cubicBezTo>
                  <a:cubicBezTo>
                    <a:pt x="23915" y="7676"/>
                    <a:pt x="23782" y="7765"/>
                    <a:pt x="23782" y="7942"/>
                  </a:cubicBezTo>
                  <a:lnTo>
                    <a:pt x="23782" y="8297"/>
                  </a:lnTo>
                  <a:lnTo>
                    <a:pt x="23693" y="8297"/>
                  </a:lnTo>
                  <a:lnTo>
                    <a:pt x="22717" y="8785"/>
                  </a:lnTo>
                  <a:cubicBezTo>
                    <a:pt x="22446" y="8940"/>
                    <a:pt x="22648" y="9298"/>
                    <a:pt x="22910" y="9298"/>
                  </a:cubicBezTo>
                  <a:cubicBezTo>
                    <a:pt x="22949" y="9298"/>
                    <a:pt x="22988" y="9290"/>
                    <a:pt x="23028" y="9273"/>
                  </a:cubicBezTo>
                  <a:lnTo>
                    <a:pt x="23782" y="8874"/>
                  </a:lnTo>
                  <a:cubicBezTo>
                    <a:pt x="23826" y="9051"/>
                    <a:pt x="23826" y="9185"/>
                    <a:pt x="23871" y="9318"/>
                  </a:cubicBezTo>
                  <a:lnTo>
                    <a:pt x="23826" y="9318"/>
                  </a:lnTo>
                  <a:cubicBezTo>
                    <a:pt x="23427" y="9540"/>
                    <a:pt x="23072" y="9806"/>
                    <a:pt x="22850" y="10205"/>
                  </a:cubicBezTo>
                  <a:cubicBezTo>
                    <a:pt x="22725" y="10425"/>
                    <a:pt x="22932" y="10644"/>
                    <a:pt x="23127" y="10644"/>
                  </a:cubicBezTo>
                  <a:cubicBezTo>
                    <a:pt x="23208" y="10644"/>
                    <a:pt x="23286" y="10607"/>
                    <a:pt x="23338" y="10516"/>
                  </a:cubicBezTo>
                  <a:cubicBezTo>
                    <a:pt x="23471" y="10205"/>
                    <a:pt x="23738" y="10028"/>
                    <a:pt x="24004" y="9894"/>
                  </a:cubicBezTo>
                  <a:cubicBezTo>
                    <a:pt x="24181" y="10383"/>
                    <a:pt x="24447" y="10915"/>
                    <a:pt x="24758" y="11359"/>
                  </a:cubicBezTo>
                  <a:cubicBezTo>
                    <a:pt x="24314" y="11048"/>
                    <a:pt x="23782" y="10826"/>
                    <a:pt x="23250" y="10737"/>
                  </a:cubicBezTo>
                  <a:cubicBezTo>
                    <a:pt x="23222" y="10731"/>
                    <a:pt x="23196" y="10728"/>
                    <a:pt x="23171" y="10728"/>
                  </a:cubicBezTo>
                  <a:cubicBezTo>
                    <a:pt x="22871" y="10728"/>
                    <a:pt x="22744" y="11188"/>
                    <a:pt x="23072" y="11270"/>
                  </a:cubicBezTo>
                  <a:cubicBezTo>
                    <a:pt x="23871" y="11447"/>
                    <a:pt x="24625" y="11802"/>
                    <a:pt x="25246" y="12379"/>
                  </a:cubicBezTo>
                  <a:cubicBezTo>
                    <a:pt x="25299" y="12432"/>
                    <a:pt x="25365" y="12456"/>
                    <a:pt x="25431" y="12456"/>
                  </a:cubicBezTo>
                  <a:cubicBezTo>
                    <a:pt x="25533" y="12456"/>
                    <a:pt x="25636" y="12398"/>
                    <a:pt x="25690" y="12290"/>
                  </a:cubicBezTo>
                  <a:lnTo>
                    <a:pt x="25690" y="12290"/>
                  </a:lnTo>
                  <a:cubicBezTo>
                    <a:pt x="25645" y="12468"/>
                    <a:pt x="25557" y="12645"/>
                    <a:pt x="25512" y="12823"/>
                  </a:cubicBezTo>
                  <a:lnTo>
                    <a:pt x="25424" y="12778"/>
                  </a:lnTo>
                  <a:cubicBezTo>
                    <a:pt x="25362" y="12717"/>
                    <a:pt x="25293" y="12691"/>
                    <a:pt x="25226" y="12691"/>
                  </a:cubicBezTo>
                  <a:cubicBezTo>
                    <a:pt x="25008" y="12691"/>
                    <a:pt x="24820" y="12973"/>
                    <a:pt x="25024" y="13178"/>
                  </a:cubicBezTo>
                  <a:lnTo>
                    <a:pt x="25246" y="13355"/>
                  </a:lnTo>
                  <a:cubicBezTo>
                    <a:pt x="25290" y="13400"/>
                    <a:pt x="25290" y="13400"/>
                    <a:pt x="25335" y="13444"/>
                  </a:cubicBezTo>
                  <a:cubicBezTo>
                    <a:pt x="25290" y="13710"/>
                    <a:pt x="25246" y="14021"/>
                    <a:pt x="25202" y="14331"/>
                  </a:cubicBezTo>
                  <a:cubicBezTo>
                    <a:pt x="25202" y="14287"/>
                    <a:pt x="25157" y="14243"/>
                    <a:pt x="25157" y="14243"/>
                  </a:cubicBezTo>
                  <a:cubicBezTo>
                    <a:pt x="24625" y="13666"/>
                    <a:pt x="23959" y="13266"/>
                    <a:pt x="23250" y="13045"/>
                  </a:cubicBezTo>
                  <a:cubicBezTo>
                    <a:pt x="23211" y="13030"/>
                    <a:pt x="23174" y="13023"/>
                    <a:pt x="23141" y="13023"/>
                  </a:cubicBezTo>
                  <a:cubicBezTo>
                    <a:pt x="22871" y="13023"/>
                    <a:pt x="22800" y="13458"/>
                    <a:pt x="23116" y="13577"/>
                  </a:cubicBezTo>
                  <a:cubicBezTo>
                    <a:pt x="23738" y="13799"/>
                    <a:pt x="24314" y="14154"/>
                    <a:pt x="24758" y="14642"/>
                  </a:cubicBezTo>
                  <a:cubicBezTo>
                    <a:pt x="24825" y="14708"/>
                    <a:pt x="24902" y="14742"/>
                    <a:pt x="24974" y="14742"/>
                  </a:cubicBezTo>
                  <a:cubicBezTo>
                    <a:pt x="25046" y="14742"/>
                    <a:pt x="25113" y="14708"/>
                    <a:pt x="25157" y="14642"/>
                  </a:cubicBezTo>
                  <a:cubicBezTo>
                    <a:pt x="25157" y="14864"/>
                    <a:pt x="25157" y="15130"/>
                    <a:pt x="25157" y="15352"/>
                  </a:cubicBezTo>
                  <a:cubicBezTo>
                    <a:pt x="25113" y="15307"/>
                    <a:pt x="25024" y="15263"/>
                    <a:pt x="24980" y="15263"/>
                  </a:cubicBezTo>
                  <a:lnTo>
                    <a:pt x="24935" y="15263"/>
                  </a:lnTo>
                  <a:cubicBezTo>
                    <a:pt x="24847" y="15219"/>
                    <a:pt x="24802" y="15130"/>
                    <a:pt x="24758" y="15130"/>
                  </a:cubicBezTo>
                  <a:cubicBezTo>
                    <a:pt x="24625" y="14997"/>
                    <a:pt x="24492" y="14908"/>
                    <a:pt x="24314" y="14819"/>
                  </a:cubicBezTo>
                  <a:cubicBezTo>
                    <a:pt x="24048" y="14686"/>
                    <a:pt x="23738" y="14553"/>
                    <a:pt x="23383" y="14509"/>
                  </a:cubicBezTo>
                  <a:cubicBezTo>
                    <a:pt x="23359" y="14497"/>
                    <a:pt x="23332" y="14491"/>
                    <a:pt x="23304" y="14491"/>
                  </a:cubicBezTo>
                  <a:cubicBezTo>
                    <a:pt x="23229" y="14491"/>
                    <a:pt x="23149" y="14533"/>
                    <a:pt x="23116" y="14597"/>
                  </a:cubicBezTo>
                  <a:cubicBezTo>
                    <a:pt x="22983" y="13488"/>
                    <a:pt x="22584" y="12468"/>
                    <a:pt x="21963" y="11580"/>
                  </a:cubicBezTo>
                  <a:cubicBezTo>
                    <a:pt x="21897" y="11488"/>
                    <a:pt x="21807" y="11451"/>
                    <a:pt x="21720" y="11451"/>
                  </a:cubicBezTo>
                  <a:cubicBezTo>
                    <a:pt x="21514" y="11451"/>
                    <a:pt x="21319" y="11660"/>
                    <a:pt x="21475" y="11847"/>
                  </a:cubicBezTo>
                  <a:cubicBezTo>
                    <a:pt x="22185" y="12823"/>
                    <a:pt x="22584" y="13976"/>
                    <a:pt x="22628" y="15219"/>
                  </a:cubicBezTo>
                  <a:cubicBezTo>
                    <a:pt x="22628" y="15396"/>
                    <a:pt x="22761" y="15485"/>
                    <a:pt x="22895" y="15485"/>
                  </a:cubicBezTo>
                  <a:cubicBezTo>
                    <a:pt x="23028" y="15485"/>
                    <a:pt x="23161" y="15396"/>
                    <a:pt x="23161" y="15219"/>
                  </a:cubicBezTo>
                  <a:lnTo>
                    <a:pt x="23161" y="14997"/>
                  </a:lnTo>
                  <a:cubicBezTo>
                    <a:pt x="23205" y="14997"/>
                    <a:pt x="23250" y="14997"/>
                    <a:pt x="23250" y="15041"/>
                  </a:cubicBezTo>
                  <a:cubicBezTo>
                    <a:pt x="23604" y="15086"/>
                    <a:pt x="23915" y="15219"/>
                    <a:pt x="24181" y="15396"/>
                  </a:cubicBezTo>
                  <a:cubicBezTo>
                    <a:pt x="24314" y="15485"/>
                    <a:pt x="24447" y="15574"/>
                    <a:pt x="24581" y="15662"/>
                  </a:cubicBezTo>
                  <a:cubicBezTo>
                    <a:pt x="24669" y="15751"/>
                    <a:pt x="24758" y="15884"/>
                    <a:pt x="24891" y="15884"/>
                  </a:cubicBezTo>
                  <a:cubicBezTo>
                    <a:pt x="24913" y="15906"/>
                    <a:pt x="24935" y="15917"/>
                    <a:pt x="24958" y="15917"/>
                  </a:cubicBezTo>
                  <a:cubicBezTo>
                    <a:pt x="24980" y="15917"/>
                    <a:pt x="25002" y="15906"/>
                    <a:pt x="25024" y="15884"/>
                  </a:cubicBezTo>
                  <a:cubicBezTo>
                    <a:pt x="25061" y="15994"/>
                    <a:pt x="25157" y="16073"/>
                    <a:pt x="25265" y="16073"/>
                  </a:cubicBezTo>
                  <a:cubicBezTo>
                    <a:pt x="25288" y="16073"/>
                    <a:pt x="25311" y="16069"/>
                    <a:pt x="25335" y="16062"/>
                  </a:cubicBezTo>
                  <a:cubicBezTo>
                    <a:pt x="25765" y="15976"/>
                    <a:pt x="26194" y="15927"/>
                    <a:pt x="26612" y="15927"/>
                  </a:cubicBezTo>
                  <a:cubicBezTo>
                    <a:pt x="26841" y="15927"/>
                    <a:pt x="27067" y="15941"/>
                    <a:pt x="27287" y="15973"/>
                  </a:cubicBezTo>
                  <a:cubicBezTo>
                    <a:pt x="26843" y="16239"/>
                    <a:pt x="26444" y="16550"/>
                    <a:pt x="26045" y="16860"/>
                  </a:cubicBezTo>
                  <a:cubicBezTo>
                    <a:pt x="25840" y="17065"/>
                    <a:pt x="26028" y="17347"/>
                    <a:pt x="26247" y="17347"/>
                  </a:cubicBezTo>
                  <a:cubicBezTo>
                    <a:pt x="26313" y="17347"/>
                    <a:pt x="26382" y="17321"/>
                    <a:pt x="26444" y="17260"/>
                  </a:cubicBezTo>
                  <a:cubicBezTo>
                    <a:pt x="26932" y="16860"/>
                    <a:pt x="27509" y="16461"/>
                    <a:pt x="28086" y="16150"/>
                  </a:cubicBezTo>
                  <a:lnTo>
                    <a:pt x="28086" y="16150"/>
                  </a:lnTo>
                  <a:cubicBezTo>
                    <a:pt x="28041" y="16417"/>
                    <a:pt x="27997" y="16683"/>
                    <a:pt x="27953" y="16905"/>
                  </a:cubicBezTo>
                  <a:cubicBezTo>
                    <a:pt x="27908" y="16905"/>
                    <a:pt x="27864" y="16949"/>
                    <a:pt x="27819" y="16949"/>
                  </a:cubicBezTo>
                  <a:cubicBezTo>
                    <a:pt x="26976" y="17526"/>
                    <a:pt x="26267" y="18236"/>
                    <a:pt x="25690" y="19079"/>
                  </a:cubicBezTo>
                  <a:cubicBezTo>
                    <a:pt x="25563" y="19300"/>
                    <a:pt x="25774" y="19498"/>
                    <a:pt x="25970" y="19498"/>
                  </a:cubicBezTo>
                  <a:cubicBezTo>
                    <a:pt x="26050" y="19498"/>
                    <a:pt x="26127" y="19466"/>
                    <a:pt x="26178" y="19389"/>
                  </a:cubicBezTo>
                  <a:cubicBezTo>
                    <a:pt x="26621" y="18724"/>
                    <a:pt x="27154" y="18191"/>
                    <a:pt x="27731" y="17703"/>
                  </a:cubicBezTo>
                  <a:lnTo>
                    <a:pt x="27731" y="17703"/>
                  </a:lnTo>
                  <a:cubicBezTo>
                    <a:pt x="27642" y="18103"/>
                    <a:pt x="27509" y="18502"/>
                    <a:pt x="27376" y="18857"/>
                  </a:cubicBezTo>
                  <a:cubicBezTo>
                    <a:pt x="27287" y="18857"/>
                    <a:pt x="27198" y="18901"/>
                    <a:pt x="27154" y="18946"/>
                  </a:cubicBezTo>
                  <a:cubicBezTo>
                    <a:pt x="26400" y="19744"/>
                    <a:pt x="25867" y="20720"/>
                    <a:pt x="25601" y="21785"/>
                  </a:cubicBezTo>
                  <a:cubicBezTo>
                    <a:pt x="25601" y="21874"/>
                    <a:pt x="25601" y="21963"/>
                    <a:pt x="25690" y="22051"/>
                  </a:cubicBezTo>
                  <a:cubicBezTo>
                    <a:pt x="25468" y="22362"/>
                    <a:pt x="25202" y="22717"/>
                    <a:pt x="24935" y="23027"/>
                  </a:cubicBezTo>
                  <a:cubicBezTo>
                    <a:pt x="24980" y="21963"/>
                    <a:pt x="25290" y="20942"/>
                    <a:pt x="25823" y="20055"/>
                  </a:cubicBezTo>
                  <a:cubicBezTo>
                    <a:pt x="25944" y="19842"/>
                    <a:pt x="25754" y="19650"/>
                    <a:pt x="25564" y="19650"/>
                  </a:cubicBezTo>
                  <a:cubicBezTo>
                    <a:pt x="25477" y="19650"/>
                    <a:pt x="25391" y="19691"/>
                    <a:pt x="25335" y="19789"/>
                  </a:cubicBezTo>
                  <a:cubicBezTo>
                    <a:pt x="24714" y="20809"/>
                    <a:pt x="24403" y="22007"/>
                    <a:pt x="24359" y="23205"/>
                  </a:cubicBezTo>
                  <a:lnTo>
                    <a:pt x="24181" y="22983"/>
                  </a:lnTo>
                  <a:lnTo>
                    <a:pt x="24181" y="22939"/>
                  </a:lnTo>
                  <a:cubicBezTo>
                    <a:pt x="23915" y="21430"/>
                    <a:pt x="24314" y="19877"/>
                    <a:pt x="25290" y="18679"/>
                  </a:cubicBezTo>
                  <a:cubicBezTo>
                    <a:pt x="25461" y="18475"/>
                    <a:pt x="25265" y="18192"/>
                    <a:pt x="25065" y="18192"/>
                  </a:cubicBezTo>
                  <a:cubicBezTo>
                    <a:pt x="25004" y="18192"/>
                    <a:pt x="24943" y="18218"/>
                    <a:pt x="24891" y="18280"/>
                  </a:cubicBezTo>
                  <a:cubicBezTo>
                    <a:pt x="24181" y="19167"/>
                    <a:pt x="23738" y="20232"/>
                    <a:pt x="23604" y="21341"/>
                  </a:cubicBezTo>
                  <a:cubicBezTo>
                    <a:pt x="23560" y="21297"/>
                    <a:pt x="23560" y="21253"/>
                    <a:pt x="23516" y="21253"/>
                  </a:cubicBezTo>
                  <a:cubicBezTo>
                    <a:pt x="23205" y="21031"/>
                    <a:pt x="22850" y="20809"/>
                    <a:pt x="22495" y="20632"/>
                  </a:cubicBezTo>
                  <a:cubicBezTo>
                    <a:pt x="22673" y="20321"/>
                    <a:pt x="22939" y="20055"/>
                    <a:pt x="23250" y="19877"/>
                  </a:cubicBezTo>
                  <a:cubicBezTo>
                    <a:pt x="23514" y="19726"/>
                    <a:pt x="23329" y="19351"/>
                    <a:pt x="23104" y="19351"/>
                  </a:cubicBezTo>
                  <a:cubicBezTo>
                    <a:pt x="23064" y="19351"/>
                    <a:pt x="23023" y="19363"/>
                    <a:pt x="22983" y="19389"/>
                  </a:cubicBezTo>
                  <a:cubicBezTo>
                    <a:pt x="22495" y="19700"/>
                    <a:pt x="22140" y="20099"/>
                    <a:pt x="21874" y="20587"/>
                  </a:cubicBezTo>
                  <a:cubicBezTo>
                    <a:pt x="21741" y="20676"/>
                    <a:pt x="21785" y="20898"/>
                    <a:pt x="21918" y="20986"/>
                  </a:cubicBezTo>
                  <a:cubicBezTo>
                    <a:pt x="22407" y="21164"/>
                    <a:pt x="22850" y="21430"/>
                    <a:pt x="23250" y="21741"/>
                  </a:cubicBezTo>
                  <a:cubicBezTo>
                    <a:pt x="23283" y="21775"/>
                    <a:pt x="23324" y="21789"/>
                    <a:pt x="23366" y="21789"/>
                  </a:cubicBezTo>
                  <a:cubicBezTo>
                    <a:pt x="23433" y="21789"/>
                    <a:pt x="23505" y="21751"/>
                    <a:pt x="23560" y="21696"/>
                  </a:cubicBezTo>
                  <a:lnTo>
                    <a:pt x="23560" y="21696"/>
                  </a:lnTo>
                  <a:cubicBezTo>
                    <a:pt x="23516" y="22184"/>
                    <a:pt x="23560" y="22628"/>
                    <a:pt x="23604" y="23072"/>
                  </a:cubicBezTo>
                  <a:cubicBezTo>
                    <a:pt x="23604" y="23160"/>
                    <a:pt x="23649" y="23205"/>
                    <a:pt x="23693" y="23249"/>
                  </a:cubicBezTo>
                  <a:cubicBezTo>
                    <a:pt x="23693" y="23294"/>
                    <a:pt x="23738" y="23338"/>
                    <a:pt x="23738" y="23338"/>
                  </a:cubicBezTo>
                  <a:lnTo>
                    <a:pt x="24181" y="23826"/>
                  </a:lnTo>
                  <a:cubicBezTo>
                    <a:pt x="23915" y="24048"/>
                    <a:pt x="23693" y="24270"/>
                    <a:pt x="23427" y="24492"/>
                  </a:cubicBezTo>
                  <a:cubicBezTo>
                    <a:pt x="22850" y="24935"/>
                    <a:pt x="22273" y="25335"/>
                    <a:pt x="21608" y="25645"/>
                  </a:cubicBezTo>
                  <a:lnTo>
                    <a:pt x="21874" y="25335"/>
                  </a:lnTo>
                  <a:cubicBezTo>
                    <a:pt x="21918" y="25290"/>
                    <a:pt x="21918" y="25246"/>
                    <a:pt x="21918" y="25201"/>
                  </a:cubicBezTo>
                  <a:cubicBezTo>
                    <a:pt x="21988" y="25259"/>
                    <a:pt x="22067" y="25284"/>
                    <a:pt x="22141" y="25284"/>
                  </a:cubicBezTo>
                  <a:cubicBezTo>
                    <a:pt x="22351" y="25284"/>
                    <a:pt x="22526" y="25087"/>
                    <a:pt x="22362" y="24891"/>
                  </a:cubicBezTo>
                  <a:cubicBezTo>
                    <a:pt x="21918" y="24270"/>
                    <a:pt x="21342" y="23737"/>
                    <a:pt x="20676" y="23338"/>
                  </a:cubicBezTo>
                  <a:cubicBezTo>
                    <a:pt x="20632" y="23316"/>
                    <a:pt x="20587" y="23305"/>
                    <a:pt x="20543" y="23305"/>
                  </a:cubicBezTo>
                  <a:cubicBezTo>
                    <a:pt x="20499" y="23305"/>
                    <a:pt x="20454" y="23316"/>
                    <a:pt x="20410" y="23338"/>
                  </a:cubicBezTo>
                  <a:cubicBezTo>
                    <a:pt x="20499" y="23205"/>
                    <a:pt x="20587" y="23116"/>
                    <a:pt x="20676" y="22983"/>
                  </a:cubicBezTo>
                  <a:cubicBezTo>
                    <a:pt x="20676" y="23027"/>
                    <a:pt x="20721" y="23027"/>
                    <a:pt x="20765" y="23072"/>
                  </a:cubicBezTo>
                  <a:cubicBezTo>
                    <a:pt x="21386" y="23515"/>
                    <a:pt x="22007" y="24092"/>
                    <a:pt x="22540" y="24713"/>
                  </a:cubicBezTo>
                  <a:cubicBezTo>
                    <a:pt x="22591" y="24775"/>
                    <a:pt x="22652" y="24801"/>
                    <a:pt x="22713" y="24801"/>
                  </a:cubicBezTo>
                  <a:cubicBezTo>
                    <a:pt x="22914" y="24801"/>
                    <a:pt x="23109" y="24518"/>
                    <a:pt x="22939" y="24314"/>
                  </a:cubicBezTo>
                  <a:cubicBezTo>
                    <a:pt x="22362" y="23693"/>
                    <a:pt x="21741" y="23072"/>
                    <a:pt x="21031" y="22584"/>
                  </a:cubicBezTo>
                  <a:cubicBezTo>
                    <a:pt x="20987" y="22584"/>
                    <a:pt x="20942" y="22539"/>
                    <a:pt x="20898" y="22539"/>
                  </a:cubicBezTo>
                  <a:cubicBezTo>
                    <a:pt x="20987" y="22406"/>
                    <a:pt x="21031" y="22273"/>
                    <a:pt x="21075" y="22184"/>
                  </a:cubicBezTo>
                  <a:cubicBezTo>
                    <a:pt x="21785" y="22761"/>
                    <a:pt x="22495" y="23382"/>
                    <a:pt x="23116" y="24092"/>
                  </a:cubicBezTo>
                  <a:cubicBezTo>
                    <a:pt x="23168" y="24154"/>
                    <a:pt x="23229" y="24180"/>
                    <a:pt x="23290" y="24180"/>
                  </a:cubicBezTo>
                  <a:cubicBezTo>
                    <a:pt x="23490" y="24180"/>
                    <a:pt x="23686" y="23897"/>
                    <a:pt x="23516" y="23693"/>
                  </a:cubicBezTo>
                  <a:cubicBezTo>
                    <a:pt x="22850" y="22983"/>
                    <a:pt x="22185" y="22317"/>
                    <a:pt x="21430" y="21741"/>
                  </a:cubicBezTo>
                  <a:cubicBezTo>
                    <a:pt x="21386" y="21696"/>
                    <a:pt x="21297" y="21652"/>
                    <a:pt x="21253" y="21652"/>
                  </a:cubicBezTo>
                  <a:cubicBezTo>
                    <a:pt x="21430" y="20898"/>
                    <a:pt x="21386" y="20055"/>
                    <a:pt x="21164" y="19300"/>
                  </a:cubicBezTo>
                  <a:cubicBezTo>
                    <a:pt x="21129" y="19140"/>
                    <a:pt x="21014" y="19073"/>
                    <a:pt x="20895" y="19073"/>
                  </a:cubicBezTo>
                  <a:cubicBezTo>
                    <a:pt x="20719" y="19073"/>
                    <a:pt x="20534" y="19221"/>
                    <a:pt x="20587" y="19434"/>
                  </a:cubicBezTo>
                  <a:cubicBezTo>
                    <a:pt x="21031" y="20809"/>
                    <a:pt x="20721" y="22273"/>
                    <a:pt x="19744" y="23338"/>
                  </a:cubicBezTo>
                  <a:cubicBezTo>
                    <a:pt x="19529" y="23518"/>
                    <a:pt x="19721" y="23785"/>
                    <a:pt x="19944" y="23785"/>
                  </a:cubicBezTo>
                  <a:cubicBezTo>
                    <a:pt x="19996" y="23785"/>
                    <a:pt x="20049" y="23771"/>
                    <a:pt x="20099" y="23737"/>
                  </a:cubicBezTo>
                  <a:lnTo>
                    <a:pt x="20099" y="23737"/>
                  </a:lnTo>
                  <a:cubicBezTo>
                    <a:pt x="19079" y="25113"/>
                    <a:pt x="17792" y="26311"/>
                    <a:pt x="16372" y="27242"/>
                  </a:cubicBezTo>
                  <a:cubicBezTo>
                    <a:pt x="16328" y="27242"/>
                    <a:pt x="16284" y="27287"/>
                    <a:pt x="16284" y="27331"/>
                  </a:cubicBezTo>
                  <a:cubicBezTo>
                    <a:pt x="15848" y="27373"/>
                    <a:pt x="15412" y="27394"/>
                    <a:pt x="14978" y="27394"/>
                  </a:cubicBezTo>
                  <a:cubicBezTo>
                    <a:pt x="12227" y="27394"/>
                    <a:pt x="9526" y="26557"/>
                    <a:pt x="7188" y="25024"/>
                  </a:cubicBezTo>
                  <a:cubicBezTo>
                    <a:pt x="2840" y="21963"/>
                    <a:pt x="755" y="16594"/>
                    <a:pt x="1864" y="11403"/>
                  </a:cubicBezTo>
                  <a:cubicBezTo>
                    <a:pt x="2485" y="8741"/>
                    <a:pt x="3861" y="6301"/>
                    <a:pt x="5813" y="4393"/>
                  </a:cubicBezTo>
                  <a:cubicBezTo>
                    <a:pt x="7672" y="2534"/>
                    <a:pt x="10477" y="675"/>
                    <a:pt x="13255" y="675"/>
                  </a:cubicBezTo>
                  <a:cubicBezTo>
                    <a:pt x="13660" y="675"/>
                    <a:pt x="14064" y="714"/>
                    <a:pt x="14465" y="799"/>
                  </a:cubicBezTo>
                  <a:cubicBezTo>
                    <a:pt x="14598" y="799"/>
                    <a:pt x="14731" y="755"/>
                    <a:pt x="14775" y="622"/>
                  </a:cubicBezTo>
                  <a:close/>
                  <a:moveTo>
                    <a:pt x="14243" y="0"/>
                  </a:moveTo>
                  <a:cubicBezTo>
                    <a:pt x="14154" y="0"/>
                    <a:pt x="14065" y="45"/>
                    <a:pt x="14021" y="89"/>
                  </a:cubicBezTo>
                  <a:cubicBezTo>
                    <a:pt x="13767" y="63"/>
                    <a:pt x="13513" y="50"/>
                    <a:pt x="13260" y="50"/>
                  </a:cubicBezTo>
                  <a:cubicBezTo>
                    <a:pt x="8423" y="50"/>
                    <a:pt x="3772" y="4742"/>
                    <a:pt x="2086" y="8874"/>
                  </a:cubicBezTo>
                  <a:cubicBezTo>
                    <a:pt x="1" y="14021"/>
                    <a:pt x="1110" y="19877"/>
                    <a:pt x="4926" y="23826"/>
                  </a:cubicBezTo>
                  <a:cubicBezTo>
                    <a:pt x="7554" y="26510"/>
                    <a:pt x="11298" y="27909"/>
                    <a:pt x="15031" y="27909"/>
                  </a:cubicBezTo>
                  <a:cubicBezTo>
                    <a:pt x="17347" y="27909"/>
                    <a:pt x="19658" y="27370"/>
                    <a:pt x="21697" y="26266"/>
                  </a:cubicBezTo>
                  <a:cubicBezTo>
                    <a:pt x="26799" y="23471"/>
                    <a:pt x="29683" y="17126"/>
                    <a:pt x="28707" y="11403"/>
                  </a:cubicBezTo>
                  <a:cubicBezTo>
                    <a:pt x="27509" y="4437"/>
                    <a:pt x="20898" y="355"/>
                    <a:pt x="14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40">
              <a:extLst>
                <a:ext uri="{FF2B5EF4-FFF2-40B4-BE49-F238E27FC236}">
                  <a16:creationId xmlns:a16="http://schemas.microsoft.com/office/drawing/2014/main" id="{8D051328-DE9A-2C98-9464-38E7F1328019}"/>
                </a:ext>
              </a:extLst>
            </p:cNvPr>
            <p:cNvSpPr/>
            <p:nvPr/>
          </p:nvSpPr>
          <p:spPr>
            <a:xfrm>
              <a:off x="7061795" y="4119640"/>
              <a:ext cx="199954" cy="143676"/>
            </a:xfrm>
            <a:custGeom>
              <a:avLst/>
              <a:gdLst/>
              <a:ahLst/>
              <a:cxnLst/>
              <a:rect l="l" t="t" r="r" b="b"/>
              <a:pathLst>
                <a:path w="1510" h="1085" extrusionOk="0">
                  <a:moveTo>
                    <a:pt x="382" y="1"/>
                  </a:moveTo>
                  <a:cubicBezTo>
                    <a:pt x="75" y="1"/>
                    <a:pt x="1" y="474"/>
                    <a:pt x="319" y="553"/>
                  </a:cubicBezTo>
                  <a:cubicBezTo>
                    <a:pt x="585" y="642"/>
                    <a:pt x="807" y="775"/>
                    <a:pt x="985" y="997"/>
                  </a:cubicBezTo>
                  <a:cubicBezTo>
                    <a:pt x="1026" y="1059"/>
                    <a:pt x="1079" y="1085"/>
                    <a:pt x="1134" y="1085"/>
                  </a:cubicBezTo>
                  <a:cubicBezTo>
                    <a:pt x="1314" y="1085"/>
                    <a:pt x="1510" y="802"/>
                    <a:pt x="1340" y="598"/>
                  </a:cubicBezTo>
                  <a:cubicBezTo>
                    <a:pt x="1118" y="287"/>
                    <a:pt x="807" y="110"/>
                    <a:pt x="497" y="21"/>
                  </a:cubicBezTo>
                  <a:cubicBezTo>
                    <a:pt x="456" y="7"/>
                    <a:pt x="418" y="1"/>
                    <a:pt x="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40">
              <a:extLst>
                <a:ext uri="{FF2B5EF4-FFF2-40B4-BE49-F238E27FC236}">
                  <a16:creationId xmlns:a16="http://schemas.microsoft.com/office/drawing/2014/main" id="{61A0D017-3A09-EC50-98F2-8AB7CAEEFA06}"/>
                </a:ext>
              </a:extLst>
            </p:cNvPr>
            <p:cNvSpPr/>
            <p:nvPr/>
          </p:nvSpPr>
          <p:spPr>
            <a:xfrm>
              <a:off x="7256717" y="4247161"/>
              <a:ext cx="76539" cy="85278"/>
            </a:xfrm>
            <a:custGeom>
              <a:avLst/>
              <a:gdLst/>
              <a:ahLst/>
              <a:cxnLst/>
              <a:rect l="l" t="t" r="r" b="b"/>
              <a:pathLst>
                <a:path w="578" h="644" extrusionOk="0">
                  <a:moveTo>
                    <a:pt x="289" y="1"/>
                  </a:moveTo>
                  <a:cubicBezTo>
                    <a:pt x="145" y="1"/>
                    <a:pt x="1" y="100"/>
                    <a:pt x="1" y="300"/>
                  </a:cubicBezTo>
                  <a:lnTo>
                    <a:pt x="1" y="344"/>
                  </a:lnTo>
                  <a:cubicBezTo>
                    <a:pt x="1" y="544"/>
                    <a:pt x="145" y="644"/>
                    <a:pt x="289" y="644"/>
                  </a:cubicBezTo>
                  <a:cubicBezTo>
                    <a:pt x="433" y="644"/>
                    <a:pt x="578" y="544"/>
                    <a:pt x="578" y="344"/>
                  </a:cubicBezTo>
                  <a:lnTo>
                    <a:pt x="578" y="300"/>
                  </a:lnTo>
                  <a:cubicBezTo>
                    <a:pt x="578" y="100"/>
                    <a:pt x="433" y="1"/>
                    <a:pt x="2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40">
              <a:extLst>
                <a:ext uri="{FF2B5EF4-FFF2-40B4-BE49-F238E27FC236}">
                  <a16:creationId xmlns:a16="http://schemas.microsoft.com/office/drawing/2014/main" id="{D54F0A2D-D2A7-FE2A-C8C5-43C04163B37F}"/>
                </a:ext>
              </a:extLst>
            </p:cNvPr>
            <p:cNvSpPr/>
            <p:nvPr/>
          </p:nvSpPr>
          <p:spPr>
            <a:xfrm>
              <a:off x="7579954" y="3652330"/>
              <a:ext cx="105804" cy="70580"/>
            </a:xfrm>
            <a:custGeom>
              <a:avLst/>
              <a:gdLst/>
              <a:ahLst/>
              <a:cxnLst/>
              <a:rect l="l" t="t" r="r" b="b"/>
              <a:pathLst>
                <a:path w="799" h="533" extrusionOk="0">
                  <a:moveTo>
                    <a:pt x="355" y="0"/>
                  </a:moveTo>
                  <a:cubicBezTo>
                    <a:pt x="0" y="0"/>
                    <a:pt x="0" y="533"/>
                    <a:pt x="355" y="533"/>
                  </a:cubicBezTo>
                  <a:lnTo>
                    <a:pt x="444" y="533"/>
                  </a:lnTo>
                  <a:cubicBezTo>
                    <a:pt x="799" y="533"/>
                    <a:pt x="799" y="0"/>
                    <a:pt x="4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40">
              <a:extLst>
                <a:ext uri="{FF2B5EF4-FFF2-40B4-BE49-F238E27FC236}">
                  <a16:creationId xmlns:a16="http://schemas.microsoft.com/office/drawing/2014/main" id="{115F5C68-0582-076D-DEE7-BF06FB869D64}"/>
                </a:ext>
              </a:extLst>
            </p:cNvPr>
            <p:cNvSpPr/>
            <p:nvPr/>
          </p:nvSpPr>
          <p:spPr>
            <a:xfrm>
              <a:off x="7193950" y="3569700"/>
              <a:ext cx="489954" cy="287616"/>
            </a:xfrm>
            <a:custGeom>
              <a:avLst/>
              <a:gdLst/>
              <a:ahLst/>
              <a:cxnLst/>
              <a:rect l="l" t="t" r="r" b="b"/>
              <a:pathLst>
                <a:path w="3700" h="2172" extrusionOk="0">
                  <a:moveTo>
                    <a:pt x="3267" y="1"/>
                  </a:moveTo>
                  <a:cubicBezTo>
                    <a:pt x="3254" y="1"/>
                    <a:pt x="3240" y="1"/>
                    <a:pt x="3226" y="3"/>
                  </a:cubicBezTo>
                  <a:cubicBezTo>
                    <a:pt x="2072" y="269"/>
                    <a:pt x="1052" y="846"/>
                    <a:pt x="209" y="1689"/>
                  </a:cubicBezTo>
                  <a:cubicBezTo>
                    <a:pt x="1" y="1862"/>
                    <a:pt x="172" y="2171"/>
                    <a:pt x="405" y="2171"/>
                  </a:cubicBezTo>
                  <a:cubicBezTo>
                    <a:pt x="470" y="2171"/>
                    <a:pt x="540" y="2147"/>
                    <a:pt x="608" y="2089"/>
                  </a:cubicBezTo>
                  <a:cubicBezTo>
                    <a:pt x="1362" y="1334"/>
                    <a:pt x="2294" y="802"/>
                    <a:pt x="3359" y="580"/>
                  </a:cubicBezTo>
                  <a:cubicBezTo>
                    <a:pt x="3700" y="495"/>
                    <a:pt x="3590" y="1"/>
                    <a:pt x="3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40">
              <a:extLst>
                <a:ext uri="{FF2B5EF4-FFF2-40B4-BE49-F238E27FC236}">
                  <a16:creationId xmlns:a16="http://schemas.microsoft.com/office/drawing/2014/main" id="{97200574-931E-445F-0D1A-B68BD0E5A6B5}"/>
                </a:ext>
              </a:extLst>
            </p:cNvPr>
            <p:cNvSpPr/>
            <p:nvPr/>
          </p:nvSpPr>
          <p:spPr>
            <a:xfrm>
              <a:off x="7206795" y="3518056"/>
              <a:ext cx="202603" cy="169233"/>
            </a:xfrm>
            <a:custGeom>
              <a:avLst/>
              <a:gdLst/>
              <a:ahLst/>
              <a:cxnLst/>
              <a:rect l="l" t="t" r="r" b="b"/>
              <a:pathLst>
                <a:path w="1530" h="1278" extrusionOk="0">
                  <a:moveTo>
                    <a:pt x="1134" y="0"/>
                  </a:moveTo>
                  <a:cubicBezTo>
                    <a:pt x="1091" y="0"/>
                    <a:pt x="1046" y="12"/>
                    <a:pt x="999" y="38"/>
                  </a:cubicBezTo>
                  <a:cubicBezTo>
                    <a:pt x="688" y="260"/>
                    <a:pt x="378" y="526"/>
                    <a:pt x="156" y="881"/>
                  </a:cubicBezTo>
                  <a:cubicBezTo>
                    <a:pt x="0" y="1068"/>
                    <a:pt x="195" y="1277"/>
                    <a:pt x="401" y="1277"/>
                  </a:cubicBezTo>
                  <a:cubicBezTo>
                    <a:pt x="489" y="1277"/>
                    <a:pt x="578" y="1240"/>
                    <a:pt x="644" y="1147"/>
                  </a:cubicBezTo>
                  <a:cubicBezTo>
                    <a:pt x="822" y="881"/>
                    <a:pt x="1043" y="704"/>
                    <a:pt x="1265" y="526"/>
                  </a:cubicBezTo>
                  <a:cubicBezTo>
                    <a:pt x="1529" y="375"/>
                    <a:pt x="1376" y="0"/>
                    <a:pt x="1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40">
              <a:extLst>
                <a:ext uri="{FF2B5EF4-FFF2-40B4-BE49-F238E27FC236}">
                  <a16:creationId xmlns:a16="http://schemas.microsoft.com/office/drawing/2014/main" id="{CD7ED304-F3A3-7292-EC29-00AC9C5817A1}"/>
                </a:ext>
              </a:extLst>
            </p:cNvPr>
            <p:cNvSpPr/>
            <p:nvPr/>
          </p:nvSpPr>
          <p:spPr>
            <a:xfrm>
              <a:off x="7254466" y="2893034"/>
              <a:ext cx="202867" cy="116000"/>
            </a:xfrm>
            <a:custGeom>
              <a:avLst/>
              <a:gdLst/>
              <a:ahLst/>
              <a:cxnLst/>
              <a:rect l="l" t="t" r="r" b="b"/>
              <a:pathLst>
                <a:path w="1532" h="876" extrusionOk="0">
                  <a:moveTo>
                    <a:pt x="393" y="1"/>
                  </a:moveTo>
                  <a:cubicBezTo>
                    <a:pt x="127" y="1"/>
                    <a:pt x="1" y="465"/>
                    <a:pt x="328" y="588"/>
                  </a:cubicBezTo>
                  <a:lnTo>
                    <a:pt x="1083" y="854"/>
                  </a:lnTo>
                  <a:cubicBezTo>
                    <a:pt x="1117" y="868"/>
                    <a:pt x="1149" y="875"/>
                    <a:pt x="1179" y="875"/>
                  </a:cubicBezTo>
                  <a:cubicBezTo>
                    <a:pt x="1426" y="875"/>
                    <a:pt x="1532" y="440"/>
                    <a:pt x="1216" y="321"/>
                  </a:cubicBezTo>
                  <a:lnTo>
                    <a:pt x="462" y="11"/>
                  </a:lnTo>
                  <a:cubicBezTo>
                    <a:pt x="438" y="4"/>
                    <a:pt x="415" y="1"/>
                    <a:pt x="3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40">
              <a:extLst>
                <a:ext uri="{FF2B5EF4-FFF2-40B4-BE49-F238E27FC236}">
                  <a16:creationId xmlns:a16="http://schemas.microsoft.com/office/drawing/2014/main" id="{1B4D4623-86F1-2BD0-0408-D7E14B5FCAEF}"/>
                </a:ext>
              </a:extLst>
            </p:cNvPr>
            <p:cNvSpPr/>
            <p:nvPr/>
          </p:nvSpPr>
          <p:spPr>
            <a:xfrm>
              <a:off x="7462365" y="2972221"/>
              <a:ext cx="70712" cy="80909"/>
            </a:xfrm>
            <a:custGeom>
              <a:avLst/>
              <a:gdLst/>
              <a:ahLst/>
              <a:cxnLst/>
              <a:rect l="l" t="t" r="r" b="b"/>
              <a:pathLst>
                <a:path w="534" h="611" extrusionOk="0">
                  <a:moveTo>
                    <a:pt x="267" y="1"/>
                  </a:moveTo>
                  <a:cubicBezTo>
                    <a:pt x="134" y="1"/>
                    <a:pt x="1" y="101"/>
                    <a:pt x="1" y="300"/>
                  </a:cubicBezTo>
                  <a:lnTo>
                    <a:pt x="1" y="345"/>
                  </a:lnTo>
                  <a:cubicBezTo>
                    <a:pt x="1" y="522"/>
                    <a:pt x="134" y="611"/>
                    <a:pt x="267" y="611"/>
                  </a:cubicBezTo>
                  <a:cubicBezTo>
                    <a:pt x="400" y="611"/>
                    <a:pt x="533" y="522"/>
                    <a:pt x="533" y="345"/>
                  </a:cubicBezTo>
                  <a:lnTo>
                    <a:pt x="533" y="300"/>
                  </a:lnTo>
                  <a:cubicBezTo>
                    <a:pt x="533" y="101"/>
                    <a:pt x="400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40">
              <a:extLst>
                <a:ext uri="{FF2B5EF4-FFF2-40B4-BE49-F238E27FC236}">
                  <a16:creationId xmlns:a16="http://schemas.microsoft.com/office/drawing/2014/main" id="{33D2EA27-CDA1-F5A5-8CF0-FAAD601F1FE1}"/>
                </a:ext>
              </a:extLst>
            </p:cNvPr>
            <p:cNvSpPr/>
            <p:nvPr/>
          </p:nvSpPr>
          <p:spPr>
            <a:xfrm>
              <a:off x="7529899" y="2430226"/>
              <a:ext cx="276625" cy="422155"/>
            </a:xfrm>
            <a:custGeom>
              <a:avLst/>
              <a:gdLst/>
              <a:ahLst/>
              <a:cxnLst/>
              <a:rect l="l" t="t" r="r" b="b"/>
              <a:pathLst>
                <a:path w="2089" h="3188" extrusionOk="0">
                  <a:moveTo>
                    <a:pt x="256" y="1"/>
                  </a:moveTo>
                  <a:cubicBezTo>
                    <a:pt x="123" y="1"/>
                    <a:pt x="1" y="90"/>
                    <a:pt x="23" y="267"/>
                  </a:cubicBezTo>
                  <a:cubicBezTo>
                    <a:pt x="112" y="1332"/>
                    <a:pt x="556" y="2308"/>
                    <a:pt x="1265" y="3107"/>
                  </a:cubicBezTo>
                  <a:cubicBezTo>
                    <a:pt x="1321" y="3162"/>
                    <a:pt x="1390" y="3187"/>
                    <a:pt x="1458" y="3187"/>
                  </a:cubicBezTo>
                  <a:cubicBezTo>
                    <a:pt x="1607" y="3187"/>
                    <a:pt x="1753" y="3067"/>
                    <a:pt x="1753" y="2885"/>
                  </a:cubicBezTo>
                  <a:cubicBezTo>
                    <a:pt x="1777" y="2891"/>
                    <a:pt x="1799" y="2893"/>
                    <a:pt x="1821" y="2893"/>
                  </a:cubicBezTo>
                  <a:cubicBezTo>
                    <a:pt x="1964" y="2893"/>
                    <a:pt x="2064" y="2773"/>
                    <a:pt x="2064" y="2619"/>
                  </a:cubicBezTo>
                  <a:lnTo>
                    <a:pt x="2064" y="2574"/>
                  </a:lnTo>
                  <a:cubicBezTo>
                    <a:pt x="2089" y="2375"/>
                    <a:pt x="1918" y="2259"/>
                    <a:pt x="1755" y="2259"/>
                  </a:cubicBezTo>
                  <a:cubicBezTo>
                    <a:pt x="1629" y="2259"/>
                    <a:pt x="1507" y="2330"/>
                    <a:pt x="1487" y="2485"/>
                  </a:cubicBezTo>
                  <a:cubicBezTo>
                    <a:pt x="955" y="1864"/>
                    <a:pt x="644" y="1110"/>
                    <a:pt x="556" y="267"/>
                  </a:cubicBezTo>
                  <a:cubicBezTo>
                    <a:pt x="533" y="90"/>
                    <a:pt x="389" y="1"/>
                    <a:pt x="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40">
              <a:extLst>
                <a:ext uri="{FF2B5EF4-FFF2-40B4-BE49-F238E27FC236}">
                  <a16:creationId xmlns:a16="http://schemas.microsoft.com/office/drawing/2014/main" id="{41C1BD18-015B-4A63-C257-70CFDD11F64A}"/>
                </a:ext>
              </a:extLst>
            </p:cNvPr>
            <p:cNvSpPr/>
            <p:nvPr/>
          </p:nvSpPr>
          <p:spPr>
            <a:xfrm>
              <a:off x="7532945" y="2290788"/>
              <a:ext cx="76406" cy="80909"/>
            </a:xfrm>
            <a:custGeom>
              <a:avLst/>
              <a:gdLst/>
              <a:ahLst/>
              <a:cxnLst/>
              <a:rect l="l" t="t" r="r" b="b"/>
              <a:pathLst>
                <a:path w="577" h="611" extrusionOk="0">
                  <a:moveTo>
                    <a:pt x="289" y="0"/>
                  </a:moveTo>
                  <a:cubicBezTo>
                    <a:pt x="144" y="0"/>
                    <a:pt x="0" y="100"/>
                    <a:pt x="0" y="300"/>
                  </a:cubicBezTo>
                  <a:lnTo>
                    <a:pt x="0" y="344"/>
                  </a:lnTo>
                  <a:cubicBezTo>
                    <a:pt x="0" y="521"/>
                    <a:pt x="144" y="610"/>
                    <a:pt x="289" y="610"/>
                  </a:cubicBezTo>
                  <a:cubicBezTo>
                    <a:pt x="433" y="610"/>
                    <a:pt x="577" y="521"/>
                    <a:pt x="577" y="344"/>
                  </a:cubicBezTo>
                  <a:lnTo>
                    <a:pt x="577" y="300"/>
                  </a:lnTo>
                  <a:cubicBezTo>
                    <a:pt x="577" y="100"/>
                    <a:pt x="433" y="0"/>
                    <a:pt x="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40">
              <a:extLst>
                <a:ext uri="{FF2B5EF4-FFF2-40B4-BE49-F238E27FC236}">
                  <a16:creationId xmlns:a16="http://schemas.microsoft.com/office/drawing/2014/main" id="{70B7860C-6C74-76BD-9952-AF5F91FBE295}"/>
                </a:ext>
              </a:extLst>
            </p:cNvPr>
            <p:cNvSpPr/>
            <p:nvPr/>
          </p:nvSpPr>
          <p:spPr>
            <a:xfrm>
              <a:off x="7165877" y="2230537"/>
              <a:ext cx="326018" cy="124740"/>
            </a:xfrm>
            <a:custGeom>
              <a:avLst/>
              <a:gdLst/>
              <a:ahLst/>
              <a:cxnLst/>
              <a:rect l="l" t="t" r="r" b="b"/>
              <a:pathLst>
                <a:path w="2462" h="942" extrusionOk="0">
                  <a:moveTo>
                    <a:pt x="2018" y="0"/>
                  </a:moveTo>
                  <a:cubicBezTo>
                    <a:pt x="1929" y="0"/>
                    <a:pt x="1840" y="45"/>
                    <a:pt x="1796" y="133"/>
                  </a:cubicBezTo>
                  <a:cubicBezTo>
                    <a:pt x="1752" y="89"/>
                    <a:pt x="1663" y="89"/>
                    <a:pt x="1619" y="89"/>
                  </a:cubicBezTo>
                  <a:cubicBezTo>
                    <a:pt x="1175" y="89"/>
                    <a:pt x="731" y="222"/>
                    <a:pt x="288" y="355"/>
                  </a:cubicBezTo>
                  <a:cubicBezTo>
                    <a:pt x="1" y="478"/>
                    <a:pt x="92" y="942"/>
                    <a:pt x="353" y="942"/>
                  </a:cubicBezTo>
                  <a:cubicBezTo>
                    <a:pt x="374" y="942"/>
                    <a:pt x="397" y="939"/>
                    <a:pt x="421" y="932"/>
                  </a:cubicBezTo>
                  <a:cubicBezTo>
                    <a:pt x="820" y="755"/>
                    <a:pt x="1219" y="666"/>
                    <a:pt x="1619" y="666"/>
                  </a:cubicBezTo>
                  <a:cubicBezTo>
                    <a:pt x="1707" y="621"/>
                    <a:pt x="1796" y="577"/>
                    <a:pt x="1840" y="488"/>
                  </a:cubicBezTo>
                  <a:cubicBezTo>
                    <a:pt x="1872" y="520"/>
                    <a:pt x="1925" y="551"/>
                    <a:pt x="1970" y="551"/>
                  </a:cubicBezTo>
                  <a:cubicBezTo>
                    <a:pt x="1988" y="551"/>
                    <a:pt x="2005" y="546"/>
                    <a:pt x="2018" y="533"/>
                  </a:cubicBezTo>
                  <a:lnTo>
                    <a:pt x="2107" y="533"/>
                  </a:lnTo>
                  <a:cubicBezTo>
                    <a:pt x="2462" y="533"/>
                    <a:pt x="2462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40">
              <a:extLst>
                <a:ext uri="{FF2B5EF4-FFF2-40B4-BE49-F238E27FC236}">
                  <a16:creationId xmlns:a16="http://schemas.microsoft.com/office/drawing/2014/main" id="{1DD06F45-D689-78BF-DEBD-5BE52933C5E5}"/>
                </a:ext>
              </a:extLst>
            </p:cNvPr>
            <p:cNvSpPr/>
            <p:nvPr/>
          </p:nvSpPr>
          <p:spPr>
            <a:xfrm>
              <a:off x="7203881" y="1918423"/>
              <a:ext cx="121959" cy="253452"/>
            </a:xfrm>
            <a:custGeom>
              <a:avLst/>
              <a:gdLst/>
              <a:ahLst/>
              <a:cxnLst/>
              <a:rect l="l" t="t" r="r" b="b"/>
              <a:pathLst>
                <a:path w="921" h="1914" extrusionOk="0">
                  <a:moveTo>
                    <a:pt x="555" y="0"/>
                  </a:moveTo>
                  <a:cubicBezTo>
                    <a:pt x="475" y="0"/>
                    <a:pt x="397" y="41"/>
                    <a:pt x="355" y="139"/>
                  </a:cubicBezTo>
                  <a:cubicBezTo>
                    <a:pt x="134" y="627"/>
                    <a:pt x="1" y="1115"/>
                    <a:pt x="1" y="1647"/>
                  </a:cubicBezTo>
                  <a:cubicBezTo>
                    <a:pt x="1" y="1825"/>
                    <a:pt x="134" y="1914"/>
                    <a:pt x="267" y="1914"/>
                  </a:cubicBezTo>
                  <a:cubicBezTo>
                    <a:pt x="400" y="1914"/>
                    <a:pt x="533" y="1825"/>
                    <a:pt x="533" y="1647"/>
                  </a:cubicBezTo>
                  <a:cubicBezTo>
                    <a:pt x="533" y="1204"/>
                    <a:pt x="622" y="804"/>
                    <a:pt x="799" y="405"/>
                  </a:cubicBezTo>
                  <a:cubicBezTo>
                    <a:pt x="921" y="192"/>
                    <a:pt x="730" y="0"/>
                    <a:pt x="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40">
              <a:extLst>
                <a:ext uri="{FF2B5EF4-FFF2-40B4-BE49-F238E27FC236}">
                  <a16:creationId xmlns:a16="http://schemas.microsoft.com/office/drawing/2014/main" id="{0C7C1957-79EB-76BE-CB92-F6DA4DF99DDA}"/>
                </a:ext>
              </a:extLst>
            </p:cNvPr>
            <p:cNvSpPr/>
            <p:nvPr/>
          </p:nvSpPr>
          <p:spPr>
            <a:xfrm>
              <a:off x="7094635" y="1862144"/>
              <a:ext cx="104612" cy="155329"/>
            </a:xfrm>
            <a:custGeom>
              <a:avLst/>
              <a:gdLst/>
              <a:ahLst/>
              <a:cxnLst/>
              <a:rect l="l" t="t" r="r" b="b"/>
              <a:pathLst>
                <a:path w="790" h="1173" extrusionOk="0">
                  <a:moveTo>
                    <a:pt x="463" y="0"/>
                  </a:moveTo>
                  <a:cubicBezTo>
                    <a:pt x="351" y="0"/>
                    <a:pt x="241" y="64"/>
                    <a:pt x="204" y="209"/>
                  </a:cubicBezTo>
                  <a:cubicBezTo>
                    <a:pt x="160" y="386"/>
                    <a:pt x="116" y="608"/>
                    <a:pt x="27" y="830"/>
                  </a:cubicBezTo>
                  <a:cubicBezTo>
                    <a:pt x="1" y="1040"/>
                    <a:pt x="176" y="1172"/>
                    <a:pt x="342" y="1172"/>
                  </a:cubicBezTo>
                  <a:cubicBezTo>
                    <a:pt x="457" y="1172"/>
                    <a:pt x="567" y="1109"/>
                    <a:pt x="604" y="963"/>
                  </a:cubicBezTo>
                  <a:cubicBezTo>
                    <a:pt x="648" y="741"/>
                    <a:pt x="692" y="564"/>
                    <a:pt x="737" y="342"/>
                  </a:cubicBezTo>
                  <a:cubicBezTo>
                    <a:pt x="789" y="132"/>
                    <a:pt x="625" y="0"/>
                    <a:pt x="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40">
              <a:extLst>
                <a:ext uri="{FF2B5EF4-FFF2-40B4-BE49-F238E27FC236}">
                  <a16:creationId xmlns:a16="http://schemas.microsoft.com/office/drawing/2014/main" id="{5E028077-45D4-4776-9AF4-83A2BE27DCF5}"/>
                </a:ext>
              </a:extLst>
            </p:cNvPr>
            <p:cNvSpPr/>
            <p:nvPr/>
          </p:nvSpPr>
          <p:spPr>
            <a:xfrm>
              <a:off x="7051731" y="2063290"/>
              <a:ext cx="115603" cy="82630"/>
            </a:xfrm>
            <a:custGeom>
              <a:avLst/>
              <a:gdLst/>
              <a:ahLst/>
              <a:cxnLst/>
              <a:rect l="l" t="t" r="r" b="b"/>
              <a:pathLst>
                <a:path w="873" h="624" extrusionOk="0">
                  <a:moveTo>
                    <a:pt x="436" y="0"/>
                  </a:moveTo>
                  <a:cubicBezTo>
                    <a:pt x="377" y="0"/>
                    <a:pt x="317" y="20"/>
                    <a:pt x="262" y="65"/>
                  </a:cubicBezTo>
                  <a:lnTo>
                    <a:pt x="173" y="154"/>
                  </a:lnTo>
                  <a:cubicBezTo>
                    <a:pt x="0" y="362"/>
                    <a:pt x="178" y="623"/>
                    <a:pt x="391" y="623"/>
                  </a:cubicBezTo>
                  <a:cubicBezTo>
                    <a:pt x="451" y="623"/>
                    <a:pt x="514" y="602"/>
                    <a:pt x="573" y="553"/>
                  </a:cubicBezTo>
                  <a:lnTo>
                    <a:pt x="661" y="465"/>
                  </a:lnTo>
                  <a:cubicBezTo>
                    <a:pt x="873" y="289"/>
                    <a:pt x="665" y="0"/>
                    <a:pt x="4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40">
              <a:extLst>
                <a:ext uri="{FF2B5EF4-FFF2-40B4-BE49-F238E27FC236}">
                  <a16:creationId xmlns:a16="http://schemas.microsoft.com/office/drawing/2014/main" id="{B97A8A0C-4E4D-1F10-AF32-2ABF7E1495B7}"/>
                </a:ext>
              </a:extLst>
            </p:cNvPr>
            <p:cNvSpPr/>
            <p:nvPr/>
          </p:nvSpPr>
          <p:spPr>
            <a:xfrm>
              <a:off x="6989096" y="3038563"/>
              <a:ext cx="162082" cy="232000"/>
            </a:xfrm>
            <a:custGeom>
              <a:avLst/>
              <a:gdLst/>
              <a:ahLst/>
              <a:cxnLst/>
              <a:rect l="l" t="t" r="r" b="b"/>
              <a:pathLst>
                <a:path w="1224" h="1752" extrusionOk="0">
                  <a:moveTo>
                    <a:pt x="396" y="1"/>
                  </a:moveTo>
                  <a:cubicBezTo>
                    <a:pt x="202" y="1"/>
                    <a:pt x="0" y="199"/>
                    <a:pt x="158" y="420"/>
                  </a:cubicBezTo>
                  <a:cubicBezTo>
                    <a:pt x="247" y="554"/>
                    <a:pt x="336" y="687"/>
                    <a:pt x="425" y="864"/>
                  </a:cubicBezTo>
                  <a:cubicBezTo>
                    <a:pt x="469" y="997"/>
                    <a:pt x="513" y="1130"/>
                    <a:pt x="558" y="1263"/>
                  </a:cubicBezTo>
                  <a:cubicBezTo>
                    <a:pt x="469" y="1441"/>
                    <a:pt x="558" y="1663"/>
                    <a:pt x="780" y="1751"/>
                  </a:cubicBezTo>
                  <a:cubicBezTo>
                    <a:pt x="868" y="1751"/>
                    <a:pt x="1001" y="1707"/>
                    <a:pt x="1090" y="1618"/>
                  </a:cubicBezTo>
                  <a:cubicBezTo>
                    <a:pt x="1223" y="1397"/>
                    <a:pt x="1090" y="1086"/>
                    <a:pt x="1001" y="864"/>
                  </a:cubicBezTo>
                  <a:cubicBezTo>
                    <a:pt x="913" y="598"/>
                    <a:pt x="780" y="332"/>
                    <a:pt x="602" y="110"/>
                  </a:cubicBezTo>
                  <a:cubicBezTo>
                    <a:pt x="551" y="33"/>
                    <a:pt x="474" y="1"/>
                    <a:pt x="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40">
              <a:extLst>
                <a:ext uri="{FF2B5EF4-FFF2-40B4-BE49-F238E27FC236}">
                  <a16:creationId xmlns:a16="http://schemas.microsoft.com/office/drawing/2014/main" id="{832722F0-9009-47A2-6C93-182FAEFA69B1}"/>
                </a:ext>
              </a:extLst>
            </p:cNvPr>
            <p:cNvSpPr/>
            <p:nvPr/>
          </p:nvSpPr>
          <p:spPr>
            <a:xfrm>
              <a:off x="6811786" y="4040056"/>
              <a:ext cx="121959" cy="256100"/>
            </a:xfrm>
            <a:custGeom>
              <a:avLst/>
              <a:gdLst/>
              <a:ahLst/>
              <a:cxnLst/>
              <a:rect l="l" t="t" r="r" b="b"/>
              <a:pathLst>
                <a:path w="921" h="1934" extrusionOk="0">
                  <a:moveTo>
                    <a:pt x="571" y="1"/>
                  </a:moveTo>
                  <a:cubicBezTo>
                    <a:pt x="433" y="1"/>
                    <a:pt x="299" y="89"/>
                    <a:pt x="299" y="267"/>
                  </a:cubicBezTo>
                  <a:cubicBezTo>
                    <a:pt x="388" y="666"/>
                    <a:pt x="299" y="1110"/>
                    <a:pt x="122" y="1509"/>
                  </a:cubicBezTo>
                  <a:cubicBezTo>
                    <a:pt x="1" y="1721"/>
                    <a:pt x="190" y="1934"/>
                    <a:pt x="379" y="1934"/>
                  </a:cubicBezTo>
                  <a:cubicBezTo>
                    <a:pt x="466" y="1934"/>
                    <a:pt x="554" y="1888"/>
                    <a:pt x="610" y="1775"/>
                  </a:cubicBezTo>
                  <a:cubicBezTo>
                    <a:pt x="832" y="1332"/>
                    <a:pt x="921" y="799"/>
                    <a:pt x="876" y="267"/>
                  </a:cubicBezTo>
                  <a:cubicBezTo>
                    <a:pt x="854" y="89"/>
                    <a:pt x="710" y="1"/>
                    <a:pt x="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40">
              <a:extLst>
                <a:ext uri="{FF2B5EF4-FFF2-40B4-BE49-F238E27FC236}">
                  <a16:creationId xmlns:a16="http://schemas.microsoft.com/office/drawing/2014/main" id="{88B2BDCC-8659-3947-6380-B9B6CCE1268E}"/>
                </a:ext>
              </a:extLst>
            </p:cNvPr>
            <p:cNvSpPr/>
            <p:nvPr/>
          </p:nvSpPr>
          <p:spPr>
            <a:xfrm>
              <a:off x="6658973" y="2916340"/>
              <a:ext cx="161685" cy="149237"/>
            </a:xfrm>
            <a:custGeom>
              <a:avLst/>
              <a:gdLst/>
              <a:ahLst/>
              <a:cxnLst/>
              <a:rect l="l" t="t" r="r" b="b"/>
              <a:pathLst>
                <a:path w="1221" h="1127" extrusionOk="0">
                  <a:moveTo>
                    <a:pt x="363" y="0"/>
                  </a:moveTo>
                  <a:cubicBezTo>
                    <a:pt x="135" y="0"/>
                    <a:pt x="0" y="362"/>
                    <a:pt x="256" y="545"/>
                  </a:cubicBezTo>
                  <a:cubicBezTo>
                    <a:pt x="389" y="634"/>
                    <a:pt x="522" y="811"/>
                    <a:pt x="610" y="988"/>
                  </a:cubicBezTo>
                  <a:cubicBezTo>
                    <a:pt x="666" y="1086"/>
                    <a:pt x="753" y="1127"/>
                    <a:pt x="840" y="1127"/>
                  </a:cubicBezTo>
                  <a:cubicBezTo>
                    <a:pt x="1029" y="1127"/>
                    <a:pt x="1220" y="935"/>
                    <a:pt x="1098" y="722"/>
                  </a:cubicBezTo>
                  <a:cubicBezTo>
                    <a:pt x="965" y="456"/>
                    <a:pt x="744" y="234"/>
                    <a:pt x="522" y="57"/>
                  </a:cubicBezTo>
                  <a:cubicBezTo>
                    <a:pt x="466" y="17"/>
                    <a:pt x="413" y="0"/>
                    <a:pt x="3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40">
              <a:extLst>
                <a:ext uri="{FF2B5EF4-FFF2-40B4-BE49-F238E27FC236}">
                  <a16:creationId xmlns:a16="http://schemas.microsoft.com/office/drawing/2014/main" id="{2A47E393-3AD8-BDF1-9E05-9A6D54BA8BB7}"/>
                </a:ext>
              </a:extLst>
            </p:cNvPr>
            <p:cNvSpPr/>
            <p:nvPr/>
          </p:nvSpPr>
          <p:spPr>
            <a:xfrm>
              <a:off x="6740279" y="2826427"/>
              <a:ext cx="111498" cy="80379"/>
            </a:xfrm>
            <a:custGeom>
              <a:avLst/>
              <a:gdLst/>
              <a:ahLst/>
              <a:cxnLst/>
              <a:rect l="l" t="t" r="r" b="b"/>
              <a:pathLst>
                <a:path w="842" h="607" extrusionOk="0">
                  <a:moveTo>
                    <a:pt x="391" y="0"/>
                  </a:moveTo>
                  <a:cubicBezTo>
                    <a:pt x="179" y="0"/>
                    <a:pt x="1" y="262"/>
                    <a:pt x="174" y="470"/>
                  </a:cubicBezTo>
                  <a:cubicBezTo>
                    <a:pt x="218" y="470"/>
                    <a:pt x="218" y="514"/>
                    <a:pt x="263" y="558"/>
                  </a:cubicBezTo>
                  <a:cubicBezTo>
                    <a:pt x="313" y="592"/>
                    <a:pt x="366" y="606"/>
                    <a:pt x="419" y="606"/>
                  </a:cubicBezTo>
                  <a:cubicBezTo>
                    <a:pt x="642" y="606"/>
                    <a:pt x="842" y="339"/>
                    <a:pt x="662" y="159"/>
                  </a:cubicBezTo>
                  <a:lnTo>
                    <a:pt x="573" y="70"/>
                  </a:lnTo>
                  <a:cubicBezTo>
                    <a:pt x="515" y="21"/>
                    <a:pt x="452" y="0"/>
                    <a:pt x="3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40">
              <a:extLst>
                <a:ext uri="{FF2B5EF4-FFF2-40B4-BE49-F238E27FC236}">
                  <a16:creationId xmlns:a16="http://schemas.microsoft.com/office/drawing/2014/main" id="{1D3CFE6A-421F-59DC-9288-9C9C3FA49974}"/>
                </a:ext>
              </a:extLst>
            </p:cNvPr>
            <p:cNvSpPr/>
            <p:nvPr/>
          </p:nvSpPr>
          <p:spPr>
            <a:xfrm>
              <a:off x="6459284" y="2158368"/>
              <a:ext cx="237164" cy="183799"/>
            </a:xfrm>
            <a:custGeom>
              <a:avLst/>
              <a:gdLst/>
              <a:ahLst/>
              <a:cxnLst/>
              <a:rect l="l" t="t" r="r" b="b"/>
              <a:pathLst>
                <a:path w="1791" h="1388" extrusionOk="0">
                  <a:moveTo>
                    <a:pt x="386" y="1"/>
                  </a:moveTo>
                  <a:cubicBezTo>
                    <a:pt x="134" y="1"/>
                    <a:pt x="0" y="355"/>
                    <a:pt x="255" y="501"/>
                  </a:cubicBezTo>
                  <a:cubicBezTo>
                    <a:pt x="610" y="723"/>
                    <a:pt x="921" y="989"/>
                    <a:pt x="1187" y="1300"/>
                  </a:cubicBezTo>
                  <a:cubicBezTo>
                    <a:pt x="1249" y="1361"/>
                    <a:pt x="1318" y="1387"/>
                    <a:pt x="1384" y="1387"/>
                  </a:cubicBezTo>
                  <a:cubicBezTo>
                    <a:pt x="1603" y="1387"/>
                    <a:pt x="1790" y="1105"/>
                    <a:pt x="1586" y="900"/>
                  </a:cubicBezTo>
                  <a:cubicBezTo>
                    <a:pt x="1320" y="545"/>
                    <a:pt x="965" y="235"/>
                    <a:pt x="566" y="57"/>
                  </a:cubicBezTo>
                  <a:cubicBezTo>
                    <a:pt x="502" y="17"/>
                    <a:pt x="441" y="1"/>
                    <a:pt x="3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40">
              <a:extLst>
                <a:ext uri="{FF2B5EF4-FFF2-40B4-BE49-F238E27FC236}">
                  <a16:creationId xmlns:a16="http://schemas.microsoft.com/office/drawing/2014/main" id="{FA22445A-E59C-78C0-F9AB-606C5B782A06}"/>
                </a:ext>
              </a:extLst>
            </p:cNvPr>
            <p:cNvSpPr/>
            <p:nvPr/>
          </p:nvSpPr>
          <p:spPr>
            <a:xfrm>
              <a:off x="6545224" y="2074546"/>
              <a:ext cx="141425" cy="90708"/>
            </a:xfrm>
            <a:custGeom>
              <a:avLst/>
              <a:gdLst/>
              <a:ahLst/>
              <a:cxnLst/>
              <a:rect l="l" t="t" r="r" b="b"/>
              <a:pathLst>
                <a:path w="1068" h="685" extrusionOk="0">
                  <a:moveTo>
                    <a:pt x="422" y="0"/>
                  </a:moveTo>
                  <a:cubicBezTo>
                    <a:pt x="169" y="0"/>
                    <a:pt x="0" y="358"/>
                    <a:pt x="272" y="513"/>
                  </a:cubicBezTo>
                  <a:lnTo>
                    <a:pt x="538" y="646"/>
                  </a:lnTo>
                  <a:cubicBezTo>
                    <a:pt x="584" y="672"/>
                    <a:pt x="630" y="684"/>
                    <a:pt x="673" y="684"/>
                  </a:cubicBezTo>
                  <a:cubicBezTo>
                    <a:pt x="915" y="684"/>
                    <a:pt x="1068" y="309"/>
                    <a:pt x="804" y="158"/>
                  </a:cubicBezTo>
                  <a:lnTo>
                    <a:pt x="538" y="25"/>
                  </a:lnTo>
                  <a:cubicBezTo>
                    <a:pt x="498" y="8"/>
                    <a:pt x="459" y="0"/>
                    <a:pt x="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40">
              <a:extLst>
                <a:ext uri="{FF2B5EF4-FFF2-40B4-BE49-F238E27FC236}">
                  <a16:creationId xmlns:a16="http://schemas.microsoft.com/office/drawing/2014/main" id="{203596B3-1524-1648-7375-53E873D1B194}"/>
                </a:ext>
              </a:extLst>
            </p:cNvPr>
            <p:cNvSpPr/>
            <p:nvPr/>
          </p:nvSpPr>
          <p:spPr>
            <a:xfrm>
              <a:off x="5817312" y="4171814"/>
              <a:ext cx="369717" cy="191479"/>
            </a:xfrm>
            <a:custGeom>
              <a:avLst/>
              <a:gdLst/>
              <a:ahLst/>
              <a:cxnLst/>
              <a:rect l="l" t="t" r="r" b="b"/>
              <a:pathLst>
                <a:path w="2792" h="1446" extrusionOk="0">
                  <a:moveTo>
                    <a:pt x="2383" y="1"/>
                  </a:moveTo>
                  <a:cubicBezTo>
                    <a:pt x="2325" y="1"/>
                    <a:pt x="2268" y="22"/>
                    <a:pt x="2219" y="70"/>
                  </a:cubicBezTo>
                  <a:cubicBezTo>
                    <a:pt x="1762" y="569"/>
                    <a:pt x="1149" y="873"/>
                    <a:pt x="490" y="873"/>
                  </a:cubicBezTo>
                  <a:cubicBezTo>
                    <a:pt x="445" y="873"/>
                    <a:pt x="401" y="872"/>
                    <a:pt x="356" y="869"/>
                  </a:cubicBezTo>
                  <a:cubicBezTo>
                    <a:pt x="1" y="869"/>
                    <a:pt x="1" y="1446"/>
                    <a:pt x="356" y="1446"/>
                  </a:cubicBezTo>
                  <a:cubicBezTo>
                    <a:pt x="1199" y="1446"/>
                    <a:pt x="2042" y="1091"/>
                    <a:pt x="2618" y="470"/>
                  </a:cubicBezTo>
                  <a:cubicBezTo>
                    <a:pt x="2791" y="262"/>
                    <a:pt x="2587" y="1"/>
                    <a:pt x="2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40">
              <a:extLst>
                <a:ext uri="{FF2B5EF4-FFF2-40B4-BE49-F238E27FC236}">
                  <a16:creationId xmlns:a16="http://schemas.microsoft.com/office/drawing/2014/main" id="{F4DC10CB-3362-F899-DB64-1DC3706D54AF}"/>
                </a:ext>
              </a:extLst>
            </p:cNvPr>
            <p:cNvSpPr/>
            <p:nvPr/>
          </p:nvSpPr>
          <p:spPr>
            <a:xfrm>
              <a:off x="5766065" y="4157248"/>
              <a:ext cx="190552" cy="83027"/>
            </a:xfrm>
            <a:custGeom>
              <a:avLst/>
              <a:gdLst/>
              <a:ahLst/>
              <a:cxnLst/>
              <a:rect l="l" t="t" r="r" b="b"/>
              <a:pathLst>
                <a:path w="1439" h="627" extrusionOk="0">
                  <a:moveTo>
                    <a:pt x="962" y="0"/>
                  </a:moveTo>
                  <a:cubicBezTo>
                    <a:pt x="948" y="0"/>
                    <a:pt x="934" y="1"/>
                    <a:pt x="920" y="3"/>
                  </a:cubicBezTo>
                  <a:lnTo>
                    <a:pt x="299" y="92"/>
                  </a:lnTo>
                  <a:cubicBezTo>
                    <a:pt x="1" y="134"/>
                    <a:pt x="112" y="627"/>
                    <a:pt x="435" y="627"/>
                  </a:cubicBezTo>
                  <a:cubicBezTo>
                    <a:pt x="448" y="627"/>
                    <a:pt x="462" y="626"/>
                    <a:pt x="476" y="624"/>
                  </a:cubicBezTo>
                  <a:lnTo>
                    <a:pt x="1098" y="535"/>
                  </a:lnTo>
                  <a:cubicBezTo>
                    <a:pt x="1438" y="493"/>
                    <a:pt x="1288" y="0"/>
                    <a:pt x="9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40">
              <a:extLst>
                <a:ext uri="{FF2B5EF4-FFF2-40B4-BE49-F238E27FC236}">
                  <a16:creationId xmlns:a16="http://schemas.microsoft.com/office/drawing/2014/main" id="{BD2C408B-F7F0-2067-EDDE-4B3E042D0EC2}"/>
                </a:ext>
              </a:extLst>
            </p:cNvPr>
            <p:cNvSpPr/>
            <p:nvPr/>
          </p:nvSpPr>
          <p:spPr>
            <a:xfrm>
              <a:off x="5940727" y="4081238"/>
              <a:ext cx="111762" cy="76539"/>
            </a:xfrm>
            <a:custGeom>
              <a:avLst/>
              <a:gdLst/>
              <a:ahLst/>
              <a:cxnLst/>
              <a:rect l="l" t="t" r="r" b="b"/>
              <a:pathLst>
                <a:path w="844" h="578" extrusionOk="0">
                  <a:moveTo>
                    <a:pt x="400" y="0"/>
                  </a:moveTo>
                  <a:cubicBezTo>
                    <a:pt x="0" y="0"/>
                    <a:pt x="0" y="577"/>
                    <a:pt x="400" y="577"/>
                  </a:cubicBezTo>
                  <a:lnTo>
                    <a:pt x="444" y="577"/>
                  </a:lnTo>
                  <a:cubicBezTo>
                    <a:pt x="843" y="577"/>
                    <a:pt x="843" y="0"/>
                    <a:pt x="4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40">
              <a:extLst>
                <a:ext uri="{FF2B5EF4-FFF2-40B4-BE49-F238E27FC236}">
                  <a16:creationId xmlns:a16="http://schemas.microsoft.com/office/drawing/2014/main" id="{29C2EFB3-FA71-AF05-D4AD-AAA4B02FBD9F}"/>
                </a:ext>
              </a:extLst>
            </p:cNvPr>
            <p:cNvSpPr/>
            <p:nvPr/>
          </p:nvSpPr>
          <p:spPr>
            <a:xfrm>
              <a:off x="6024416" y="4009070"/>
              <a:ext cx="139173" cy="103288"/>
            </a:xfrm>
            <a:custGeom>
              <a:avLst/>
              <a:gdLst/>
              <a:ahLst/>
              <a:cxnLst/>
              <a:rect l="l" t="t" r="r" b="b"/>
              <a:pathLst>
                <a:path w="1051" h="780" extrusionOk="0">
                  <a:moveTo>
                    <a:pt x="707" y="0"/>
                  </a:moveTo>
                  <a:cubicBezTo>
                    <a:pt x="662" y="0"/>
                    <a:pt x="614" y="17"/>
                    <a:pt x="566" y="57"/>
                  </a:cubicBezTo>
                  <a:lnTo>
                    <a:pt x="256" y="235"/>
                  </a:lnTo>
                  <a:cubicBezTo>
                    <a:pt x="0" y="417"/>
                    <a:pt x="135" y="779"/>
                    <a:pt x="388" y="779"/>
                  </a:cubicBezTo>
                  <a:cubicBezTo>
                    <a:pt x="443" y="779"/>
                    <a:pt x="503" y="762"/>
                    <a:pt x="566" y="723"/>
                  </a:cubicBezTo>
                  <a:lnTo>
                    <a:pt x="833" y="501"/>
                  </a:lnTo>
                  <a:cubicBezTo>
                    <a:pt x="1051" y="355"/>
                    <a:pt x="911" y="0"/>
                    <a:pt x="7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40">
              <a:extLst>
                <a:ext uri="{FF2B5EF4-FFF2-40B4-BE49-F238E27FC236}">
                  <a16:creationId xmlns:a16="http://schemas.microsoft.com/office/drawing/2014/main" id="{AB29B719-6AE5-464E-C007-E48357F8C686}"/>
                </a:ext>
              </a:extLst>
            </p:cNvPr>
            <p:cNvSpPr/>
            <p:nvPr/>
          </p:nvSpPr>
          <p:spPr>
            <a:xfrm>
              <a:off x="6218279" y="4045485"/>
              <a:ext cx="174927" cy="314100"/>
            </a:xfrm>
            <a:custGeom>
              <a:avLst/>
              <a:gdLst/>
              <a:ahLst/>
              <a:cxnLst/>
              <a:rect l="l" t="t" r="r" b="b"/>
              <a:pathLst>
                <a:path w="1321" h="2372" extrusionOk="0">
                  <a:moveTo>
                    <a:pt x="385" y="0"/>
                  </a:moveTo>
                  <a:cubicBezTo>
                    <a:pt x="195" y="0"/>
                    <a:pt x="0" y="203"/>
                    <a:pt x="123" y="448"/>
                  </a:cubicBezTo>
                  <a:cubicBezTo>
                    <a:pt x="433" y="936"/>
                    <a:pt x="655" y="1557"/>
                    <a:pt x="744" y="2178"/>
                  </a:cubicBezTo>
                  <a:cubicBezTo>
                    <a:pt x="761" y="2314"/>
                    <a:pt x="849" y="2372"/>
                    <a:pt x="952" y="2372"/>
                  </a:cubicBezTo>
                  <a:cubicBezTo>
                    <a:pt x="1117" y="2372"/>
                    <a:pt x="1321" y="2220"/>
                    <a:pt x="1321" y="2001"/>
                  </a:cubicBezTo>
                  <a:cubicBezTo>
                    <a:pt x="1188" y="1335"/>
                    <a:pt x="966" y="714"/>
                    <a:pt x="611" y="137"/>
                  </a:cubicBezTo>
                  <a:cubicBezTo>
                    <a:pt x="556" y="41"/>
                    <a:pt x="471" y="0"/>
                    <a:pt x="3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40">
              <a:extLst>
                <a:ext uri="{FF2B5EF4-FFF2-40B4-BE49-F238E27FC236}">
                  <a16:creationId xmlns:a16="http://schemas.microsoft.com/office/drawing/2014/main" id="{0B46B64D-798B-C673-5D89-D827A0381EF2}"/>
                </a:ext>
              </a:extLst>
            </p:cNvPr>
            <p:cNvSpPr/>
            <p:nvPr/>
          </p:nvSpPr>
          <p:spPr>
            <a:xfrm>
              <a:off x="6338914" y="3984704"/>
              <a:ext cx="115603" cy="122621"/>
            </a:xfrm>
            <a:custGeom>
              <a:avLst/>
              <a:gdLst/>
              <a:ahLst/>
              <a:cxnLst/>
              <a:rect l="l" t="t" r="r" b="b"/>
              <a:pathLst>
                <a:path w="873" h="926" extrusionOk="0">
                  <a:moveTo>
                    <a:pt x="354" y="1"/>
                  </a:moveTo>
                  <a:cubicBezTo>
                    <a:pt x="177" y="1"/>
                    <a:pt x="1" y="141"/>
                    <a:pt x="55" y="330"/>
                  </a:cubicBezTo>
                  <a:lnTo>
                    <a:pt x="232" y="729"/>
                  </a:lnTo>
                  <a:cubicBezTo>
                    <a:pt x="302" y="868"/>
                    <a:pt x="425" y="925"/>
                    <a:pt x="539" y="925"/>
                  </a:cubicBezTo>
                  <a:cubicBezTo>
                    <a:pt x="717" y="925"/>
                    <a:pt x="873" y="785"/>
                    <a:pt x="765" y="596"/>
                  </a:cubicBezTo>
                  <a:lnTo>
                    <a:pt x="632" y="197"/>
                  </a:lnTo>
                  <a:cubicBezTo>
                    <a:pt x="580" y="58"/>
                    <a:pt x="467" y="1"/>
                    <a:pt x="3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40">
              <a:extLst>
                <a:ext uri="{FF2B5EF4-FFF2-40B4-BE49-F238E27FC236}">
                  <a16:creationId xmlns:a16="http://schemas.microsoft.com/office/drawing/2014/main" id="{53C34C6F-07F8-A8F1-684C-FA3B3842D051}"/>
                </a:ext>
              </a:extLst>
            </p:cNvPr>
            <p:cNvSpPr/>
            <p:nvPr/>
          </p:nvSpPr>
          <p:spPr>
            <a:xfrm>
              <a:off x="6401416" y="4140033"/>
              <a:ext cx="108717" cy="79849"/>
            </a:xfrm>
            <a:custGeom>
              <a:avLst/>
              <a:gdLst/>
              <a:ahLst/>
              <a:cxnLst/>
              <a:rect l="l" t="t" r="r" b="b"/>
              <a:pathLst>
                <a:path w="821" h="603" extrusionOk="0">
                  <a:moveTo>
                    <a:pt x="384" y="0"/>
                  </a:moveTo>
                  <a:cubicBezTo>
                    <a:pt x="186" y="0"/>
                    <a:pt x="0" y="274"/>
                    <a:pt x="204" y="444"/>
                  </a:cubicBezTo>
                  <a:lnTo>
                    <a:pt x="248" y="532"/>
                  </a:lnTo>
                  <a:cubicBezTo>
                    <a:pt x="307" y="581"/>
                    <a:pt x="370" y="602"/>
                    <a:pt x="430" y="602"/>
                  </a:cubicBezTo>
                  <a:cubicBezTo>
                    <a:pt x="643" y="602"/>
                    <a:pt x="821" y="341"/>
                    <a:pt x="648" y="133"/>
                  </a:cubicBezTo>
                  <a:lnTo>
                    <a:pt x="559" y="89"/>
                  </a:lnTo>
                  <a:cubicBezTo>
                    <a:pt x="507" y="26"/>
                    <a:pt x="445" y="0"/>
                    <a:pt x="3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40">
              <a:extLst>
                <a:ext uri="{FF2B5EF4-FFF2-40B4-BE49-F238E27FC236}">
                  <a16:creationId xmlns:a16="http://schemas.microsoft.com/office/drawing/2014/main" id="{298E27C9-9F5E-2D8A-0277-A569F8E1495D}"/>
                </a:ext>
              </a:extLst>
            </p:cNvPr>
            <p:cNvSpPr/>
            <p:nvPr/>
          </p:nvSpPr>
          <p:spPr>
            <a:xfrm>
              <a:off x="6157366" y="2759819"/>
              <a:ext cx="140365" cy="158904"/>
            </a:xfrm>
            <a:custGeom>
              <a:avLst/>
              <a:gdLst/>
              <a:ahLst/>
              <a:cxnLst/>
              <a:rect l="l" t="t" r="r" b="b"/>
              <a:pathLst>
                <a:path w="1060" h="1200" extrusionOk="0">
                  <a:moveTo>
                    <a:pt x="380" y="1"/>
                  </a:moveTo>
                  <a:cubicBezTo>
                    <a:pt x="195" y="1"/>
                    <a:pt x="1" y="221"/>
                    <a:pt x="95" y="440"/>
                  </a:cubicBezTo>
                  <a:lnTo>
                    <a:pt x="450" y="1061"/>
                  </a:lnTo>
                  <a:cubicBezTo>
                    <a:pt x="520" y="1159"/>
                    <a:pt x="611" y="1200"/>
                    <a:pt x="699" y="1200"/>
                  </a:cubicBezTo>
                  <a:cubicBezTo>
                    <a:pt x="889" y="1200"/>
                    <a:pt x="1059" y="1008"/>
                    <a:pt x="938" y="795"/>
                  </a:cubicBezTo>
                  <a:cubicBezTo>
                    <a:pt x="805" y="573"/>
                    <a:pt x="716" y="351"/>
                    <a:pt x="583" y="130"/>
                  </a:cubicBezTo>
                  <a:cubicBezTo>
                    <a:pt x="531" y="39"/>
                    <a:pt x="456" y="1"/>
                    <a:pt x="3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40">
              <a:extLst>
                <a:ext uri="{FF2B5EF4-FFF2-40B4-BE49-F238E27FC236}">
                  <a16:creationId xmlns:a16="http://schemas.microsoft.com/office/drawing/2014/main" id="{66AC1EFC-2A26-C612-1DAB-66BE6A02A0C6}"/>
                </a:ext>
              </a:extLst>
            </p:cNvPr>
            <p:cNvSpPr/>
            <p:nvPr/>
          </p:nvSpPr>
          <p:spPr>
            <a:xfrm>
              <a:off x="6353348" y="2766838"/>
              <a:ext cx="99977" cy="112160"/>
            </a:xfrm>
            <a:custGeom>
              <a:avLst/>
              <a:gdLst/>
              <a:ahLst/>
              <a:cxnLst/>
              <a:rect l="l" t="t" r="r" b="b"/>
              <a:pathLst>
                <a:path w="755" h="847" extrusionOk="0">
                  <a:moveTo>
                    <a:pt x="339" y="1"/>
                  </a:moveTo>
                  <a:cubicBezTo>
                    <a:pt x="169" y="1"/>
                    <a:pt x="0" y="133"/>
                    <a:pt x="79" y="343"/>
                  </a:cubicBezTo>
                  <a:cubicBezTo>
                    <a:pt x="79" y="476"/>
                    <a:pt x="123" y="565"/>
                    <a:pt x="123" y="653"/>
                  </a:cubicBezTo>
                  <a:cubicBezTo>
                    <a:pt x="157" y="789"/>
                    <a:pt x="262" y="847"/>
                    <a:pt x="374" y="847"/>
                  </a:cubicBezTo>
                  <a:cubicBezTo>
                    <a:pt x="556" y="847"/>
                    <a:pt x="755" y="695"/>
                    <a:pt x="700" y="476"/>
                  </a:cubicBezTo>
                  <a:cubicBezTo>
                    <a:pt x="700" y="387"/>
                    <a:pt x="656" y="298"/>
                    <a:pt x="611" y="210"/>
                  </a:cubicBezTo>
                  <a:cubicBezTo>
                    <a:pt x="575" y="64"/>
                    <a:pt x="457" y="1"/>
                    <a:pt x="3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40">
              <a:extLst>
                <a:ext uri="{FF2B5EF4-FFF2-40B4-BE49-F238E27FC236}">
                  <a16:creationId xmlns:a16="http://schemas.microsoft.com/office/drawing/2014/main" id="{E2C3784B-74F6-471A-B295-FB1D5F11101B}"/>
                </a:ext>
              </a:extLst>
            </p:cNvPr>
            <p:cNvSpPr/>
            <p:nvPr/>
          </p:nvSpPr>
          <p:spPr>
            <a:xfrm>
              <a:off x="6488549" y="3575394"/>
              <a:ext cx="134274" cy="120899"/>
            </a:xfrm>
            <a:custGeom>
              <a:avLst/>
              <a:gdLst/>
              <a:ahLst/>
              <a:cxnLst/>
              <a:rect l="l" t="t" r="r" b="b"/>
              <a:pathLst>
                <a:path w="1014" h="913" extrusionOk="0">
                  <a:moveTo>
                    <a:pt x="630" y="1"/>
                  </a:moveTo>
                  <a:cubicBezTo>
                    <a:pt x="550" y="1"/>
                    <a:pt x="475" y="41"/>
                    <a:pt x="433" y="138"/>
                  </a:cubicBezTo>
                  <a:cubicBezTo>
                    <a:pt x="389" y="271"/>
                    <a:pt x="300" y="360"/>
                    <a:pt x="211" y="448"/>
                  </a:cubicBezTo>
                  <a:cubicBezTo>
                    <a:pt x="0" y="624"/>
                    <a:pt x="208" y="913"/>
                    <a:pt x="436" y="913"/>
                  </a:cubicBezTo>
                  <a:cubicBezTo>
                    <a:pt x="496" y="913"/>
                    <a:pt x="556" y="893"/>
                    <a:pt x="611" y="848"/>
                  </a:cubicBezTo>
                  <a:cubicBezTo>
                    <a:pt x="744" y="759"/>
                    <a:pt x="877" y="581"/>
                    <a:pt x="921" y="448"/>
                  </a:cubicBezTo>
                  <a:cubicBezTo>
                    <a:pt x="1013" y="203"/>
                    <a:pt x="809" y="1"/>
                    <a:pt x="6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40">
              <a:extLst>
                <a:ext uri="{FF2B5EF4-FFF2-40B4-BE49-F238E27FC236}">
                  <a16:creationId xmlns:a16="http://schemas.microsoft.com/office/drawing/2014/main" id="{78F467C1-D37B-2727-9AA2-0EA291B98C00}"/>
                </a:ext>
              </a:extLst>
            </p:cNvPr>
            <p:cNvSpPr/>
            <p:nvPr/>
          </p:nvSpPr>
          <p:spPr>
            <a:xfrm>
              <a:off x="6610507" y="3694969"/>
              <a:ext cx="76539" cy="92562"/>
            </a:xfrm>
            <a:custGeom>
              <a:avLst/>
              <a:gdLst/>
              <a:ahLst/>
              <a:cxnLst/>
              <a:rect l="l" t="t" r="r" b="b"/>
              <a:pathLst>
                <a:path w="578" h="699" extrusionOk="0">
                  <a:moveTo>
                    <a:pt x="289" y="0"/>
                  </a:moveTo>
                  <a:cubicBezTo>
                    <a:pt x="145" y="0"/>
                    <a:pt x="0" y="100"/>
                    <a:pt x="0" y="300"/>
                  </a:cubicBezTo>
                  <a:lnTo>
                    <a:pt x="0" y="433"/>
                  </a:lnTo>
                  <a:cubicBezTo>
                    <a:pt x="0" y="610"/>
                    <a:pt x="145" y="699"/>
                    <a:pt x="289" y="699"/>
                  </a:cubicBezTo>
                  <a:cubicBezTo>
                    <a:pt x="433" y="699"/>
                    <a:pt x="577" y="610"/>
                    <a:pt x="577" y="433"/>
                  </a:cubicBezTo>
                  <a:lnTo>
                    <a:pt x="577" y="300"/>
                  </a:lnTo>
                  <a:cubicBezTo>
                    <a:pt x="577" y="100"/>
                    <a:pt x="433" y="0"/>
                    <a:pt x="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40">
              <a:extLst>
                <a:ext uri="{FF2B5EF4-FFF2-40B4-BE49-F238E27FC236}">
                  <a16:creationId xmlns:a16="http://schemas.microsoft.com/office/drawing/2014/main" id="{3333D972-32B3-B505-238E-792538C75715}"/>
                </a:ext>
              </a:extLst>
            </p:cNvPr>
            <p:cNvSpPr/>
            <p:nvPr/>
          </p:nvSpPr>
          <p:spPr>
            <a:xfrm>
              <a:off x="5287234" y="4304896"/>
              <a:ext cx="258484" cy="295032"/>
            </a:xfrm>
            <a:custGeom>
              <a:avLst/>
              <a:gdLst/>
              <a:ahLst/>
              <a:cxnLst/>
              <a:rect l="l" t="t" r="r" b="b"/>
              <a:pathLst>
                <a:path w="1952" h="2228" extrusionOk="0">
                  <a:moveTo>
                    <a:pt x="346" y="1"/>
                  </a:moveTo>
                  <a:cubicBezTo>
                    <a:pt x="179" y="1"/>
                    <a:pt x="1" y="135"/>
                    <a:pt x="55" y="352"/>
                  </a:cubicBezTo>
                  <a:cubicBezTo>
                    <a:pt x="277" y="1106"/>
                    <a:pt x="765" y="1728"/>
                    <a:pt x="1430" y="2171"/>
                  </a:cubicBezTo>
                  <a:cubicBezTo>
                    <a:pt x="1486" y="2211"/>
                    <a:pt x="1540" y="2228"/>
                    <a:pt x="1589" y="2228"/>
                  </a:cubicBezTo>
                  <a:cubicBezTo>
                    <a:pt x="1817" y="2228"/>
                    <a:pt x="1952" y="1866"/>
                    <a:pt x="1697" y="1683"/>
                  </a:cubicBezTo>
                  <a:cubicBezTo>
                    <a:pt x="1164" y="1328"/>
                    <a:pt x="809" y="796"/>
                    <a:pt x="587" y="175"/>
                  </a:cubicBezTo>
                  <a:cubicBezTo>
                    <a:pt x="553" y="54"/>
                    <a:pt x="452" y="1"/>
                    <a:pt x="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40">
              <a:extLst>
                <a:ext uri="{FF2B5EF4-FFF2-40B4-BE49-F238E27FC236}">
                  <a16:creationId xmlns:a16="http://schemas.microsoft.com/office/drawing/2014/main" id="{E50C78AB-6514-1630-255C-43BD290899D8}"/>
                </a:ext>
              </a:extLst>
            </p:cNvPr>
            <p:cNvSpPr/>
            <p:nvPr/>
          </p:nvSpPr>
          <p:spPr>
            <a:xfrm>
              <a:off x="5558828" y="4576224"/>
              <a:ext cx="76539" cy="80909"/>
            </a:xfrm>
            <a:custGeom>
              <a:avLst/>
              <a:gdLst/>
              <a:ahLst/>
              <a:cxnLst/>
              <a:rect l="l" t="t" r="r" b="b"/>
              <a:pathLst>
                <a:path w="578" h="611" extrusionOk="0">
                  <a:moveTo>
                    <a:pt x="289" y="0"/>
                  </a:moveTo>
                  <a:cubicBezTo>
                    <a:pt x="145" y="0"/>
                    <a:pt x="0" y="100"/>
                    <a:pt x="0" y="300"/>
                  </a:cubicBezTo>
                  <a:lnTo>
                    <a:pt x="0" y="344"/>
                  </a:lnTo>
                  <a:cubicBezTo>
                    <a:pt x="0" y="522"/>
                    <a:pt x="145" y="610"/>
                    <a:pt x="289" y="610"/>
                  </a:cubicBezTo>
                  <a:cubicBezTo>
                    <a:pt x="433" y="610"/>
                    <a:pt x="577" y="522"/>
                    <a:pt x="577" y="344"/>
                  </a:cubicBezTo>
                  <a:lnTo>
                    <a:pt x="577" y="300"/>
                  </a:lnTo>
                  <a:cubicBezTo>
                    <a:pt x="577" y="100"/>
                    <a:pt x="433" y="0"/>
                    <a:pt x="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40">
              <a:extLst>
                <a:ext uri="{FF2B5EF4-FFF2-40B4-BE49-F238E27FC236}">
                  <a16:creationId xmlns:a16="http://schemas.microsoft.com/office/drawing/2014/main" id="{0F5C3870-C164-3579-A163-477C4F566EA7}"/>
                </a:ext>
              </a:extLst>
            </p:cNvPr>
            <p:cNvSpPr/>
            <p:nvPr/>
          </p:nvSpPr>
          <p:spPr>
            <a:xfrm>
              <a:off x="5364568" y="4262786"/>
              <a:ext cx="293972" cy="270137"/>
            </a:xfrm>
            <a:custGeom>
              <a:avLst/>
              <a:gdLst/>
              <a:ahLst/>
              <a:cxnLst/>
              <a:rect l="l" t="t" r="r" b="b"/>
              <a:pathLst>
                <a:path w="2220" h="2040" extrusionOk="0">
                  <a:moveTo>
                    <a:pt x="364" y="1"/>
                  </a:moveTo>
                  <a:cubicBezTo>
                    <a:pt x="183" y="1"/>
                    <a:pt x="0" y="203"/>
                    <a:pt x="92" y="448"/>
                  </a:cubicBezTo>
                  <a:cubicBezTo>
                    <a:pt x="403" y="1114"/>
                    <a:pt x="979" y="1691"/>
                    <a:pt x="1689" y="2001"/>
                  </a:cubicBezTo>
                  <a:cubicBezTo>
                    <a:pt x="1736" y="2028"/>
                    <a:pt x="1782" y="2040"/>
                    <a:pt x="1825" y="2040"/>
                  </a:cubicBezTo>
                  <a:cubicBezTo>
                    <a:pt x="2067" y="2040"/>
                    <a:pt x="2219" y="1671"/>
                    <a:pt x="1956" y="1558"/>
                  </a:cubicBezTo>
                  <a:cubicBezTo>
                    <a:pt x="1334" y="1247"/>
                    <a:pt x="846" y="759"/>
                    <a:pt x="580" y="138"/>
                  </a:cubicBezTo>
                  <a:cubicBezTo>
                    <a:pt x="525" y="42"/>
                    <a:pt x="445" y="1"/>
                    <a:pt x="3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40">
              <a:extLst>
                <a:ext uri="{FF2B5EF4-FFF2-40B4-BE49-F238E27FC236}">
                  <a16:creationId xmlns:a16="http://schemas.microsoft.com/office/drawing/2014/main" id="{1F17B0A3-DDBF-296C-9AAF-CBB81C291AEF}"/>
                </a:ext>
              </a:extLst>
            </p:cNvPr>
            <p:cNvSpPr/>
            <p:nvPr/>
          </p:nvSpPr>
          <p:spPr>
            <a:xfrm>
              <a:off x="5471828" y="4240672"/>
              <a:ext cx="127918" cy="80776"/>
            </a:xfrm>
            <a:custGeom>
              <a:avLst/>
              <a:gdLst/>
              <a:ahLst/>
              <a:cxnLst/>
              <a:rect l="l" t="t" r="r" b="b"/>
              <a:pathLst>
                <a:path w="966" h="610" extrusionOk="0">
                  <a:moveTo>
                    <a:pt x="417" y="0"/>
                  </a:moveTo>
                  <a:cubicBezTo>
                    <a:pt x="148" y="0"/>
                    <a:pt x="1" y="376"/>
                    <a:pt x="303" y="527"/>
                  </a:cubicBezTo>
                  <a:lnTo>
                    <a:pt x="436" y="571"/>
                  </a:lnTo>
                  <a:cubicBezTo>
                    <a:pt x="482" y="598"/>
                    <a:pt x="528" y="609"/>
                    <a:pt x="570" y="609"/>
                  </a:cubicBezTo>
                  <a:cubicBezTo>
                    <a:pt x="813" y="609"/>
                    <a:pt x="966" y="234"/>
                    <a:pt x="702" y="83"/>
                  </a:cubicBezTo>
                  <a:lnTo>
                    <a:pt x="569" y="39"/>
                  </a:lnTo>
                  <a:cubicBezTo>
                    <a:pt x="516" y="12"/>
                    <a:pt x="464" y="0"/>
                    <a:pt x="4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" name="Google Shape;1625;p40">
            <a:extLst>
              <a:ext uri="{FF2B5EF4-FFF2-40B4-BE49-F238E27FC236}">
                <a16:creationId xmlns:a16="http://schemas.microsoft.com/office/drawing/2014/main" id="{F514BF0E-4F06-C2DD-4B13-D1A6709DA3AE}"/>
              </a:ext>
            </a:extLst>
          </p:cNvPr>
          <p:cNvSpPr txBox="1">
            <a:spLocks/>
          </p:cNvSpPr>
          <p:nvPr/>
        </p:nvSpPr>
        <p:spPr>
          <a:xfrm>
            <a:off x="195299" y="1456428"/>
            <a:ext cx="3498274" cy="645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ru-RU" dirty="0">
                <a:solidFill>
                  <a:schemeClr val="accent2"/>
                </a:solidFill>
              </a:rPr>
              <a:t>Взаимодействие с юнитами</a:t>
            </a:r>
          </a:p>
        </p:txBody>
      </p:sp>
      <p:sp>
        <p:nvSpPr>
          <p:cNvPr id="28" name="Google Shape;1625;p40">
            <a:extLst>
              <a:ext uri="{FF2B5EF4-FFF2-40B4-BE49-F238E27FC236}">
                <a16:creationId xmlns:a16="http://schemas.microsoft.com/office/drawing/2014/main" id="{2F586E09-FE31-B7C6-BB27-C243853E1FFE}"/>
              </a:ext>
            </a:extLst>
          </p:cNvPr>
          <p:cNvSpPr txBox="1">
            <a:spLocks/>
          </p:cNvSpPr>
          <p:nvPr/>
        </p:nvSpPr>
        <p:spPr>
          <a:xfrm>
            <a:off x="5311727" y="1500525"/>
            <a:ext cx="3498274" cy="965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ru-RU" dirty="0" err="1">
                <a:solidFill>
                  <a:schemeClr val="accent2"/>
                </a:solidFill>
              </a:rPr>
              <a:t>Автоатака</a:t>
            </a:r>
            <a:r>
              <a:rPr lang="ru-RU" dirty="0">
                <a:solidFill>
                  <a:schemeClr val="accent2"/>
                </a:solidFill>
              </a:rPr>
              <a:t> противника</a:t>
            </a:r>
          </a:p>
        </p:txBody>
      </p:sp>
      <p:sp>
        <p:nvSpPr>
          <p:cNvPr id="29" name="Google Shape;1625;p40">
            <a:extLst>
              <a:ext uri="{FF2B5EF4-FFF2-40B4-BE49-F238E27FC236}">
                <a16:creationId xmlns:a16="http://schemas.microsoft.com/office/drawing/2014/main" id="{F7937C4B-D190-88D2-CFBD-5AA4E64C1A14}"/>
              </a:ext>
            </a:extLst>
          </p:cNvPr>
          <p:cNvSpPr txBox="1">
            <a:spLocks/>
          </p:cNvSpPr>
          <p:nvPr/>
        </p:nvSpPr>
        <p:spPr>
          <a:xfrm>
            <a:off x="2822864" y="2560647"/>
            <a:ext cx="3498274" cy="645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ru-RU" dirty="0">
                <a:solidFill>
                  <a:schemeClr val="accent2"/>
                </a:solidFill>
              </a:rPr>
              <a:t>Туман войны</a:t>
            </a:r>
            <a:endParaRPr lang="ru-RU" sz="2000" dirty="0">
              <a:solidFill>
                <a:schemeClr val="accent2"/>
              </a:solidFill>
            </a:endParaRPr>
          </a:p>
        </p:txBody>
      </p:sp>
      <p:sp>
        <p:nvSpPr>
          <p:cNvPr id="2" name="Google Shape;1625;p40">
            <a:extLst>
              <a:ext uri="{FF2B5EF4-FFF2-40B4-BE49-F238E27FC236}">
                <a16:creationId xmlns:a16="http://schemas.microsoft.com/office/drawing/2014/main" id="{72131CCC-1836-872E-A864-4ECF1E28A4F1}"/>
              </a:ext>
            </a:extLst>
          </p:cNvPr>
          <p:cNvSpPr txBox="1">
            <a:spLocks/>
          </p:cNvSpPr>
          <p:nvPr/>
        </p:nvSpPr>
        <p:spPr>
          <a:xfrm>
            <a:off x="4421884" y="3524958"/>
            <a:ext cx="3498274" cy="107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ru-RU" dirty="0">
                <a:solidFill>
                  <a:schemeClr val="accent2"/>
                </a:solidFill>
              </a:rPr>
              <a:t>Взаимодействие с препятствиями</a:t>
            </a:r>
          </a:p>
        </p:txBody>
      </p:sp>
    </p:spTree>
    <p:extLst>
      <p:ext uri="{BB962C8B-B14F-4D97-AF65-F5344CB8AC3E}">
        <p14:creationId xmlns:p14="http://schemas.microsoft.com/office/powerpoint/2010/main" val="1100410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4">
          <a:extLst>
            <a:ext uri="{FF2B5EF4-FFF2-40B4-BE49-F238E27FC236}">
              <a16:creationId xmlns:a16="http://schemas.microsoft.com/office/drawing/2014/main" id="{A4A46BB0-78B1-58CE-4903-B6BE39B3B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40">
            <a:extLst>
              <a:ext uri="{FF2B5EF4-FFF2-40B4-BE49-F238E27FC236}">
                <a16:creationId xmlns:a16="http://schemas.microsoft.com/office/drawing/2014/main" id="{88B8DB9F-3987-6211-E356-4FE4B34ADB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accent2"/>
                </a:solidFill>
              </a:rPr>
              <a:t>Что можно добавить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638" name="Google Shape;1638;p40">
            <a:extLst>
              <a:ext uri="{FF2B5EF4-FFF2-40B4-BE49-F238E27FC236}">
                <a16:creationId xmlns:a16="http://schemas.microsoft.com/office/drawing/2014/main" id="{FB86FEF6-1F39-3476-785C-E7DF3E28E3DA}"/>
              </a:ext>
            </a:extLst>
          </p:cNvPr>
          <p:cNvSpPr/>
          <p:nvPr/>
        </p:nvSpPr>
        <p:spPr>
          <a:xfrm rot="5998833">
            <a:off x="902659" y="3741903"/>
            <a:ext cx="643564" cy="613178"/>
          </a:xfrm>
          <a:custGeom>
            <a:avLst/>
            <a:gdLst/>
            <a:ahLst/>
            <a:cxnLst/>
            <a:rect l="l" t="t" r="r" b="b"/>
            <a:pathLst>
              <a:path w="30392" h="28957" extrusionOk="0">
                <a:moveTo>
                  <a:pt x="18733" y="1"/>
                </a:moveTo>
                <a:cubicBezTo>
                  <a:pt x="18672" y="1"/>
                  <a:pt x="18607" y="14"/>
                  <a:pt x="18546" y="45"/>
                </a:cubicBezTo>
                <a:cubicBezTo>
                  <a:pt x="13577" y="2263"/>
                  <a:pt x="9229" y="5680"/>
                  <a:pt x="5857" y="9939"/>
                </a:cubicBezTo>
                <a:cubicBezTo>
                  <a:pt x="4126" y="12069"/>
                  <a:pt x="2706" y="14376"/>
                  <a:pt x="1642" y="16905"/>
                </a:cubicBezTo>
                <a:cubicBezTo>
                  <a:pt x="621" y="19301"/>
                  <a:pt x="0" y="22229"/>
                  <a:pt x="1065" y="24713"/>
                </a:cubicBezTo>
                <a:cubicBezTo>
                  <a:pt x="2041" y="26888"/>
                  <a:pt x="4037" y="28396"/>
                  <a:pt x="6345" y="28795"/>
                </a:cubicBezTo>
                <a:cubicBezTo>
                  <a:pt x="6972" y="28903"/>
                  <a:pt x="7602" y="28956"/>
                  <a:pt x="8229" y="28956"/>
                </a:cubicBezTo>
                <a:cubicBezTo>
                  <a:pt x="10176" y="28956"/>
                  <a:pt x="12098" y="28448"/>
                  <a:pt x="13843" y="27509"/>
                </a:cubicBezTo>
                <a:cubicBezTo>
                  <a:pt x="16327" y="26133"/>
                  <a:pt x="18635" y="24403"/>
                  <a:pt x="20675" y="22451"/>
                </a:cubicBezTo>
                <a:cubicBezTo>
                  <a:pt x="22761" y="20632"/>
                  <a:pt x="24580" y="18591"/>
                  <a:pt x="26221" y="16328"/>
                </a:cubicBezTo>
                <a:cubicBezTo>
                  <a:pt x="27774" y="14198"/>
                  <a:pt x="28972" y="11847"/>
                  <a:pt x="29726" y="9318"/>
                </a:cubicBezTo>
                <a:cubicBezTo>
                  <a:pt x="30126" y="7987"/>
                  <a:pt x="30348" y="6656"/>
                  <a:pt x="30392" y="5280"/>
                </a:cubicBezTo>
                <a:cubicBezTo>
                  <a:pt x="30392" y="3905"/>
                  <a:pt x="29416" y="3284"/>
                  <a:pt x="28262" y="2796"/>
                </a:cubicBezTo>
                <a:cubicBezTo>
                  <a:pt x="27192" y="2369"/>
                  <a:pt x="26135" y="2181"/>
                  <a:pt x="25101" y="2181"/>
                </a:cubicBezTo>
                <a:cubicBezTo>
                  <a:pt x="20648" y="2181"/>
                  <a:pt x="16601" y="5672"/>
                  <a:pt x="13577" y="8697"/>
                </a:cubicBezTo>
                <a:cubicBezTo>
                  <a:pt x="11624" y="10649"/>
                  <a:pt x="9539" y="12690"/>
                  <a:pt x="8474" y="15263"/>
                </a:cubicBezTo>
                <a:cubicBezTo>
                  <a:pt x="7720" y="17038"/>
                  <a:pt x="6921" y="20720"/>
                  <a:pt x="9672" y="21164"/>
                </a:cubicBezTo>
                <a:cubicBezTo>
                  <a:pt x="9844" y="21192"/>
                  <a:pt x="10017" y="21204"/>
                  <a:pt x="10190" y="21204"/>
                </a:cubicBezTo>
                <a:cubicBezTo>
                  <a:pt x="11137" y="21204"/>
                  <a:pt x="12100" y="20829"/>
                  <a:pt x="13000" y="20454"/>
                </a:cubicBezTo>
                <a:cubicBezTo>
                  <a:pt x="14198" y="19966"/>
                  <a:pt x="15351" y="19345"/>
                  <a:pt x="16416" y="18635"/>
                </a:cubicBezTo>
                <a:cubicBezTo>
                  <a:pt x="18679" y="17171"/>
                  <a:pt x="20631" y="15352"/>
                  <a:pt x="22228" y="13222"/>
                </a:cubicBezTo>
                <a:cubicBezTo>
                  <a:pt x="22983" y="12157"/>
                  <a:pt x="23692" y="11048"/>
                  <a:pt x="24269" y="9895"/>
                </a:cubicBezTo>
                <a:cubicBezTo>
                  <a:pt x="24669" y="9096"/>
                  <a:pt x="25023" y="8031"/>
                  <a:pt x="24580" y="7188"/>
                </a:cubicBezTo>
                <a:cubicBezTo>
                  <a:pt x="24330" y="6746"/>
                  <a:pt x="23964" y="6596"/>
                  <a:pt x="23564" y="6596"/>
                </a:cubicBezTo>
                <a:cubicBezTo>
                  <a:pt x="23040" y="6596"/>
                  <a:pt x="22459" y="6854"/>
                  <a:pt x="22006" y="7055"/>
                </a:cubicBezTo>
                <a:cubicBezTo>
                  <a:pt x="20720" y="7587"/>
                  <a:pt x="19478" y="8253"/>
                  <a:pt x="18280" y="9007"/>
                </a:cubicBezTo>
                <a:cubicBezTo>
                  <a:pt x="17082" y="9806"/>
                  <a:pt x="15972" y="10649"/>
                  <a:pt x="14908" y="11581"/>
                </a:cubicBezTo>
                <a:cubicBezTo>
                  <a:pt x="14020" y="12424"/>
                  <a:pt x="12822" y="13400"/>
                  <a:pt x="12334" y="14598"/>
                </a:cubicBezTo>
                <a:cubicBezTo>
                  <a:pt x="11891" y="15751"/>
                  <a:pt x="12600" y="16505"/>
                  <a:pt x="13754" y="16638"/>
                </a:cubicBezTo>
                <a:cubicBezTo>
                  <a:pt x="13885" y="16649"/>
                  <a:pt x="14016" y="16654"/>
                  <a:pt x="14147" y="16654"/>
                </a:cubicBezTo>
                <a:cubicBezTo>
                  <a:pt x="16264" y="16654"/>
                  <a:pt x="18237" y="15317"/>
                  <a:pt x="18989" y="13311"/>
                </a:cubicBezTo>
                <a:cubicBezTo>
                  <a:pt x="19060" y="13077"/>
                  <a:pt x="18895" y="12966"/>
                  <a:pt x="18704" y="12966"/>
                </a:cubicBezTo>
                <a:cubicBezTo>
                  <a:pt x="18534" y="12966"/>
                  <a:pt x="18342" y="13055"/>
                  <a:pt x="18280" y="13222"/>
                </a:cubicBezTo>
                <a:cubicBezTo>
                  <a:pt x="17925" y="14287"/>
                  <a:pt x="17126" y="15174"/>
                  <a:pt x="16106" y="15662"/>
                </a:cubicBezTo>
                <a:cubicBezTo>
                  <a:pt x="15724" y="15853"/>
                  <a:pt x="14938" y="16074"/>
                  <a:pt x="14244" y="16074"/>
                </a:cubicBezTo>
                <a:cubicBezTo>
                  <a:pt x="13486" y="16074"/>
                  <a:pt x="12840" y="15810"/>
                  <a:pt x="12955" y="14953"/>
                </a:cubicBezTo>
                <a:cubicBezTo>
                  <a:pt x="13133" y="14376"/>
                  <a:pt x="13443" y="13799"/>
                  <a:pt x="13932" y="13400"/>
                </a:cubicBezTo>
                <a:cubicBezTo>
                  <a:pt x="14420" y="12912"/>
                  <a:pt x="14908" y="12379"/>
                  <a:pt x="15440" y="11935"/>
                </a:cubicBezTo>
                <a:cubicBezTo>
                  <a:pt x="16327" y="11092"/>
                  <a:pt x="17303" y="10338"/>
                  <a:pt x="18324" y="9673"/>
                </a:cubicBezTo>
                <a:cubicBezTo>
                  <a:pt x="19344" y="8963"/>
                  <a:pt x="20409" y="8386"/>
                  <a:pt x="21518" y="7854"/>
                </a:cubicBezTo>
                <a:cubicBezTo>
                  <a:pt x="22051" y="7543"/>
                  <a:pt x="22583" y="7277"/>
                  <a:pt x="23160" y="7144"/>
                </a:cubicBezTo>
                <a:cubicBezTo>
                  <a:pt x="23199" y="7139"/>
                  <a:pt x="23236" y="7137"/>
                  <a:pt x="23272" y="7137"/>
                </a:cubicBezTo>
                <a:cubicBezTo>
                  <a:pt x="23928" y="7137"/>
                  <a:pt x="24045" y="7881"/>
                  <a:pt x="24003" y="8386"/>
                </a:cubicBezTo>
                <a:cubicBezTo>
                  <a:pt x="23914" y="9451"/>
                  <a:pt x="23249" y="10427"/>
                  <a:pt x="22716" y="11270"/>
                </a:cubicBezTo>
                <a:cubicBezTo>
                  <a:pt x="22095" y="12290"/>
                  <a:pt x="21430" y="13222"/>
                  <a:pt x="20631" y="14110"/>
                </a:cubicBezTo>
                <a:cubicBezTo>
                  <a:pt x="19167" y="15840"/>
                  <a:pt x="17437" y="17304"/>
                  <a:pt x="15484" y="18502"/>
                </a:cubicBezTo>
                <a:cubicBezTo>
                  <a:pt x="14464" y="19167"/>
                  <a:pt x="13443" y="19700"/>
                  <a:pt x="12379" y="20144"/>
                </a:cubicBezTo>
                <a:cubicBezTo>
                  <a:pt x="11776" y="20379"/>
                  <a:pt x="11004" y="20661"/>
                  <a:pt x="10299" y="20661"/>
                </a:cubicBezTo>
                <a:cubicBezTo>
                  <a:pt x="9809" y="20661"/>
                  <a:pt x="9352" y="20525"/>
                  <a:pt x="9007" y="20144"/>
                </a:cubicBezTo>
                <a:cubicBezTo>
                  <a:pt x="8164" y="19167"/>
                  <a:pt x="8474" y="17570"/>
                  <a:pt x="8785" y="16505"/>
                </a:cubicBezTo>
                <a:cubicBezTo>
                  <a:pt x="9140" y="15307"/>
                  <a:pt x="9672" y="14198"/>
                  <a:pt x="10426" y="13178"/>
                </a:cubicBezTo>
                <a:cubicBezTo>
                  <a:pt x="11891" y="11270"/>
                  <a:pt x="13532" y="9451"/>
                  <a:pt x="15307" y="7854"/>
                </a:cubicBezTo>
                <a:cubicBezTo>
                  <a:pt x="17215" y="5990"/>
                  <a:pt x="19344" y="4215"/>
                  <a:pt x="21918" y="3372"/>
                </a:cubicBezTo>
                <a:cubicBezTo>
                  <a:pt x="22956" y="3013"/>
                  <a:pt x="24066" y="2833"/>
                  <a:pt x="25183" y="2833"/>
                </a:cubicBezTo>
                <a:cubicBezTo>
                  <a:pt x="25307" y="2833"/>
                  <a:pt x="25432" y="2836"/>
                  <a:pt x="25556" y="2840"/>
                </a:cubicBezTo>
                <a:cubicBezTo>
                  <a:pt x="26843" y="2884"/>
                  <a:pt x="28085" y="3284"/>
                  <a:pt x="29105" y="4038"/>
                </a:cubicBezTo>
                <a:cubicBezTo>
                  <a:pt x="30037" y="4881"/>
                  <a:pt x="29549" y="6656"/>
                  <a:pt x="29372" y="7721"/>
                </a:cubicBezTo>
                <a:cubicBezTo>
                  <a:pt x="29150" y="8874"/>
                  <a:pt x="28795" y="10028"/>
                  <a:pt x="28351" y="11137"/>
                </a:cubicBezTo>
                <a:cubicBezTo>
                  <a:pt x="27464" y="13311"/>
                  <a:pt x="26266" y="15352"/>
                  <a:pt x="24802" y="17215"/>
                </a:cubicBezTo>
                <a:cubicBezTo>
                  <a:pt x="23338" y="19079"/>
                  <a:pt x="21740" y="20765"/>
                  <a:pt x="19966" y="22362"/>
                </a:cubicBezTo>
                <a:cubicBezTo>
                  <a:pt x="18146" y="24048"/>
                  <a:pt x="16150" y="25512"/>
                  <a:pt x="14020" y="26799"/>
                </a:cubicBezTo>
                <a:cubicBezTo>
                  <a:pt x="12267" y="27769"/>
                  <a:pt x="10326" y="28425"/>
                  <a:pt x="8329" y="28425"/>
                </a:cubicBezTo>
                <a:cubicBezTo>
                  <a:pt x="7950" y="28425"/>
                  <a:pt x="7569" y="28401"/>
                  <a:pt x="7188" y="28352"/>
                </a:cubicBezTo>
                <a:cubicBezTo>
                  <a:pt x="4969" y="28041"/>
                  <a:pt x="2884" y="26799"/>
                  <a:pt x="1908" y="24713"/>
                </a:cubicBezTo>
                <a:cubicBezTo>
                  <a:pt x="843" y="22495"/>
                  <a:pt x="1287" y="19877"/>
                  <a:pt x="2130" y="17615"/>
                </a:cubicBezTo>
                <a:cubicBezTo>
                  <a:pt x="2973" y="15441"/>
                  <a:pt x="4082" y="13355"/>
                  <a:pt x="5502" y="11447"/>
                </a:cubicBezTo>
                <a:cubicBezTo>
                  <a:pt x="8208" y="7632"/>
                  <a:pt x="11713" y="4437"/>
                  <a:pt x="15795" y="2041"/>
                </a:cubicBezTo>
                <a:cubicBezTo>
                  <a:pt x="16771" y="1465"/>
                  <a:pt x="17792" y="932"/>
                  <a:pt x="18856" y="489"/>
                </a:cubicBezTo>
                <a:cubicBezTo>
                  <a:pt x="19260" y="305"/>
                  <a:pt x="19027" y="1"/>
                  <a:pt x="18733" y="1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39" name="Google Shape;1639;p40">
            <a:extLst>
              <a:ext uri="{FF2B5EF4-FFF2-40B4-BE49-F238E27FC236}">
                <a16:creationId xmlns:a16="http://schemas.microsoft.com/office/drawing/2014/main" id="{D9977798-97EF-F198-40BF-BBA485A78FC7}"/>
              </a:ext>
            </a:extLst>
          </p:cNvPr>
          <p:cNvGrpSpPr/>
          <p:nvPr/>
        </p:nvGrpSpPr>
        <p:grpSpPr>
          <a:xfrm>
            <a:off x="7920158" y="195272"/>
            <a:ext cx="693310" cy="648967"/>
            <a:chOff x="4231052" y="1337496"/>
            <a:chExt cx="3948235" cy="3695710"/>
          </a:xfrm>
        </p:grpSpPr>
        <p:sp>
          <p:nvSpPr>
            <p:cNvPr id="1640" name="Google Shape;1640;p40">
              <a:extLst>
                <a:ext uri="{FF2B5EF4-FFF2-40B4-BE49-F238E27FC236}">
                  <a16:creationId xmlns:a16="http://schemas.microsoft.com/office/drawing/2014/main" id="{570E2F1D-3DC7-A354-C282-351104E4806D}"/>
                </a:ext>
              </a:extLst>
            </p:cNvPr>
            <p:cNvSpPr/>
            <p:nvPr/>
          </p:nvSpPr>
          <p:spPr>
            <a:xfrm>
              <a:off x="4231052" y="1412446"/>
              <a:ext cx="3948235" cy="3598646"/>
            </a:xfrm>
            <a:custGeom>
              <a:avLst/>
              <a:gdLst/>
              <a:ahLst/>
              <a:cxnLst/>
              <a:rect l="l" t="t" r="r" b="b"/>
              <a:pathLst>
                <a:path w="29816" h="27176" extrusionOk="0">
                  <a:moveTo>
                    <a:pt x="14908" y="0"/>
                  </a:moveTo>
                  <a:cubicBezTo>
                    <a:pt x="11425" y="0"/>
                    <a:pt x="7942" y="1320"/>
                    <a:pt x="5280" y="3960"/>
                  </a:cubicBezTo>
                  <a:cubicBezTo>
                    <a:pt x="0" y="9284"/>
                    <a:pt x="0" y="17891"/>
                    <a:pt x="5280" y="23216"/>
                  </a:cubicBezTo>
                  <a:cubicBezTo>
                    <a:pt x="7942" y="25856"/>
                    <a:pt x="11425" y="27175"/>
                    <a:pt x="14908" y="27175"/>
                  </a:cubicBezTo>
                  <a:cubicBezTo>
                    <a:pt x="18391" y="27175"/>
                    <a:pt x="21874" y="25856"/>
                    <a:pt x="24536" y="23216"/>
                  </a:cubicBezTo>
                  <a:cubicBezTo>
                    <a:pt x="29816" y="17891"/>
                    <a:pt x="29816" y="9284"/>
                    <a:pt x="24536" y="3960"/>
                  </a:cubicBezTo>
                  <a:cubicBezTo>
                    <a:pt x="21874" y="1320"/>
                    <a:pt x="18391" y="0"/>
                    <a:pt x="149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40">
              <a:extLst>
                <a:ext uri="{FF2B5EF4-FFF2-40B4-BE49-F238E27FC236}">
                  <a16:creationId xmlns:a16="http://schemas.microsoft.com/office/drawing/2014/main" id="{A0E32BA3-3327-F4A3-9155-811CA70B0B41}"/>
                </a:ext>
              </a:extLst>
            </p:cNvPr>
            <p:cNvSpPr/>
            <p:nvPr/>
          </p:nvSpPr>
          <p:spPr>
            <a:xfrm>
              <a:off x="4231052" y="1412446"/>
              <a:ext cx="3948235" cy="3598646"/>
            </a:xfrm>
            <a:custGeom>
              <a:avLst/>
              <a:gdLst/>
              <a:ahLst/>
              <a:cxnLst/>
              <a:rect l="l" t="t" r="r" b="b"/>
              <a:pathLst>
                <a:path w="29816" h="27176" extrusionOk="0">
                  <a:moveTo>
                    <a:pt x="14908" y="0"/>
                  </a:moveTo>
                  <a:cubicBezTo>
                    <a:pt x="11425" y="0"/>
                    <a:pt x="7942" y="1320"/>
                    <a:pt x="5280" y="3960"/>
                  </a:cubicBezTo>
                  <a:cubicBezTo>
                    <a:pt x="0" y="9284"/>
                    <a:pt x="0" y="17891"/>
                    <a:pt x="5280" y="23216"/>
                  </a:cubicBezTo>
                  <a:cubicBezTo>
                    <a:pt x="7942" y="25856"/>
                    <a:pt x="11425" y="27175"/>
                    <a:pt x="14908" y="27175"/>
                  </a:cubicBezTo>
                  <a:cubicBezTo>
                    <a:pt x="18391" y="27175"/>
                    <a:pt x="21874" y="25856"/>
                    <a:pt x="24536" y="23216"/>
                  </a:cubicBezTo>
                  <a:cubicBezTo>
                    <a:pt x="29816" y="17891"/>
                    <a:pt x="29816" y="9284"/>
                    <a:pt x="24536" y="3960"/>
                  </a:cubicBezTo>
                  <a:cubicBezTo>
                    <a:pt x="21874" y="1320"/>
                    <a:pt x="18391" y="0"/>
                    <a:pt x="149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40">
              <a:extLst>
                <a:ext uri="{FF2B5EF4-FFF2-40B4-BE49-F238E27FC236}">
                  <a16:creationId xmlns:a16="http://schemas.microsoft.com/office/drawing/2014/main" id="{1FBD0977-D269-EDBA-E456-28688CCC6036}"/>
                </a:ext>
              </a:extLst>
            </p:cNvPr>
            <p:cNvSpPr/>
            <p:nvPr/>
          </p:nvSpPr>
          <p:spPr>
            <a:xfrm>
              <a:off x="4372080" y="2432477"/>
              <a:ext cx="3630956" cy="1319830"/>
            </a:xfrm>
            <a:custGeom>
              <a:avLst/>
              <a:gdLst/>
              <a:ahLst/>
              <a:cxnLst/>
              <a:rect l="l" t="t" r="r" b="b"/>
              <a:pathLst>
                <a:path w="27420" h="9967" extrusionOk="0">
                  <a:moveTo>
                    <a:pt x="10666" y="1"/>
                  </a:moveTo>
                  <a:cubicBezTo>
                    <a:pt x="9121" y="1"/>
                    <a:pt x="7710" y="413"/>
                    <a:pt x="6123" y="738"/>
                  </a:cubicBezTo>
                  <a:cubicBezTo>
                    <a:pt x="4437" y="1093"/>
                    <a:pt x="2662" y="916"/>
                    <a:pt x="1021" y="1404"/>
                  </a:cubicBezTo>
                  <a:cubicBezTo>
                    <a:pt x="133" y="3844"/>
                    <a:pt x="0" y="6506"/>
                    <a:pt x="621" y="8991"/>
                  </a:cubicBezTo>
                  <a:cubicBezTo>
                    <a:pt x="2263" y="9567"/>
                    <a:pt x="3949" y="9922"/>
                    <a:pt x="5679" y="9967"/>
                  </a:cubicBezTo>
                  <a:cubicBezTo>
                    <a:pt x="9007" y="9745"/>
                    <a:pt x="11846" y="8059"/>
                    <a:pt x="14863" y="6905"/>
                  </a:cubicBezTo>
                  <a:cubicBezTo>
                    <a:pt x="15849" y="6538"/>
                    <a:pt x="16877" y="6397"/>
                    <a:pt x="17931" y="6397"/>
                  </a:cubicBezTo>
                  <a:cubicBezTo>
                    <a:pt x="20954" y="6397"/>
                    <a:pt x="24194" y="7564"/>
                    <a:pt x="27286" y="7926"/>
                  </a:cubicBezTo>
                  <a:cubicBezTo>
                    <a:pt x="27375" y="7260"/>
                    <a:pt x="27420" y="6550"/>
                    <a:pt x="27420" y="5885"/>
                  </a:cubicBezTo>
                  <a:cubicBezTo>
                    <a:pt x="27420" y="5574"/>
                    <a:pt x="27420" y="5219"/>
                    <a:pt x="27375" y="4909"/>
                  </a:cubicBezTo>
                  <a:cubicBezTo>
                    <a:pt x="25911" y="4820"/>
                    <a:pt x="24447" y="4554"/>
                    <a:pt x="23027" y="4199"/>
                  </a:cubicBezTo>
                  <a:cubicBezTo>
                    <a:pt x="19256" y="3001"/>
                    <a:pt x="15751" y="649"/>
                    <a:pt x="11758" y="73"/>
                  </a:cubicBezTo>
                  <a:cubicBezTo>
                    <a:pt x="11384" y="23"/>
                    <a:pt x="11021" y="1"/>
                    <a:pt x="10666" y="1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40">
              <a:extLst>
                <a:ext uri="{FF2B5EF4-FFF2-40B4-BE49-F238E27FC236}">
                  <a16:creationId xmlns:a16="http://schemas.microsoft.com/office/drawing/2014/main" id="{98418E43-FEB7-9C56-4901-FAC31C0E88CF}"/>
                </a:ext>
              </a:extLst>
            </p:cNvPr>
            <p:cNvSpPr/>
            <p:nvPr/>
          </p:nvSpPr>
          <p:spPr>
            <a:xfrm>
              <a:off x="4436701" y="3399673"/>
              <a:ext cx="3554550" cy="1224488"/>
            </a:xfrm>
            <a:custGeom>
              <a:avLst/>
              <a:gdLst/>
              <a:ahLst/>
              <a:cxnLst/>
              <a:rect l="l" t="t" r="r" b="b"/>
              <a:pathLst>
                <a:path w="26843" h="9247" extrusionOk="0">
                  <a:moveTo>
                    <a:pt x="26843" y="1"/>
                  </a:moveTo>
                  <a:lnTo>
                    <a:pt x="26843" y="1"/>
                  </a:lnTo>
                  <a:cubicBezTo>
                    <a:pt x="24891" y="622"/>
                    <a:pt x="22894" y="1021"/>
                    <a:pt x="20853" y="1332"/>
                  </a:cubicBezTo>
                  <a:cubicBezTo>
                    <a:pt x="20674" y="1347"/>
                    <a:pt x="20497" y="1353"/>
                    <a:pt x="20321" y="1353"/>
                  </a:cubicBezTo>
                  <a:cubicBezTo>
                    <a:pt x="18623" y="1353"/>
                    <a:pt x="17075" y="722"/>
                    <a:pt x="15413" y="722"/>
                  </a:cubicBezTo>
                  <a:cubicBezTo>
                    <a:pt x="15202" y="722"/>
                    <a:pt x="14990" y="732"/>
                    <a:pt x="14775" y="755"/>
                  </a:cubicBezTo>
                  <a:cubicBezTo>
                    <a:pt x="12911" y="1021"/>
                    <a:pt x="11048" y="1420"/>
                    <a:pt x="9273" y="1908"/>
                  </a:cubicBezTo>
                  <a:cubicBezTo>
                    <a:pt x="8055" y="2179"/>
                    <a:pt x="7192" y="2347"/>
                    <a:pt x="6305" y="2347"/>
                  </a:cubicBezTo>
                  <a:cubicBezTo>
                    <a:pt x="5449" y="2347"/>
                    <a:pt x="4571" y="2190"/>
                    <a:pt x="3328" y="1820"/>
                  </a:cubicBezTo>
                  <a:cubicBezTo>
                    <a:pt x="2549" y="1586"/>
                    <a:pt x="1872" y="1078"/>
                    <a:pt x="1028" y="1078"/>
                  </a:cubicBezTo>
                  <a:cubicBezTo>
                    <a:pt x="910" y="1078"/>
                    <a:pt x="790" y="1088"/>
                    <a:pt x="666" y="1110"/>
                  </a:cubicBezTo>
                  <a:cubicBezTo>
                    <a:pt x="444" y="1110"/>
                    <a:pt x="222" y="1198"/>
                    <a:pt x="0" y="1287"/>
                  </a:cubicBezTo>
                  <a:cubicBezTo>
                    <a:pt x="178" y="1997"/>
                    <a:pt x="400" y="2751"/>
                    <a:pt x="666" y="3417"/>
                  </a:cubicBezTo>
                  <a:cubicBezTo>
                    <a:pt x="1775" y="4171"/>
                    <a:pt x="3062" y="5901"/>
                    <a:pt x="3328" y="6168"/>
                  </a:cubicBezTo>
                  <a:cubicBezTo>
                    <a:pt x="4748" y="7366"/>
                    <a:pt x="4659" y="6966"/>
                    <a:pt x="6300" y="7543"/>
                  </a:cubicBezTo>
                  <a:cubicBezTo>
                    <a:pt x="8552" y="8306"/>
                    <a:pt x="10774" y="9247"/>
                    <a:pt x="13113" y="9247"/>
                  </a:cubicBezTo>
                  <a:cubicBezTo>
                    <a:pt x="13631" y="9247"/>
                    <a:pt x="14155" y="9201"/>
                    <a:pt x="14686" y="9096"/>
                  </a:cubicBezTo>
                  <a:cubicBezTo>
                    <a:pt x="17481" y="8564"/>
                    <a:pt x="20676" y="7721"/>
                    <a:pt x="23560" y="7499"/>
                  </a:cubicBezTo>
                  <a:cubicBezTo>
                    <a:pt x="25423" y="5413"/>
                    <a:pt x="26577" y="2796"/>
                    <a:pt x="26843" y="1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40">
              <a:extLst>
                <a:ext uri="{FF2B5EF4-FFF2-40B4-BE49-F238E27FC236}">
                  <a16:creationId xmlns:a16="http://schemas.microsoft.com/office/drawing/2014/main" id="{678CE010-5A26-AA42-C605-1078753379CD}"/>
                </a:ext>
              </a:extLst>
            </p:cNvPr>
            <p:cNvSpPr/>
            <p:nvPr/>
          </p:nvSpPr>
          <p:spPr>
            <a:xfrm>
              <a:off x="4483710" y="1908756"/>
              <a:ext cx="3366514" cy="786045"/>
            </a:xfrm>
            <a:custGeom>
              <a:avLst/>
              <a:gdLst/>
              <a:ahLst/>
              <a:cxnLst/>
              <a:rect l="l" t="t" r="r" b="b"/>
              <a:pathLst>
                <a:path w="25423" h="5936" extrusionOk="0">
                  <a:moveTo>
                    <a:pt x="14071" y="1"/>
                  </a:moveTo>
                  <a:cubicBezTo>
                    <a:pt x="12558" y="1"/>
                    <a:pt x="11042" y="130"/>
                    <a:pt x="9539" y="389"/>
                  </a:cubicBezTo>
                  <a:cubicBezTo>
                    <a:pt x="7321" y="789"/>
                    <a:pt x="4969" y="700"/>
                    <a:pt x="2751" y="922"/>
                  </a:cubicBezTo>
                  <a:cubicBezTo>
                    <a:pt x="1509" y="2386"/>
                    <a:pt x="533" y="4116"/>
                    <a:pt x="0" y="5935"/>
                  </a:cubicBezTo>
                  <a:cubicBezTo>
                    <a:pt x="1725" y="5375"/>
                    <a:pt x="3365" y="4647"/>
                    <a:pt x="5370" y="4647"/>
                  </a:cubicBezTo>
                  <a:cubicBezTo>
                    <a:pt x="5429" y="4647"/>
                    <a:pt x="5487" y="4647"/>
                    <a:pt x="5546" y="4649"/>
                  </a:cubicBezTo>
                  <a:cubicBezTo>
                    <a:pt x="6112" y="4661"/>
                    <a:pt x="6593" y="4673"/>
                    <a:pt x="7038" y="4673"/>
                  </a:cubicBezTo>
                  <a:cubicBezTo>
                    <a:pt x="8196" y="4673"/>
                    <a:pt x="9109" y="4590"/>
                    <a:pt x="10648" y="4205"/>
                  </a:cubicBezTo>
                  <a:cubicBezTo>
                    <a:pt x="11992" y="3839"/>
                    <a:pt x="13343" y="3711"/>
                    <a:pt x="14697" y="3711"/>
                  </a:cubicBezTo>
                  <a:cubicBezTo>
                    <a:pt x="17809" y="3711"/>
                    <a:pt x="20942" y="4385"/>
                    <a:pt x="24063" y="4385"/>
                  </a:cubicBezTo>
                  <a:cubicBezTo>
                    <a:pt x="24516" y="4385"/>
                    <a:pt x="24970" y="4371"/>
                    <a:pt x="25423" y="4338"/>
                  </a:cubicBezTo>
                  <a:cubicBezTo>
                    <a:pt x="25068" y="3495"/>
                    <a:pt x="24580" y="2697"/>
                    <a:pt x="24048" y="1942"/>
                  </a:cubicBezTo>
                  <a:cubicBezTo>
                    <a:pt x="20854" y="653"/>
                    <a:pt x="17470" y="1"/>
                    <a:pt x="14071" y="1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40">
              <a:extLst>
                <a:ext uri="{FF2B5EF4-FFF2-40B4-BE49-F238E27FC236}">
                  <a16:creationId xmlns:a16="http://schemas.microsoft.com/office/drawing/2014/main" id="{FA3DDA66-664F-91F3-4C8C-5D6CB8E82182}"/>
                </a:ext>
              </a:extLst>
            </p:cNvPr>
            <p:cNvSpPr/>
            <p:nvPr/>
          </p:nvSpPr>
          <p:spPr>
            <a:xfrm>
              <a:off x="6352024" y="1419729"/>
              <a:ext cx="1656839" cy="3578121"/>
            </a:xfrm>
            <a:custGeom>
              <a:avLst/>
              <a:gdLst/>
              <a:ahLst/>
              <a:cxnLst/>
              <a:rect l="l" t="t" r="r" b="b"/>
              <a:pathLst>
                <a:path w="12512" h="27021" extrusionOk="0">
                  <a:moveTo>
                    <a:pt x="0" y="1"/>
                  </a:moveTo>
                  <a:lnTo>
                    <a:pt x="0" y="1"/>
                  </a:lnTo>
                  <a:cubicBezTo>
                    <a:pt x="5369" y="7410"/>
                    <a:pt x="2928" y="18325"/>
                    <a:pt x="399" y="27021"/>
                  </a:cubicBezTo>
                  <a:cubicBezTo>
                    <a:pt x="7277" y="26266"/>
                    <a:pt x="12468" y="20454"/>
                    <a:pt x="12512" y="13533"/>
                  </a:cubicBezTo>
                  <a:cubicBezTo>
                    <a:pt x="12468" y="6434"/>
                    <a:pt x="7055" y="577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40">
              <a:extLst>
                <a:ext uri="{FF2B5EF4-FFF2-40B4-BE49-F238E27FC236}">
                  <a16:creationId xmlns:a16="http://schemas.microsoft.com/office/drawing/2014/main" id="{086F023E-42B6-6D9D-8AE1-EC593C9DC7AA}"/>
                </a:ext>
              </a:extLst>
            </p:cNvPr>
            <p:cNvSpPr/>
            <p:nvPr/>
          </p:nvSpPr>
          <p:spPr>
            <a:xfrm>
              <a:off x="6440083" y="1537185"/>
              <a:ext cx="1645054" cy="3454838"/>
            </a:xfrm>
            <a:custGeom>
              <a:avLst/>
              <a:gdLst/>
              <a:ahLst/>
              <a:cxnLst/>
              <a:rect l="l" t="t" r="r" b="b"/>
              <a:pathLst>
                <a:path w="12423" h="26090" extrusionOk="0">
                  <a:moveTo>
                    <a:pt x="3240" y="1"/>
                  </a:moveTo>
                  <a:lnTo>
                    <a:pt x="3240" y="45"/>
                  </a:lnTo>
                  <a:cubicBezTo>
                    <a:pt x="3251" y="50"/>
                    <a:pt x="3262" y="54"/>
                    <a:pt x="3272" y="58"/>
                  </a:cubicBezTo>
                  <a:lnTo>
                    <a:pt x="3272" y="58"/>
                  </a:lnTo>
                  <a:cubicBezTo>
                    <a:pt x="3262" y="39"/>
                    <a:pt x="3251" y="20"/>
                    <a:pt x="3240" y="1"/>
                  </a:cubicBezTo>
                  <a:close/>
                  <a:moveTo>
                    <a:pt x="3272" y="58"/>
                  </a:moveTo>
                  <a:cubicBezTo>
                    <a:pt x="6310" y="5366"/>
                    <a:pt x="7493" y="11028"/>
                    <a:pt x="5813" y="17526"/>
                  </a:cubicBezTo>
                  <a:cubicBezTo>
                    <a:pt x="4970" y="20987"/>
                    <a:pt x="2929" y="24048"/>
                    <a:pt x="1" y="26089"/>
                  </a:cubicBezTo>
                  <a:cubicBezTo>
                    <a:pt x="6123" y="25291"/>
                    <a:pt x="10915" y="20455"/>
                    <a:pt x="11669" y="14332"/>
                  </a:cubicBezTo>
                  <a:cubicBezTo>
                    <a:pt x="12422" y="8221"/>
                    <a:pt x="8976" y="2331"/>
                    <a:pt x="3272" y="58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40">
              <a:extLst>
                <a:ext uri="{FF2B5EF4-FFF2-40B4-BE49-F238E27FC236}">
                  <a16:creationId xmlns:a16="http://schemas.microsoft.com/office/drawing/2014/main" id="{491003DC-DE66-1868-0351-22175433E110}"/>
                </a:ext>
              </a:extLst>
            </p:cNvPr>
            <p:cNvSpPr/>
            <p:nvPr/>
          </p:nvSpPr>
          <p:spPr>
            <a:xfrm>
              <a:off x="4236879" y="1337496"/>
              <a:ext cx="3930623" cy="3695710"/>
            </a:xfrm>
            <a:custGeom>
              <a:avLst/>
              <a:gdLst/>
              <a:ahLst/>
              <a:cxnLst/>
              <a:rect l="l" t="t" r="r" b="b"/>
              <a:pathLst>
                <a:path w="29683" h="27909" extrusionOk="0">
                  <a:moveTo>
                    <a:pt x="28307" y="14109"/>
                  </a:moveTo>
                  <a:cubicBezTo>
                    <a:pt x="28263" y="14553"/>
                    <a:pt x="28263" y="14997"/>
                    <a:pt x="28174" y="15485"/>
                  </a:cubicBezTo>
                  <a:lnTo>
                    <a:pt x="28086" y="15485"/>
                  </a:lnTo>
                  <a:cubicBezTo>
                    <a:pt x="27997" y="15529"/>
                    <a:pt x="27908" y="15574"/>
                    <a:pt x="27819" y="15618"/>
                  </a:cubicBezTo>
                  <a:cubicBezTo>
                    <a:pt x="27908" y="15086"/>
                    <a:pt x="28041" y="14553"/>
                    <a:pt x="28307" y="14109"/>
                  </a:cubicBezTo>
                  <a:close/>
                  <a:moveTo>
                    <a:pt x="20587" y="23959"/>
                  </a:moveTo>
                  <a:cubicBezTo>
                    <a:pt x="21031" y="24225"/>
                    <a:pt x="21386" y="24536"/>
                    <a:pt x="21697" y="24935"/>
                  </a:cubicBezTo>
                  <a:cubicBezTo>
                    <a:pt x="21673" y="24923"/>
                    <a:pt x="21646" y="24918"/>
                    <a:pt x="21618" y="24918"/>
                  </a:cubicBezTo>
                  <a:cubicBezTo>
                    <a:pt x="21543" y="24918"/>
                    <a:pt x="21463" y="24959"/>
                    <a:pt x="21430" y="25024"/>
                  </a:cubicBezTo>
                  <a:cubicBezTo>
                    <a:pt x="21209" y="25290"/>
                    <a:pt x="20987" y="25601"/>
                    <a:pt x="20809" y="25867"/>
                  </a:cubicBezTo>
                  <a:cubicBezTo>
                    <a:pt x="20765" y="25956"/>
                    <a:pt x="20765" y="26044"/>
                    <a:pt x="20809" y="26089"/>
                  </a:cubicBezTo>
                  <a:cubicBezTo>
                    <a:pt x="20499" y="26222"/>
                    <a:pt x="20232" y="26355"/>
                    <a:pt x="19922" y="26488"/>
                  </a:cubicBezTo>
                  <a:cubicBezTo>
                    <a:pt x="20099" y="26266"/>
                    <a:pt x="20321" y="26089"/>
                    <a:pt x="20454" y="25867"/>
                  </a:cubicBezTo>
                  <a:cubicBezTo>
                    <a:pt x="20612" y="25646"/>
                    <a:pt x="20410" y="25447"/>
                    <a:pt x="20201" y="25447"/>
                  </a:cubicBezTo>
                  <a:cubicBezTo>
                    <a:pt x="20116" y="25447"/>
                    <a:pt x="20030" y="25480"/>
                    <a:pt x="19966" y="25556"/>
                  </a:cubicBezTo>
                  <a:cubicBezTo>
                    <a:pt x="19611" y="26089"/>
                    <a:pt x="19123" y="26488"/>
                    <a:pt x="18591" y="26754"/>
                  </a:cubicBezTo>
                  <a:cubicBezTo>
                    <a:pt x="18502" y="26799"/>
                    <a:pt x="18458" y="26843"/>
                    <a:pt x="18458" y="26932"/>
                  </a:cubicBezTo>
                  <a:cubicBezTo>
                    <a:pt x="18147" y="27020"/>
                    <a:pt x="17792" y="27065"/>
                    <a:pt x="17437" y="27154"/>
                  </a:cubicBezTo>
                  <a:cubicBezTo>
                    <a:pt x="18680" y="26222"/>
                    <a:pt x="19700" y="25157"/>
                    <a:pt x="20587" y="23959"/>
                  </a:cubicBezTo>
                  <a:close/>
                  <a:moveTo>
                    <a:pt x="14775" y="622"/>
                  </a:moveTo>
                  <a:cubicBezTo>
                    <a:pt x="18458" y="888"/>
                    <a:pt x="21963" y="2396"/>
                    <a:pt x="24625" y="4925"/>
                  </a:cubicBezTo>
                  <a:cubicBezTo>
                    <a:pt x="24447" y="5236"/>
                    <a:pt x="24314" y="5502"/>
                    <a:pt x="24137" y="5813"/>
                  </a:cubicBezTo>
                  <a:cubicBezTo>
                    <a:pt x="24046" y="6025"/>
                    <a:pt x="24246" y="6217"/>
                    <a:pt x="24424" y="6217"/>
                  </a:cubicBezTo>
                  <a:cubicBezTo>
                    <a:pt x="24506" y="6217"/>
                    <a:pt x="24583" y="6177"/>
                    <a:pt x="24625" y="6079"/>
                  </a:cubicBezTo>
                  <a:cubicBezTo>
                    <a:pt x="24714" y="5857"/>
                    <a:pt x="24847" y="5635"/>
                    <a:pt x="24980" y="5458"/>
                  </a:cubicBezTo>
                  <a:cubicBezTo>
                    <a:pt x="25024" y="5413"/>
                    <a:pt x="25024" y="5413"/>
                    <a:pt x="25069" y="5413"/>
                  </a:cubicBezTo>
                  <a:cubicBezTo>
                    <a:pt x="25246" y="5591"/>
                    <a:pt x="25424" y="5813"/>
                    <a:pt x="25601" y="6034"/>
                  </a:cubicBezTo>
                  <a:cubicBezTo>
                    <a:pt x="25468" y="6123"/>
                    <a:pt x="25335" y="6301"/>
                    <a:pt x="25335" y="6478"/>
                  </a:cubicBezTo>
                  <a:cubicBezTo>
                    <a:pt x="25280" y="6696"/>
                    <a:pt x="25459" y="6830"/>
                    <a:pt x="25626" y="6830"/>
                  </a:cubicBezTo>
                  <a:cubicBezTo>
                    <a:pt x="25732" y="6830"/>
                    <a:pt x="25833" y="6776"/>
                    <a:pt x="25867" y="6656"/>
                  </a:cubicBezTo>
                  <a:cubicBezTo>
                    <a:pt x="25912" y="6567"/>
                    <a:pt x="25912" y="6478"/>
                    <a:pt x="26000" y="6434"/>
                  </a:cubicBezTo>
                  <a:cubicBezTo>
                    <a:pt x="26178" y="6744"/>
                    <a:pt x="26400" y="7055"/>
                    <a:pt x="26577" y="7365"/>
                  </a:cubicBezTo>
                  <a:cubicBezTo>
                    <a:pt x="26178" y="8342"/>
                    <a:pt x="26222" y="9495"/>
                    <a:pt x="26799" y="10383"/>
                  </a:cubicBezTo>
                  <a:cubicBezTo>
                    <a:pt x="26855" y="10480"/>
                    <a:pt x="26942" y="10521"/>
                    <a:pt x="27029" y="10521"/>
                  </a:cubicBezTo>
                  <a:cubicBezTo>
                    <a:pt x="27218" y="10521"/>
                    <a:pt x="27409" y="10329"/>
                    <a:pt x="27287" y="10116"/>
                  </a:cubicBezTo>
                  <a:cubicBezTo>
                    <a:pt x="26888" y="9495"/>
                    <a:pt x="26799" y="8741"/>
                    <a:pt x="26976" y="8031"/>
                  </a:cubicBezTo>
                  <a:lnTo>
                    <a:pt x="26976" y="8031"/>
                  </a:lnTo>
                  <a:cubicBezTo>
                    <a:pt x="27154" y="8475"/>
                    <a:pt x="27376" y="8874"/>
                    <a:pt x="27553" y="9318"/>
                  </a:cubicBezTo>
                  <a:lnTo>
                    <a:pt x="27464" y="9318"/>
                  </a:lnTo>
                  <a:lnTo>
                    <a:pt x="27331" y="9406"/>
                  </a:lnTo>
                  <a:cubicBezTo>
                    <a:pt x="27067" y="9557"/>
                    <a:pt x="27220" y="9933"/>
                    <a:pt x="27490" y="9933"/>
                  </a:cubicBezTo>
                  <a:cubicBezTo>
                    <a:pt x="27538" y="9933"/>
                    <a:pt x="27589" y="9921"/>
                    <a:pt x="27642" y="9894"/>
                  </a:cubicBezTo>
                  <a:lnTo>
                    <a:pt x="27731" y="9850"/>
                  </a:lnTo>
                  <a:cubicBezTo>
                    <a:pt x="27864" y="10249"/>
                    <a:pt x="27997" y="10693"/>
                    <a:pt x="28086" y="11137"/>
                  </a:cubicBezTo>
                  <a:cubicBezTo>
                    <a:pt x="28041" y="11137"/>
                    <a:pt x="28041" y="11181"/>
                    <a:pt x="27997" y="11181"/>
                  </a:cubicBezTo>
                  <a:lnTo>
                    <a:pt x="27464" y="11935"/>
                  </a:lnTo>
                  <a:cubicBezTo>
                    <a:pt x="27307" y="12157"/>
                    <a:pt x="27508" y="12355"/>
                    <a:pt x="27702" y="12355"/>
                  </a:cubicBezTo>
                  <a:cubicBezTo>
                    <a:pt x="27780" y="12355"/>
                    <a:pt x="27857" y="12323"/>
                    <a:pt x="27908" y="12246"/>
                  </a:cubicBezTo>
                  <a:lnTo>
                    <a:pt x="28174" y="11891"/>
                  </a:lnTo>
                  <a:cubicBezTo>
                    <a:pt x="28219" y="12290"/>
                    <a:pt x="28263" y="12690"/>
                    <a:pt x="28307" y="13089"/>
                  </a:cubicBezTo>
                  <a:cubicBezTo>
                    <a:pt x="28219" y="13133"/>
                    <a:pt x="28174" y="13178"/>
                    <a:pt x="28174" y="13222"/>
                  </a:cubicBezTo>
                  <a:cubicBezTo>
                    <a:pt x="27731" y="13888"/>
                    <a:pt x="27464" y="14642"/>
                    <a:pt x="27331" y="15440"/>
                  </a:cubicBezTo>
                  <a:cubicBezTo>
                    <a:pt x="27154" y="15440"/>
                    <a:pt x="26976" y="15396"/>
                    <a:pt x="26755" y="15396"/>
                  </a:cubicBezTo>
                  <a:cubicBezTo>
                    <a:pt x="26799" y="14997"/>
                    <a:pt x="26888" y="14642"/>
                    <a:pt x="27021" y="14287"/>
                  </a:cubicBezTo>
                  <a:cubicBezTo>
                    <a:pt x="27112" y="14075"/>
                    <a:pt x="26933" y="13863"/>
                    <a:pt x="26769" y="13863"/>
                  </a:cubicBezTo>
                  <a:cubicBezTo>
                    <a:pt x="26693" y="13863"/>
                    <a:pt x="26619" y="13908"/>
                    <a:pt x="26577" y="14021"/>
                  </a:cubicBezTo>
                  <a:cubicBezTo>
                    <a:pt x="26355" y="14464"/>
                    <a:pt x="26222" y="14908"/>
                    <a:pt x="26222" y="15396"/>
                  </a:cubicBezTo>
                  <a:cubicBezTo>
                    <a:pt x="26045" y="15396"/>
                    <a:pt x="25867" y="15440"/>
                    <a:pt x="25690" y="15440"/>
                  </a:cubicBezTo>
                  <a:cubicBezTo>
                    <a:pt x="25645" y="14331"/>
                    <a:pt x="25867" y="13222"/>
                    <a:pt x="26355" y="12157"/>
                  </a:cubicBezTo>
                  <a:cubicBezTo>
                    <a:pt x="26458" y="11951"/>
                    <a:pt x="26269" y="11745"/>
                    <a:pt x="26075" y="11745"/>
                  </a:cubicBezTo>
                  <a:cubicBezTo>
                    <a:pt x="26018" y="11745"/>
                    <a:pt x="25962" y="11762"/>
                    <a:pt x="25912" y="11802"/>
                  </a:cubicBezTo>
                  <a:cubicBezTo>
                    <a:pt x="24802" y="10826"/>
                    <a:pt x="24226" y="9406"/>
                    <a:pt x="24314" y="7942"/>
                  </a:cubicBezTo>
                  <a:cubicBezTo>
                    <a:pt x="24314" y="7765"/>
                    <a:pt x="24181" y="7676"/>
                    <a:pt x="24048" y="7676"/>
                  </a:cubicBezTo>
                  <a:cubicBezTo>
                    <a:pt x="23915" y="7676"/>
                    <a:pt x="23782" y="7765"/>
                    <a:pt x="23782" y="7942"/>
                  </a:cubicBezTo>
                  <a:lnTo>
                    <a:pt x="23782" y="8297"/>
                  </a:lnTo>
                  <a:lnTo>
                    <a:pt x="23693" y="8297"/>
                  </a:lnTo>
                  <a:lnTo>
                    <a:pt x="22717" y="8785"/>
                  </a:lnTo>
                  <a:cubicBezTo>
                    <a:pt x="22446" y="8940"/>
                    <a:pt x="22648" y="9298"/>
                    <a:pt x="22910" y="9298"/>
                  </a:cubicBezTo>
                  <a:cubicBezTo>
                    <a:pt x="22949" y="9298"/>
                    <a:pt x="22988" y="9290"/>
                    <a:pt x="23028" y="9273"/>
                  </a:cubicBezTo>
                  <a:lnTo>
                    <a:pt x="23782" y="8874"/>
                  </a:lnTo>
                  <a:cubicBezTo>
                    <a:pt x="23826" y="9051"/>
                    <a:pt x="23826" y="9185"/>
                    <a:pt x="23871" y="9318"/>
                  </a:cubicBezTo>
                  <a:lnTo>
                    <a:pt x="23826" y="9318"/>
                  </a:lnTo>
                  <a:cubicBezTo>
                    <a:pt x="23427" y="9540"/>
                    <a:pt x="23072" y="9806"/>
                    <a:pt x="22850" y="10205"/>
                  </a:cubicBezTo>
                  <a:cubicBezTo>
                    <a:pt x="22725" y="10425"/>
                    <a:pt x="22932" y="10644"/>
                    <a:pt x="23127" y="10644"/>
                  </a:cubicBezTo>
                  <a:cubicBezTo>
                    <a:pt x="23208" y="10644"/>
                    <a:pt x="23286" y="10607"/>
                    <a:pt x="23338" y="10516"/>
                  </a:cubicBezTo>
                  <a:cubicBezTo>
                    <a:pt x="23471" y="10205"/>
                    <a:pt x="23738" y="10028"/>
                    <a:pt x="24004" y="9894"/>
                  </a:cubicBezTo>
                  <a:cubicBezTo>
                    <a:pt x="24181" y="10383"/>
                    <a:pt x="24447" y="10915"/>
                    <a:pt x="24758" y="11359"/>
                  </a:cubicBezTo>
                  <a:cubicBezTo>
                    <a:pt x="24314" y="11048"/>
                    <a:pt x="23782" y="10826"/>
                    <a:pt x="23250" y="10737"/>
                  </a:cubicBezTo>
                  <a:cubicBezTo>
                    <a:pt x="23222" y="10731"/>
                    <a:pt x="23196" y="10728"/>
                    <a:pt x="23171" y="10728"/>
                  </a:cubicBezTo>
                  <a:cubicBezTo>
                    <a:pt x="22871" y="10728"/>
                    <a:pt x="22744" y="11188"/>
                    <a:pt x="23072" y="11270"/>
                  </a:cubicBezTo>
                  <a:cubicBezTo>
                    <a:pt x="23871" y="11447"/>
                    <a:pt x="24625" y="11802"/>
                    <a:pt x="25246" y="12379"/>
                  </a:cubicBezTo>
                  <a:cubicBezTo>
                    <a:pt x="25299" y="12432"/>
                    <a:pt x="25365" y="12456"/>
                    <a:pt x="25431" y="12456"/>
                  </a:cubicBezTo>
                  <a:cubicBezTo>
                    <a:pt x="25533" y="12456"/>
                    <a:pt x="25636" y="12398"/>
                    <a:pt x="25690" y="12290"/>
                  </a:cubicBezTo>
                  <a:lnTo>
                    <a:pt x="25690" y="12290"/>
                  </a:lnTo>
                  <a:cubicBezTo>
                    <a:pt x="25645" y="12468"/>
                    <a:pt x="25557" y="12645"/>
                    <a:pt x="25512" y="12823"/>
                  </a:cubicBezTo>
                  <a:lnTo>
                    <a:pt x="25424" y="12778"/>
                  </a:lnTo>
                  <a:cubicBezTo>
                    <a:pt x="25362" y="12717"/>
                    <a:pt x="25293" y="12691"/>
                    <a:pt x="25226" y="12691"/>
                  </a:cubicBezTo>
                  <a:cubicBezTo>
                    <a:pt x="25008" y="12691"/>
                    <a:pt x="24820" y="12973"/>
                    <a:pt x="25024" y="13178"/>
                  </a:cubicBezTo>
                  <a:lnTo>
                    <a:pt x="25246" y="13355"/>
                  </a:lnTo>
                  <a:cubicBezTo>
                    <a:pt x="25290" y="13400"/>
                    <a:pt x="25290" y="13400"/>
                    <a:pt x="25335" y="13444"/>
                  </a:cubicBezTo>
                  <a:cubicBezTo>
                    <a:pt x="25290" y="13710"/>
                    <a:pt x="25246" y="14021"/>
                    <a:pt x="25202" y="14331"/>
                  </a:cubicBezTo>
                  <a:cubicBezTo>
                    <a:pt x="25202" y="14287"/>
                    <a:pt x="25157" y="14243"/>
                    <a:pt x="25157" y="14243"/>
                  </a:cubicBezTo>
                  <a:cubicBezTo>
                    <a:pt x="24625" y="13666"/>
                    <a:pt x="23959" y="13266"/>
                    <a:pt x="23250" y="13045"/>
                  </a:cubicBezTo>
                  <a:cubicBezTo>
                    <a:pt x="23211" y="13030"/>
                    <a:pt x="23174" y="13023"/>
                    <a:pt x="23141" y="13023"/>
                  </a:cubicBezTo>
                  <a:cubicBezTo>
                    <a:pt x="22871" y="13023"/>
                    <a:pt x="22800" y="13458"/>
                    <a:pt x="23116" y="13577"/>
                  </a:cubicBezTo>
                  <a:cubicBezTo>
                    <a:pt x="23738" y="13799"/>
                    <a:pt x="24314" y="14154"/>
                    <a:pt x="24758" y="14642"/>
                  </a:cubicBezTo>
                  <a:cubicBezTo>
                    <a:pt x="24825" y="14708"/>
                    <a:pt x="24902" y="14742"/>
                    <a:pt x="24974" y="14742"/>
                  </a:cubicBezTo>
                  <a:cubicBezTo>
                    <a:pt x="25046" y="14742"/>
                    <a:pt x="25113" y="14708"/>
                    <a:pt x="25157" y="14642"/>
                  </a:cubicBezTo>
                  <a:cubicBezTo>
                    <a:pt x="25157" y="14864"/>
                    <a:pt x="25157" y="15130"/>
                    <a:pt x="25157" y="15352"/>
                  </a:cubicBezTo>
                  <a:cubicBezTo>
                    <a:pt x="25113" y="15307"/>
                    <a:pt x="25024" y="15263"/>
                    <a:pt x="24980" y="15263"/>
                  </a:cubicBezTo>
                  <a:lnTo>
                    <a:pt x="24935" y="15263"/>
                  </a:lnTo>
                  <a:cubicBezTo>
                    <a:pt x="24847" y="15219"/>
                    <a:pt x="24802" y="15130"/>
                    <a:pt x="24758" y="15130"/>
                  </a:cubicBezTo>
                  <a:cubicBezTo>
                    <a:pt x="24625" y="14997"/>
                    <a:pt x="24492" y="14908"/>
                    <a:pt x="24314" y="14819"/>
                  </a:cubicBezTo>
                  <a:cubicBezTo>
                    <a:pt x="24048" y="14686"/>
                    <a:pt x="23738" y="14553"/>
                    <a:pt x="23383" y="14509"/>
                  </a:cubicBezTo>
                  <a:cubicBezTo>
                    <a:pt x="23359" y="14497"/>
                    <a:pt x="23332" y="14491"/>
                    <a:pt x="23304" y="14491"/>
                  </a:cubicBezTo>
                  <a:cubicBezTo>
                    <a:pt x="23229" y="14491"/>
                    <a:pt x="23149" y="14533"/>
                    <a:pt x="23116" y="14597"/>
                  </a:cubicBezTo>
                  <a:cubicBezTo>
                    <a:pt x="22983" y="13488"/>
                    <a:pt x="22584" y="12468"/>
                    <a:pt x="21963" y="11580"/>
                  </a:cubicBezTo>
                  <a:cubicBezTo>
                    <a:pt x="21897" y="11488"/>
                    <a:pt x="21807" y="11451"/>
                    <a:pt x="21720" y="11451"/>
                  </a:cubicBezTo>
                  <a:cubicBezTo>
                    <a:pt x="21514" y="11451"/>
                    <a:pt x="21319" y="11660"/>
                    <a:pt x="21475" y="11847"/>
                  </a:cubicBezTo>
                  <a:cubicBezTo>
                    <a:pt x="22185" y="12823"/>
                    <a:pt x="22584" y="13976"/>
                    <a:pt x="22628" y="15219"/>
                  </a:cubicBezTo>
                  <a:cubicBezTo>
                    <a:pt x="22628" y="15396"/>
                    <a:pt x="22761" y="15485"/>
                    <a:pt x="22895" y="15485"/>
                  </a:cubicBezTo>
                  <a:cubicBezTo>
                    <a:pt x="23028" y="15485"/>
                    <a:pt x="23161" y="15396"/>
                    <a:pt x="23161" y="15219"/>
                  </a:cubicBezTo>
                  <a:lnTo>
                    <a:pt x="23161" y="14997"/>
                  </a:lnTo>
                  <a:cubicBezTo>
                    <a:pt x="23205" y="14997"/>
                    <a:pt x="23250" y="14997"/>
                    <a:pt x="23250" y="15041"/>
                  </a:cubicBezTo>
                  <a:cubicBezTo>
                    <a:pt x="23604" y="15086"/>
                    <a:pt x="23915" y="15219"/>
                    <a:pt x="24181" y="15396"/>
                  </a:cubicBezTo>
                  <a:cubicBezTo>
                    <a:pt x="24314" y="15485"/>
                    <a:pt x="24447" y="15574"/>
                    <a:pt x="24581" y="15662"/>
                  </a:cubicBezTo>
                  <a:cubicBezTo>
                    <a:pt x="24669" y="15751"/>
                    <a:pt x="24758" y="15884"/>
                    <a:pt x="24891" y="15884"/>
                  </a:cubicBezTo>
                  <a:cubicBezTo>
                    <a:pt x="24913" y="15906"/>
                    <a:pt x="24935" y="15917"/>
                    <a:pt x="24958" y="15917"/>
                  </a:cubicBezTo>
                  <a:cubicBezTo>
                    <a:pt x="24980" y="15917"/>
                    <a:pt x="25002" y="15906"/>
                    <a:pt x="25024" y="15884"/>
                  </a:cubicBezTo>
                  <a:cubicBezTo>
                    <a:pt x="25061" y="15994"/>
                    <a:pt x="25157" y="16073"/>
                    <a:pt x="25265" y="16073"/>
                  </a:cubicBezTo>
                  <a:cubicBezTo>
                    <a:pt x="25288" y="16073"/>
                    <a:pt x="25311" y="16069"/>
                    <a:pt x="25335" y="16062"/>
                  </a:cubicBezTo>
                  <a:cubicBezTo>
                    <a:pt x="25765" y="15976"/>
                    <a:pt x="26194" y="15927"/>
                    <a:pt x="26612" y="15927"/>
                  </a:cubicBezTo>
                  <a:cubicBezTo>
                    <a:pt x="26841" y="15927"/>
                    <a:pt x="27067" y="15941"/>
                    <a:pt x="27287" y="15973"/>
                  </a:cubicBezTo>
                  <a:cubicBezTo>
                    <a:pt x="26843" y="16239"/>
                    <a:pt x="26444" y="16550"/>
                    <a:pt x="26045" y="16860"/>
                  </a:cubicBezTo>
                  <a:cubicBezTo>
                    <a:pt x="25840" y="17065"/>
                    <a:pt x="26028" y="17347"/>
                    <a:pt x="26247" y="17347"/>
                  </a:cubicBezTo>
                  <a:cubicBezTo>
                    <a:pt x="26313" y="17347"/>
                    <a:pt x="26382" y="17321"/>
                    <a:pt x="26444" y="17260"/>
                  </a:cubicBezTo>
                  <a:cubicBezTo>
                    <a:pt x="26932" y="16860"/>
                    <a:pt x="27509" y="16461"/>
                    <a:pt x="28086" y="16150"/>
                  </a:cubicBezTo>
                  <a:lnTo>
                    <a:pt x="28086" y="16150"/>
                  </a:lnTo>
                  <a:cubicBezTo>
                    <a:pt x="28041" y="16417"/>
                    <a:pt x="27997" y="16683"/>
                    <a:pt x="27953" y="16905"/>
                  </a:cubicBezTo>
                  <a:cubicBezTo>
                    <a:pt x="27908" y="16905"/>
                    <a:pt x="27864" y="16949"/>
                    <a:pt x="27819" y="16949"/>
                  </a:cubicBezTo>
                  <a:cubicBezTo>
                    <a:pt x="26976" y="17526"/>
                    <a:pt x="26267" y="18236"/>
                    <a:pt x="25690" y="19079"/>
                  </a:cubicBezTo>
                  <a:cubicBezTo>
                    <a:pt x="25563" y="19300"/>
                    <a:pt x="25774" y="19498"/>
                    <a:pt x="25970" y="19498"/>
                  </a:cubicBezTo>
                  <a:cubicBezTo>
                    <a:pt x="26050" y="19498"/>
                    <a:pt x="26127" y="19466"/>
                    <a:pt x="26178" y="19389"/>
                  </a:cubicBezTo>
                  <a:cubicBezTo>
                    <a:pt x="26621" y="18724"/>
                    <a:pt x="27154" y="18191"/>
                    <a:pt x="27731" y="17703"/>
                  </a:cubicBezTo>
                  <a:lnTo>
                    <a:pt x="27731" y="17703"/>
                  </a:lnTo>
                  <a:cubicBezTo>
                    <a:pt x="27642" y="18103"/>
                    <a:pt x="27509" y="18502"/>
                    <a:pt x="27376" y="18857"/>
                  </a:cubicBezTo>
                  <a:cubicBezTo>
                    <a:pt x="27287" y="18857"/>
                    <a:pt x="27198" y="18901"/>
                    <a:pt x="27154" y="18946"/>
                  </a:cubicBezTo>
                  <a:cubicBezTo>
                    <a:pt x="26400" y="19744"/>
                    <a:pt x="25867" y="20720"/>
                    <a:pt x="25601" y="21785"/>
                  </a:cubicBezTo>
                  <a:cubicBezTo>
                    <a:pt x="25601" y="21874"/>
                    <a:pt x="25601" y="21963"/>
                    <a:pt x="25690" y="22051"/>
                  </a:cubicBezTo>
                  <a:cubicBezTo>
                    <a:pt x="25468" y="22362"/>
                    <a:pt x="25202" y="22717"/>
                    <a:pt x="24935" y="23027"/>
                  </a:cubicBezTo>
                  <a:cubicBezTo>
                    <a:pt x="24980" y="21963"/>
                    <a:pt x="25290" y="20942"/>
                    <a:pt x="25823" y="20055"/>
                  </a:cubicBezTo>
                  <a:cubicBezTo>
                    <a:pt x="25944" y="19842"/>
                    <a:pt x="25754" y="19650"/>
                    <a:pt x="25564" y="19650"/>
                  </a:cubicBezTo>
                  <a:cubicBezTo>
                    <a:pt x="25477" y="19650"/>
                    <a:pt x="25391" y="19691"/>
                    <a:pt x="25335" y="19789"/>
                  </a:cubicBezTo>
                  <a:cubicBezTo>
                    <a:pt x="24714" y="20809"/>
                    <a:pt x="24403" y="22007"/>
                    <a:pt x="24359" y="23205"/>
                  </a:cubicBezTo>
                  <a:lnTo>
                    <a:pt x="24181" y="22983"/>
                  </a:lnTo>
                  <a:lnTo>
                    <a:pt x="24181" y="22939"/>
                  </a:lnTo>
                  <a:cubicBezTo>
                    <a:pt x="23915" y="21430"/>
                    <a:pt x="24314" y="19877"/>
                    <a:pt x="25290" y="18679"/>
                  </a:cubicBezTo>
                  <a:cubicBezTo>
                    <a:pt x="25461" y="18475"/>
                    <a:pt x="25265" y="18192"/>
                    <a:pt x="25065" y="18192"/>
                  </a:cubicBezTo>
                  <a:cubicBezTo>
                    <a:pt x="25004" y="18192"/>
                    <a:pt x="24943" y="18218"/>
                    <a:pt x="24891" y="18280"/>
                  </a:cubicBezTo>
                  <a:cubicBezTo>
                    <a:pt x="24181" y="19167"/>
                    <a:pt x="23738" y="20232"/>
                    <a:pt x="23604" y="21341"/>
                  </a:cubicBezTo>
                  <a:cubicBezTo>
                    <a:pt x="23560" y="21297"/>
                    <a:pt x="23560" y="21253"/>
                    <a:pt x="23516" y="21253"/>
                  </a:cubicBezTo>
                  <a:cubicBezTo>
                    <a:pt x="23205" y="21031"/>
                    <a:pt x="22850" y="20809"/>
                    <a:pt x="22495" y="20632"/>
                  </a:cubicBezTo>
                  <a:cubicBezTo>
                    <a:pt x="22673" y="20321"/>
                    <a:pt x="22939" y="20055"/>
                    <a:pt x="23250" y="19877"/>
                  </a:cubicBezTo>
                  <a:cubicBezTo>
                    <a:pt x="23514" y="19726"/>
                    <a:pt x="23329" y="19351"/>
                    <a:pt x="23104" y="19351"/>
                  </a:cubicBezTo>
                  <a:cubicBezTo>
                    <a:pt x="23064" y="19351"/>
                    <a:pt x="23023" y="19363"/>
                    <a:pt x="22983" y="19389"/>
                  </a:cubicBezTo>
                  <a:cubicBezTo>
                    <a:pt x="22495" y="19700"/>
                    <a:pt x="22140" y="20099"/>
                    <a:pt x="21874" y="20587"/>
                  </a:cubicBezTo>
                  <a:cubicBezTo>
                    <a:pt x="21741" y="20676"/>
                    <a:pt x="21785" y="20898"/>
                    <a:pt x="21918" y="20986"/>
                  </a:cubicBezTo>
                  <a:cubicBezTo>
                    <a:pt x="22407" y="21164"/>
                    <a:pt x="22850" y="21430"/>
                    <a:pt x="23250" y="21741"/>
                  </a:cubicBezTo>
                  <a:cubicBezTo>
                    <a:pt x="23283" y="21775"/>
                    <a:pt x="23324" y="21789"/>
                    <a:pt x="23366" y="21789"/>
                  </a:cubicBezTo>
                  <a:cubicBezTo>
                    <a:pt x="23433" y="21789"/>
                    <a:pt x="23505" y="21751"/>
                    <a:pt x="23560" y="21696"/>
                  </a:cubicBezTo>
                  <a:lnTo>
                    <a:pt x="23560" y="21696"/>
                  </a:lnTo>
                  <a:cubicBezTo>
                    <a:pt x="23516" y="22184"/>
                    <a:pt x="23560" y="22628"/>
                    <a:pt x="23604" y="23072"/>
                  </a:cubicBezTo>
                  <a:cubicBezTo>
                    <a:pt x="23604" y="23160"/>
                    <a:pt x="23649" y="23205"/>
                    <a:pt x="23693" y="23249"/>
                  </a:cubicBezTo>
                  <a:cubicBezTo>
                    <a:pt x="23693" y="23294"/>
                    <a:pt x="23738" y="23338"/>
                    <a:pt x="23738" y="23338"/>
                  </a:cubicBezTo>
                  <a:lnTo>
                    <a:pt x="24181" y="23826"/>
                  </a:lnTo>
                  <a:cubicBezTo>
                    <a:pt x="23915" y="24048"/>
                    <a:pt x="23693" y="24270"/>
                    <a:pt x="23427" y="24492"/>
                  </a:cubicBezTo>
                  <a:cubicBezTo>
                    <a:pt x="22850" y="24935"/>
                    <a:pt x="22273" y="25335"/>
                    <a:pt x="21608" y="25645"/>
                  </a:cubicBezTo>
                  <a:lnTo>
                    <a:pt x="21874" y="25335"/>
                  </a:lnTo>
                  <a:cubicBezTo>
                    <a:pt x="21918" y="25290"/>
                    <a:pt x="21918" y="25246"/>
                    <a:pt x="21918" y="25201"/>
                  </a:cubicBezTo>
                  <a:cubicBezTo>
                    <a:pt x="21988" y="25259"/>
                    <a:pt x="22067" y="25284"/>
                    <a:pt x="22141" y="25284"/>
                  </a:cubicBezTo>
                  <a:cubicBezTo>
                    <a:pt x="22351" y="25284"/>
                    <a:pt x="22526" y="25087"/>
                    <a:pt x="22362" y="24891"/>
                  </a:cubicBezTo>
                  <a:cubicBezTo>
                    <a:pt x="21918" y="24270"/>
                    <a:pt x="21342" y="23737"/>
                    <a:pt x="20676" y="23338"/>
                  </a:cubicBezTo>
                  <a:cubicBezTo>
                    <a:pt x="20632" y="23316"/>
                    <a:pt x="20587" y="23305"/>
                    <a:pt x="20543" y="23305"/>
                  </a:cubicBezTo>
                  <a:cubicBezTo>
                    <a:pt x="20499" y="23305"/>
                    <a:pt x="20454" y="23316"/>
                    <a:pt x="20410" y="23338"/>
                  </a:cubicBezTo>
                  <a:cubicBezTo>
                    <a:pt x="20499" y="23205"/>
                    <a:pt x="20587" y="23116"/>
                    <a:pt x="20676" y="22983"/>
                  </a:cubicBezTo>
                  <a:cubicBezTo>
                    <a:pt x="20676" y="23027"/>
                    <a:pt x="20721" y="23027"/>
                    <a:pt x="20765" y="23072"/>
                  </a:cubicBezTo>
                  <a:cubicBezTo>
                    <a:pt x="21386" y="23515"/>
                    <a:pt x="22007" y="24092"/>
                    <a:pt x="22540" y="24713"/>
                  </a:cubicBezTo>
                  <a:cubicBezTo>
                    <a:pt x="22591" y="24775"/>
                    <a:pt x="22652" y="24801"/>
                    <a:pt x="22713" y="24801"/>
                  </a:cubicBezTo>
                  <a:cubicBezTo>
                    <a:pt x="22914" y="24801"/>
                    <a:pt x="23109" y="24518"/>
                    <a:pt x="22939" y="24314"/>
                  </a:cubicBezTo>
                  <a:cubicBezTo>
                    <a:pt x="22362" y="23693"/>
                    <a:pt x="21741" y="23072"/>
                    <a:pt x="21031" y="22584"/>
                  </a:cubicBezTo>
                  <a:cubicBezTo>
                    <a:pt x="20987" y="22584"/>
                    <a:pt x="20942" y="22539"/>
                    <a:pt x="20898" y="22539"/>
                  </a:cubicBezTo>
                  <a:cubicBezTo>
                    <a:pt x="20987" y="22406"/>
                    <a:pt x="21031" y="22273"/>
                    <a:pt x="21075" y="22184"/>
                  </a:cubicBezTo>
                  <a:cubicBezTo>
                    <a:pt x="21785" y="22761"/>
                    <a:pt x="22495" y="23382"/>
                    <a:pt x="23116" y="24092"/>
                  </a:cubicBezTo>
                  <a:cubicBezTo>
                    <a:pt x="23168" y="24154"/>
                    <a:pt x="23229" y="24180"/>
                    <a:pt x="23290" y="24180"/>
                  </a:cubicBezTo>
                  <a:cubicBezTo>
                    <a:pt x="23490" y="24180"/>
                    <a:pt x="23686" y="23897"/>
                    <a:pt x="23516" y="23693"/>
                  </a:cubicBezTo>
                  <a:cubicBezTo>
                    <a:pt x="22850" y="22983"/>
                    <a:pt x="22185" y="22317"/>
                    <a:pt x="21430" y="21741"/>
                  </a:cubicBezTo>
                  <a:cubicBezTo>
                    <a:pt x="21386" y="21696"/>
                    <a:pt x="21297" y="21652"/>
                    <a:pt x="21253" y="21652"/>
                  </a:cubicBezTo>
                  <a:cubicBezTo>
                    <a:pt x="21430" y="20898"/>
                    <a:pt x="21386" y="20055"/>
                    <a:pt x="21164" y="19300"/>
                  </a:cubicBezTo>
                  <a:cubicBezTo>
                    <a:pt x="21129" y="19140"/>
                    <a:pt x="21014" y="19073"/>
                    <a:pt x="20895" y="19073"/>
                  </a:cubicBezTo>
                  <a:cubicBezTo>
                    <a:pt x="20719" y="19073"/>
                    <a:pt x="20534" y="19221"/>
                    <a:pt x="20587" y="19434"/>
                  </a:cubicBezTo>
                  <a:cubicBezTo>
                    <a:pt x="21031" y="20809"/>
                    <a:pt x="20721" y="22273"/>
                    <a:pt x="19744" y="23338"/>
                  </a:cubicBezTo>
                  <a:cubicBezTo>
                    <a:pt x="19529" y="23518"/>
                    <a:pt x="19721" y="23785"/>
                    <a:pt x="19944" y="23785"/>
                  </a:cubicBezTo>
                  <a:cubicBezTo>
                    <a:pt x="19996" y="23785"/>
                    <a:pt x="20049" y="23771"/>
                    <a:pt x="20099" y="23737"/>
                  </a:cubicBezTo>
                  <a:lnTo>
                    <a:pt x="20099" y="23737"/>
                  </a:lnTo>
                  <a:cubicBezTo>
                    <a:pt x="19079" y="25113"/>
                    <a:pt x="17792" y="26311"/>
                    <a:pt x="16372" y="27242"/>
                  </a:cubicBezTo>
                  <a:cubicBezTo>
                    <a:pt x="16328" y="27242"/>
                    <a:pt x="16284" y="27287"/>
                    <a:pt x="16284" y="27331"/>
                  </a:cubicBezTo>
                  <a:cubicBezTo>
                    <a:pt x="15848" y="27373"/>
                    <a:pt x="15412" y="27394"/>
                    <a:pt x="14978" y="27394"/>
                  </a:cubicBezTo>
                  <a:cubicBezTo>
                    <a:pt x="12227" y="27394"/>
                    <a:pt x="9526" y="26557"/>
                    <a:pt x="7188" y="25024"/>
                  </a:cubicBezTo>
                  <a:cubicBezTo>
                    <a:pt x="2840" y="21963"/>
                    <a:pt x="755" y="16594"/>
                    <a:pt x="1864" y="11403"/>
                  </a:cubicBezTo>
                  <a:cubicBezTo>
                    <a:pt x="2485" y="8741"/>
                    <a:pt x="3861" y="6301"/>
                    <a:pt x="5813" y="4393"/>
                  </a:cubicBezTo>
                  <a:cubicBezTo>
                    <a:pt x="7672" y="2534"/>
                    <a:pt x="10477" y="675"/>
                    <a:pt x="13255" y="675"/>
                  </a:cubicBezTo>
                  <a:cubicBezTo>
                    <a:pt x="13660" y="675"/>
                    <a:pt x="14064" y="714"/>
                    <a:pt x="14465" y="799"/>
                  </a:cubicBezTo>
                  <a:cubicBezTo>
                    <a:pt x="14598" y="799"/>
                    <a:pt x="14731" y="755"/>
                    <a:pt x="14775" y="622"/>
                  </a:cubicBezTo>
                  <a:close/>
                  <a:moveTo>
                    <a:pt x="14243" y="0"/>
                  </a:moveTo>
                  <a:cubicBezTo>
                    <a:pt x="14154" y="0"/>
                    <a:pt x="14065" y="45"/>
                    <a:pt x="14021" y="89"/>
                  </a:cubicBezTo>
                  <a:cubicBezTo>
                    <a:pt x="13767" y="63"/>
                    <a:pt x="13513" y="50"/>
                    <a:pt x="13260" y="50"/>
                  </a:cubicBezTo>
                  <a:cubicBezTo>
                    <a:pt x="8423" y="50"/>
                    <a:pt x="3772" y="4742"/>
                    <a:pt x="2086" y="8874"/>
                  </a:cubicBezTo>
                  <a:cubicBezTo>
                    <a:pt x="1" y="14021"/>
                    <a:pt x="1110" y="19877"/>
                    <a:pt x="4926" y="23826"/>
                  </a:cubicBezTo>
                  <a:cubicBezTo>
                    <a:pt x="7554" y="26510"/>
                    <a:pt x="11298" y="27909"/>
                    <a:pt x="15031" y="27909"/>
                  </a:cubicBezTo>
                  <a:cubicBezTo>
                    <a:pt x="17347" y="27909"/>
                    <a:pt x="19658" y="27370"/>
                    <a:pt x="21697" y="26266"/>
                  </a:cubicBezTo>
                  <a:cubicBezTo>
                    <a:pt x="26799" y="23471"/>
                    <a:pt x="29683" y="17126"/>
                    <a:pt x="28707" y="11403"/>
                  </a:cubicBezTo>
                  <a:cubicBezTo>
                    <a:pt x="27509" y="4437"/>
                    <a:pt x="20898" y="355"/>
                    <a:pt x="14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40">
              <a:extLst>
                <a:ext uri="{FF2B5EF4-FFF2-40B4-BE49-F238E27FC236}">
                  <a16:creationId xmlns:a16="http://schemas.microsoft.com/office/drawing/2014/main" id="{FB2BE252-F632-E00D-A175-18589246B545}"/>
                </a:ext>
              </a:extLst>
            </p:cNvPr>
            <p:cNvSpPr/>
            <p:nvPr/>
          </p:nvSpPr>
          <p:spPr>
            <a:xfrm>
              <a:off x="7061795" y="4119640"/>
              <a:ext cx="199954" cy="143676"/>
            </a:xfrm>
            <a:custGeom>
              <a:avLst/>
              <a:gdLst/>
              <a:ahLst/>
              <a:cxnLst/>
              <a:rect l="l" t="t" r="r" b="b"/>
              <a:pathLst>
                <a:path w="1510" h="1085" extrusionOk="0">
                  <a:moveTo>
                    <a:pt x="382" y="1"/>
                  </a:moveTo>
                  <a:cubicBezTo>
                    <a:pt x="75" y="1"/>
                    <a:pt x="1" y="474"/>
                    <a:pt x="319" y="553"/>
                  </a:cubicBezTo>
                  <a:cubicBezTo>
                    <a:pt x="585" y="642"/>
                    <a:pt x="807" y="775"/>
                    <a:pt x="985" y="997"/>
                  </a:cubicBezTo>
                  <a:cubicBezTo>
                    <a:pt x="1026" y="1059"/>
                    <a:pt x="1079" y="1085"/>
                    <a:pt x="1134" y="1085"/>
                  </a:cubicBezTo>
                  <a:cubicBezTo>
                    <a:pt x="1314" y="1085"/>
                    <a:pt x="1510" y="802"/>
                    <a:pt x="1340" y="598"/>
                  </a:cubicBezTo>
                  <a:cubicBezTo>
                    <a:pt x="1118" y="287"/>
                    <a:pt x="807" y="110"/>
                    <a:pt x="497" y="21"/>
                  </a:cubicBezTo>
                  <a:cubicBezTo>
                    <a:pt x="456" y="7"/>
                    <a:pt x="418" y="1"/>
                    <a:pt x="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40">
              <a:extLst>
                <a:ext uri="{FF2B5EF4-FFF2-40B4-BE49-F238E27FC236}">
                  <a16:creationId xmlns:a16="http://schemas.microsoft.com/office/drawing/2014/main" id="{3CD9ADC9-76C2-463E-E707-01DEAE113C10}"/>
                </a:ext>
              </a:extLst>
            </p:cNvPr>
            <p:cNvSpPr/>
            <p:nvPr/>
          </p:nvSpPr>
          <p:spPr>
            <a:xfrm>
              <a:off x="7256717" y="4247161"/>
              <a:ext cx="76539" cy="85278"/>
            </a:xfrm>
            <a:custGeom>
              <a:avLst/>
              <a:gdLst/>
              <a:ahLst/>
              <a:cxnLst/>
              <a:rect l="l" t="t" r="r" b="b"/>
              <a:pathLst>
                <a:path w="578" h="644" extrusionOk="0">
                  <a:moveTo>
                    <a:pt x="289" y="1"/>
                  </a:moveTo>
                  <a:cubicBezTo>
                    <a:pt x="145" y="1"/>
                    <a:pt x="1" y="100"/>
                    <a:pt x="1" y="300"/>
                  </a:cubicBezTo>
                  <a:lnTo>
                    <a:pt x="1" y="344"/>
                  </a:lnTo>
                  <a:cubicBezTo>
                    <a:pt x="1" y="544"/>
                    <a:pt x="145" y="644"/>
                    <a:pt x="289" y="644"/>
                  </a:cubicBezTo>
                  <a:cubicBezTo>
                    <a:pt x="433" y="644"/>
                    <a:pt x="578" y="544"/>
                    <a:pt x="578" y="344"/>
                  </a:cubicBezTo>
                  <a:lnTo>
                    <a:pt x="578" y="300"/>
                  </a:lnTo>
                  <a:cubicBezTo>
                    <a:pt x="578" y="100"/>
                    <a:pt x="433" y="1"/>
                    <a:pt x="2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40">
              <a:extLst>
                <a:ext uri="{FF2B5EF4-FFF2-40B4-BE49-F238E27FC236}">
                  <a16:creationId xmlns:a16="http://schemas.microsoft.com/office/drawing/2014/main" id="{D8A4FB40-00B1-1D51-748A-F09337BBFCF2}"/>
                </a:ext>
              </a:extLst>
            </p:cNvPr>
            <p:cNvSpPr/>
            <p:nvPr/>
          </p:nvSpPr>
          <p:spPr>
            <a:xfrm>
              <a:off x="7579954" y="3652330"/>
              <a:ext cx="105804" cy="70580"/>
            </a:xfrm>
            <a:custGeom>
              <a:avLst/>
              <a:gdLst/>
              <a:ahLst/>
              <a:cxnLst/>
              <a:rect l="l" t="t" r="r" b="b"/>
              <a:pathLst>
                <a:path w="799" h="533" extrusionOk="0">
                  <a:moveTo>
                    <a:pt x="355" y="0"/>
                  </a:moveTo>
                  <a:cubicBezTo>
                    <a:pt x="0" y="0"/>
                    <a:pt x="0" y="533"/>
                    <a:pt x="355" y="533"/>
                  </a:cubicBezTo>
                  <a:lnTo>
                    <a:pt x="444" y="533"/>
                  </a:lnTo>
                  <a:cubicBezTo>
                    <a:pt x="799" y="533"/>
                    <a:pt x="799" y="0"/>
                    <a:pt x="4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40">
              <a:extLst>
                <a:ext uri="{FF2B5EF4-FFF2-40B4-BE49-F238E27FC236}">
                  <a16:creationId xmlns:a16="http://schemas.microsoft.com/office/drawing/2014/main" id="{C8081EC2-67F0-363D-AD42-AB87FEBE4AB6}"/>
                </a:ext>
              </a:extLst>
            </p:cNvPr>
            <p:cNvSpPr/>
            <p:nvPr/>
          </p:nvSpPr>
          <p:spPr>
            <a:xfrm>
              <a:off x="7193950" y="3569700"/>
              <a:ext cx="489954" cy="287616"/>
            </a:xfrm>
            <a:custGeom>
              <a:avLst/>
              <a:gdLst/>
              <a:ahLst/>
              <a:cxnLst/>
              <a:rect l="l" t="t" r="r" b="b"/>
              <a:pathLst>
                <a:path w="3700" h="2172" extrusionOk="0">
                  <a:moveTo>
                    <a:pt x="3267" y="1"/>
                  </a:moveTo>
                  <a:cubicBezTo>
                    <a:pt x="3254" y="1"/>
                    <a:pt x="3240" y="1"/>
                    <a:pt x="3226" y="3"/>
                  </a:cubicBezTo>
                  <a:cubicBezTo>
                    <a:pt x="2072" y="269"/>
                    <a:pt x="1052" y="846"/>
                    <a:pt x="209" y="1689"/>
                  </a:cubicBezTo>
                  <a:cubicBezTo>
                    <a:pt x="1" y="1862"/>
                    <a:pt x="172" y="2171"/>
                    <a:pt x="405" y="2171"/>
                  </a:cubicBezTo>
                  <a:cubicBezTo>
                    <a:pt x="470" y="2171"/>
                    <a:pt x="540" y="2147"/>
                    <a:pt x="608" y="2089"/>
                  </a:cubicBezTo>
                  <a:cubicBezTo>
                    <a:pt x="1362" y="1334"/>
                    <a:pt x="2294" y="802"/>
                    <a:pt x="3359" y="580"/>
                  </a:cubicBezTo>
                  <a:cubicBezTo>
                    <a:pt x="3700" y="495"/>
                    <a:pt x="3590" y="1"/>
                    <a:pt x="3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40">
              <a:extLst>
                <a:ext uri="{FF2B5EF4-FFF2-40B4-BE49-F238E27FC236}">
                  <a16:creationId xmlns:a16="http://schemas.microsoft.com/office/drawing/2014/main" id="{7DF5167A-7374-1296-C5F1-104DF2B4BF4E}"/>
                </a:ext>
              </a:extLst>
            </p:cNvPr>
            <p:cNvSpPr/>
            <p:nvPr/>
          </p:nvSpPr>
          <p:spPr>
            <a:xfrm>
              <a:off x="7206795" y="3518056"/>
              <a:ext cx="202603" cy="169233"/>
            </a:xfrm>
            <a:custGeom>
              <a:avLst/>
              <a:gdLst/>
              <a:ahLst/>
              <a:cxnLst/>
              <a:rect l="l" t="t" r="r" b="b"/>
              <a:pathLst>
                <a:path w="1530" h="1278" extrusionOk="0">
                  <a:moveTo>
                    <a:pt x="1134" y="0"/>
                  </a:moveTo>
                  <a:cubicBezTo>
                    <a:pt x="1091" y="0"/>
                    <a:pt x="1046" y="12"/>
                    <a:pt x="999" y="38"/>
                  </a:cubicBezTo>
                  <a:cubicBezTo>
                    <a:pt x="688" y="260"/>
                    <a:pt x="378" y="526"/>
                    <a:pt x="156" y="881"/>
                  </a:cubicBezTo>
                  <a:cubicBezTo>
                    <a:pt x="0" y="1068"/>
                    <a:pt x="195" y="1277"/>
                    <a:pt x="401" y="1277"/>
                  </a:cubicBezTo>
                  <a:cubicBezTo>
                    <a:pt x="489" y="1277"/>
                    <a:pt x="578" y="1240"/>
                    <a:pt x="644" y="1147"/>
                  </a:cubicBezTo>
                  <a:cubicBezTo>
                    <a:pt x="822" y="881"/>
                    <a:pt x="1043" y="704"/>
                    <a:pt x="1265" y="526"/>
                  </a:cubicBezTo>
                  <a:cubicBezTo>
                    <a:pt x="1529" y="375"/>
                    <a:pt x="1376" y="0"/>
                    <a:pt x="1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40">
              <a:extLst>
                <a:ext uri="{FF2B5EF4-FFF2-40B4-BE49-F238E27FC236}">
                  <a16:creationId xmlns:a16="http://schemas.microsoft.com/office/drawing/2014/main" id="{328B6AB0-B7E5-B0BA-6CB1-246DD0641CED}"/>
                </a:ext>
              </a:extLst>
            </p:cNvPr>
            <p:cNvSpPr/>
            <p:nvPr/>
          </p:nvSpPr>
          <p:spPr>
            <a:xfrm>
              <a:off x="7254466" y="2893034"/>
              <a:ext cx="202867" cy="116000"/>
            </a:xfrm>
            <a:custGeom>
              <a:avLst/>
              <a:gdLst/>
              <a:ahLst/>
              <a:cxnLst/>
              <a:rect l="l" t="t" r="r" b="b"/>
              <a:pathLst>
                <a:path w="1532" h="876" extrusionOk="0">
                  <a:moveTo>
                    <a:pt x="393" y="1"/>
                  </a:moveTo>
                  <a:cubicBezTo>
                    <a:pt x="127" y="1"/>
                    <a:pt x="1" y="465"/>
                    <a:pt x="328" y="588"/>
                  </a:cubicBezTo>
                  <a:lnTo>
                    <a:pt x="1083" y="854"/>
                  </a:lnTo>
                  <a:cubicBezTo>
                    <a:pt x="1117" y="868"/>
                    <a:pt x="1149" y="875"/>
                    <a:pt x="1179" y="875"/>
                  </a:cubicBezTo>
                  <a:cubicBezTo>
                    <a:pt x="1426" y="875"/>
                    <a:pt x="1532" y="440"/>
                    <a:pt x="1216" y="321"/>
                  </a:cubicBezTo>
                  <a:lnTo>
                    <a:pt x="462" y="11"/>
                  </a:lnTo>
                  <a:cubicBezTo>
                    <a:pt x="438" y="4"/>
                    <a:pt x="415" y="1"/>
                    <a:pt x="3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40">
              <a:extLst>
                <a:ext uri="{FF2B5EF4-FFF2-40B4-BE49-F238E27FC236}">
                  <a16:creationId xmlns:a16="http://schemas.microsoft.com/office/drawing/2014/main" id="{023334C7-505C-6FED-10D9-5C90ED21F66F}"/>
                </a:ext>
              </a:extLst>
            </p:cNvPr>
            <p:cNvSpPr/>
            <p:nvPr/>
          </p:nvSpPr>
          <p:spPr>
            <a:xfrm>
              <a:off x="7462365" y="2972221"/>
              <a:ext cx="70712" cy="80909"/>
            </a:xfrm>
            <a:custGeom>
              <a:avLst/>
              <a:gdLst/>
              <a:ahLst/>
              <a:cxnLst/>
              <a:rect l="l" t="t" r="r" b="b"/>
              <a:pathLst>
                <a:path w="534" h="611" extrusionOk="0">
                  <a:moveTo>
                    <a:pt x="267" y="1"/>
                  </a:moveTo>
                  <a:cubicBezTo>
                    <a:pt x="134" y="1"/>
                    <a:pt x="1" y="101"/>
                    <a:pt x="1" y="300"/>
                  </a:cubicBezTo>
                  <a:lnTo>
                    <a:pt x="1" y="345"/>
                  </a:lnTo>
                  <a:cubicBezTo>
                    <a:pt x="1" y="522"/>
                    <a:pt x="134" y="611"/>
                    <a:pt x="267" y="611"/>
                  </a:cubicBezTo>
                  <a:cubicBezTo>
                    <a:pt x="400" y="611"/>
                    <a:pt x="533" y="522"/>
                    <a:pt x="533" y="345"/>
                  </a:cubicBezTo>
                  <a:lnTo>
                    <a:pt x="533" y="300"/>
                  </a:lnTo>
                  <a:cubicBezTo>
                    <a:pt x="533" y="101"/>
                    <a:pt x="400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40">
              <a:extLst>
                <a:ext uri="{FF2B5EF4-FFF2-40B4-BE49-F238E27FC236}">
                  <a16:creationId xmlns:a16="http://schemas.microsoft.com/office/drawing/2014/main" id="{B3A2BC0D-D7EB-BB9E-68D6-29938DFA6441}"/>
                </a:ext>
              </a:extLst>
            </p:cNvPr>
            <p:cNvSpPr/>
            <p:nvPr/>
          </p:nvSpPr>
          <p:spPr>
            <a:xfrm>
              <a:off x="7529899" y="2430226"/>
              <a:ext cx="276625" cy="422155"/>
            </a:xfrm>
            <a:custGeom>
              <a:avLst/>
              <a:gdLst/>
              <a:ahLst/>
              <a:cxnLst/>
              <a:rect l="l" t="t" r="r" b="b"/>
              <a:pathLst>
                <a:path w="2089" h="3188" extrusionOk="0">
                  <a:moveTo>
                    <a:pt x="256" y="1"/>
                  </a:moveTo>
                  <a:cubicBezTo>
                    <a:pt x="123" y="1"/>
                    <a:pt x="1" y="90"/>
                    <a:pt x="23" y="267"/>
                  </a:cubicBezTo>
                  <a:cubicBezTo>
                    <a:pt x="112" y="1332"/>
                    <a:pt x="556" y="2308"/>
                    <a:pt x="1265" y="3107"/>
                  </a:cubicBezTo>
                  <a:cubicBezTo>
                    <a:pt x="1321" y="3162"/>
                    <a:pt x="1390" y="3187"/>
                    <a:pt x="1458" y="3187"/>
                  </a:cubicBezTo>
                  <a:cubicBezTo>
                    <a:pt x="1607" y="3187"/>
                    <a:pt x="1753" y="3067"/>
                    <a:pt x="1753" y="2885"/>
                  </a:cubicBezTo>
                  <a:cubicBezTo>
                    <a:pt x="1777" y="2891"/>
                    <a:pt x="1799" y="2893"/>
                    <a:pt x="1821" y="2893"/>
                  </a:cubicBezTo>
                  <a:cubicBezTo>
                    <a:pt x="1964" y="2893"/>
                    <a:pt x="2064" y="2773"/>
                    <a:pt x="2064" y="2619"/>
                  </a:cubicBezTo>
                  <a:lnTo>
                    <a:pt x="2064" y="2574"/>
                  </a:lnTo>
                  <a:cubicBezTo>
                    <a:pt x="2089" y="2375"/>
                    <a:pt x="1918" y="2259"/>
                    <a:pt x="1755" y="2259"/>
                  </a:cubicBezTo>
                  <a:cubicBezTo>
                    <a:pt x="1629" y="2259"/>
                    <a:pt x="1507" y="2330"/>
                    <a:pt x="1487" y="2485"/>
                  </a:cubicBezTo>
                  <a:cubicBezTo>
                    <a:pt x="955" y="1864"/>
                    <a:pt x="644" y="1110"/>
                    <a:pt x="556" y="267"/>
                  </a:cubicBezTo>
                  <a:cubicBezTo>
                    <a:pt x="533" y="90"/>
                    <a:pt x="389" y="1"/>
                    <a:pt x="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40">
              <a:extLst>
                <a:ext uri="{FF2B5EF4-FFF2-40B4-BE49-F238E27FC236}">
                  <a16:creationId xmlns:a16="http://schemas.microsoft.com/office/drawing/2014/main" id="{2012ACA4-1D2E-B8B9-58B5-49D598AB7710}"/>
                </a:ext>
              </a:extLst>
            </p:cNvPr>
            <p:cNvSpPr/>
            <p:nvPr/>
          </p:nvSpPr>
          <p:spPr>
            <a:xfrm>
              <a:off x="7532945" y="2290788"/>
              <a:ext cx="76406" cy="80909"/>
            </a:xfrm>
            <a:custGeom>
              <a:avLst/>
              <a:gdLst/>
              <a:ahLst/>
              <a:cxnLst/>
              <a:rect l="l" t="t" r="r" b="b"/>
              <a:pathLst>
                <a:path w="577" h="611" extrusionOk="0">
                  <a:moveTo>
                    <a:pt x="289" y="0"/>
                  </a:moveTo>
                  <a:cubicBezTo>
                    <a:pt x="144" y="0"/>
                    <a:pt x="0" y="100"/>
                    <a:pt x="0" y="300"/>
                  </a:cubicBezTo>
                  <a:lnTo>
                    <a:pt x="0" y="344"/>
                  </a:lnTo>
                  <a:cubicBezTo>
                    <a:pt x="0" y="521"/>
                    <a:pt x="144" y="610"/>
                    <a:pt x="289" y="610"/>
                  </a:cubicBezTo>
                  <a:cubicBezTo>
                    <a:pt x="433" y="610"/>
                    <a:pt x="577" y="521"/>
                    <a:pt x="577" y="344"/>
                  </a:cubicBezTo>
                  <a:lnTo>
                    <a:pt x="577" y="300"/>
                  </a:lnTo>
                  <a:cubicBezTo>
                    <a:pt x="577" y="100"/>
                    <a:pt x="433" y="0"/>
                    <a:pt x="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40">
              <a:extLst>
                <a:ext uri="{FF2B5EF4-FFF2-40B4-BE49-F238E27FC236}">
                  <a16:creationId xmlns:a16="http://schemas.microsoft.com/office/drawing/2014/main" id="{8DC78BD2-7BEE-E390-03B6-790100006942}"/>
                </a:ext>
              </a:extLst>
            </p:cNvPr>
            <p:cNvSpPr/>
            <p:nvPr/>
          </p:nvSpPr>
          <p:spPr>
            <a:xfrm>
              <a:off x="7165877" y="2230537"/>
              <a:ext cx="326018" cy="124740"/>
            </a:xfrm>
            <a:custGeom>
              <a:avLst/>
              <a:gdLst/>
              <a:ahLst/>
              <a:cxnLst/>
              <a:rect l="l" t="t" r="r" b="b"/>
              <a:pathLst>
                <a:path w="2462" h="942" extrusionOk="0">
                  <a:moveTo>
                    <a:pt x="2018" y="0"/>
                  </a:moveTo>
                  <a:cubicBezTo>
                    <a:pt x="1929" y="0"/>
                    <a:pt x="1840" y="45"/>
                    <a:pt x="1796" y="133"/>
                  </a:cubicBezTo>
                  <a:cubicBezTo>
                    <a:pt x="1752" y="89"/>
                    <a:pt x="1663" y="89"/>
                    <a:pt x="1619" y="89"/>
                  </a:cubicBezTo>
                  <a:cubicBezTo>
                    <a:pt x="1175" y="89"/>
                    <a:pt x="731" y="222"/>
                    <a:pt x="288" y="355"/>
                  </a:cubicBezTo>
                  <a:cubicBezTo>
                    <a:pt x="1" y="478"/>
                    <a:pt x="92" y="942"/>
                    <a:pt x="353" y="942"/>
                  </a:cubicBezTo>
                  <a:cubicBezTo>
                    <a:pt x="374" y="942"/>
                    <a:pt x="397" y="939"/>
                    <a:pt x="421" y="932"/>
                  </a:cubicBezTo>
                  <a:cubicBezTo>
                    <a:pt x="820" y="755"/>
                    <a:pt x="1219" y="666"/>
                    <a:pt x="1619" y="666"/>
                  </a:cubicBezTo>
                  <a:cubicBezTo>
                    <a:pt x="1707" y="621"/>
                    <a:pt x="1796" y="577"/>
                    <a:pt x="1840" y="488"/>
                  </a:cubicBezTo>
                  <a:cubicBezTo>
                    <a:pt x="1872" y="520"/>
                    <a:pt x="1925" y="551"/>
                    <a:pt x="1970" y="551"/>
                  </a:cubicBezTo>
                  <a:cubicBezTo>
                    <a:pt x="1988" y="551"/>
                    <a:pt x="2005" y="546"/>
                    <a:pt x="2018" y="533"/>
                  </a:cubicBezTo>
                  <a:lnTo>
                    <a:pt x="2107" y="533"/>
                  </a:lnTo>
                  <a:cubicBezTo>
                    <a:pt x="2462" y="533"/>
                    <a:pt x="2462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40">
              <a:extLst>
                <a:ext uri="{FF2B5EF4-FFF2-40B4-BE49-F238E27FC236}">
                  <a16:creationId xmlns:a16="http://schemas.microsoft.com/office/drawing/2014/main" id="{6E047ED7-528F-CE98-B3B8-AF231C8CEF09}"/>
                </a:ext>
              </a:extLst>
            </p:cNvPr>
            <p:cNvSpPr/>
            <p:nvPr/>
          </p:nvSpPr>
          <p:spPr>
            <a:xfrm>
              <a:off x="7203881" y="1918423"/>
              <a:ext cx="121959" cy="253452"/>
            </a:xfrm>
            <a:custGeom>
              <a:avLst/>
              <a:gdLst/>
              <a:ahLst/>
              <a:cxnLst/>
              <a:rect l="l" t="t" r="r" b="b"/>
              <a:pathLst>
                <a:path w="921" h="1914" extrusionOk="0">
                  <a:moveTo>
                    <a:pt x="555" y="0"/>
                  </a:moveTo>
                  <a:cubicBezTo>
                    <a:pt x="475" y="0"/>
                    <a:pt x="397" y="41"/>
                    <a:pt x="355" y="139"/>
                  </a:cubicBezTo>
                  <a:cubicBezTo>
                    <a:pt x="134" y="627"/>
                    <a:pt x="1" y="1115"/>
                    <a:pt x="1" y="1647"/>
                  </a:cubicBezTo>
                  <a:cubicBezTo>
                    <a:pt x="1" y="1825"/>
                    <a:pt x="134" y="1914"/>
                    <a:pt x="267" y="1914"/>
                  </a:cubicBezTo>
                  <a:cubicBezTo>
                    <a:pt x="400" y="1914"/>
                    <a:pt x="533" y="1825"/>
                    <a:pt x="533" y="1647"/>
                  </a:cubicBezTo>
                  <a:cubicBezTo>
                    <a:pt x="533" y="1204"/>
                    <a:pt x="622" y="804"/>
                    <a:pt x="799" y="405"/>
                  </a:cubicBezTo>
                  <a:cubicBezTo>
                    <a:pt x="921" y="192"/>
                    <a:pt x="730" y="0"/>
                    <a:pt x="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40">
              <a:extLst>
                <a:ext uri="{FF2B5EF4-FFF2-40B4-BE49-F238E27FC236}">
                  <a16:creationId xmlns:a16="http://schemas.microsoft.com/office/drawing/2014/main" id="{591B7F53-5EFC-6D89-E60F-E930C06C7A08}"/>
                </a:ext>
              </a:extLst>
            </p:cNvPr>
            <p:cNvSpPr/>
            <p:nvPr/>
          </p:nvSpPr>
          <p:spPr>
            <a:xfrm>
              <a:off x="7094635" y="1862144"/>
              <a:ext cx="104612" cy="155329"/>
            </a:xfrm>
            <a:custGeom>
              <a:avLst/>
              <a:gdLst/>
              <a:ahLst/>
              <a:cxnLst/>
              <a:rect l="l" t="t" r="r" b="b"/>
              <a:pathLst>
                <a:path w="790" h="1173" extrusionOk="0">
                  <a:moveTo>
                    <a:pt x="463" y="0"/>
                  </a:moveTo>
                  <a:cubicBezTo>
                    <a:pt x="351" y="0"/>
                    <a:pt x="241" y="64"/>
                    <a:pt x="204" y="209"/>
                  </a:cubicBezTo>
                  <a:cubicBezTo>
                    <a:pt x="160" y="386"/>
                    <a:pt x="116" y="608"/>
                    <a:pt x="27" y="830"/>
                  </a:cubicBezTo>
                  <a:cubicBezTo>
                    <a:pt x="1" y="1040"/>
                    <a:pt x="176" y="1172"/>
                    <a:pt x="342" y="1172"/>
                  </a:cubicBezTo>
                  <a:cubicBezTo>
                    <a:pt x="457" y="1172"/>
                    <a:pt x="567" y="1109"/>
                    <a:pt x="604" y="963"/>
                  </a:cubicBezTo>
                  <a:cubicBezTo>
                    <a:pt x="648" y="741"/>
                    <a:pt x="692" y="564"/>
                    <a:pt x="737" y="342"/>
                  </a:cubicBezTo>
                  <a:cubicBezTo>
                    <a:pt x="789" y="132"/>
                    <a:pt x="625" y="0"/>
                    <a:pt x="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40">
              <a:extLst>
                <a:ext uri="{FF2B5EF4-FFF2-40B4-BE49-F238E27FC236}">
                  <a16:creationId xmlns:a16="http://schemas.microsoft.com/office/drawing/2014/main" id="{80629620-3B1A-FC72-C7DC-8C4F59C385FE}"/>
                </a:ext>
              </a:extLst>
            </p:cNvPr>
            <p:cNvSpPr/>
            <p:nvPr/>
          </p:nvSpPr>
          <p:spPr>
            <a:xfrm>
              <a:off x="7051731" y="2063290"/>
              <a:ext cx="115603" cy="82630"/>
            </a:xfrm>
            <a:custGeom>
              <a:avLst/>
              <a:gdLst/>
              <a:ahLst/>
              <a:cxnLst/>
              <a:rect l="l" t="t" r="r" b="b"/>
              <a:pathLst>
                <a:path w="873" h="624" extrusionOk="0">
                  <a:moveTo>
                    <a:pt x="436" y="0"/>
                  </a:moveTo>
                  <a:cubicBezTo>
                    <a:pt x="377" y="0"/>
                    <a:pt x="317" y="20"/>
                    <a:pt x="262" y="65"/>
                  </a:cubicBezTo>
                  <a:lnTo>
                    <a:pt x="173" y="154"/>
                  </a:lnTo>
                  <a:cubicBezTo>
                    <a:pt x="0" y="362"/>
                    <a:pt x="178" y="623"/>
                    <a:pt x="391" y="623"/>
                  </a:cubicBezTo>
                  <a:cubicBezTo>
                    <a:pt x="451" y="623"/>
                    <a:pt x="514" y="602"/>
                    <a:pt x="573" y="553"/>
                  </a:cubicBezTo>
                  <a:lnTo>
                    <a:pt x="661" y="465"/>
                  </a:lnTo>
                  <a:cubicBezTo>
                    <a:pt x="873" y="289"/>
                    <a:pt x="665" y="0"/>
                    <a:pt x="4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40">
              <a:extLst>
                <a:ext uri="{FF2B5EF4-FFF2-40B4-BE49-F238E27FC236}">
                  <a16:creationId xmlns:a16="http://schemas.microsoft.com/office/drawing/2014/main" id="{8738C139-2019-8CF7-E78B-279DB6FF5555}"/>
                </a:ext>
              </a:extLst>
            </p:cNvPr>
            <p:cNvSpPr/>
            <p:nvPr/>
          </p:nvSpPr>
          <p:spPr>
            <a:xfrm>
              <a:off x="6989096" y="3038563"/>
              <a:ext cx="162082" cy="232000"/>
            </a:xfrm>
            <a:custGeom>
              <a:avLst/>
              <a:gdLst/>
              <a:ahLst/>
              <a:cxnLst/>
              <a:rect l="l" t="t" r="r" b="b"/>
              <a:pathLst>
                <a:path w="1224" h="1752" extrusionOk="0">
                  <a:moveTo>
                    <a:pt x="396" y="1"/>
                  </a:moveTo>
                  <a:cubicBezTo>
                    <a:pt x="202" y="1"/>
                    <a:pt x="0" y="199"/>
                    <a:pt x="158" y="420"/>
                  </a:cubicBezTo>
                  <a:cubicBezTo>
                    <a:pt x="247" y="554"/>
                    <a:pt x="336" y="687"/>
                    <a:pt x="425" y="864"/>
                  </a:cubicBezTo>
                  <a:cubicBezTo>
                    <a:pt x="469" y="997"/>
                    <a:pt x="513" y="1130"/>
                    <a:pt x="558" y="1263"/>
                  </a:cubicBezTo>
                  <a:cubicBezTo>
                    <a:pt x="469" y="1441"/>
                    <a:pt x="558" y="1663"/>
                    <a:pt x="780" y="1751"/>
                  </a:cubicBezTo>
                  <a:cubicBezTo>
                    <a:pt x="868" y="1751"/>
                    <a:pt x="1001" y="1707"/>
                    <a:pt x="1090" y="1618"/>
                  </a:cubicBezTo>
                  <a:cubicBezTo>
                    <a:pt x="1223" y="1397"/>
                    <a:pt x="1090" y="1086"/>
                    <a:pt x="1001" y="864"/>
                  </a:cubicBezTo>
                  <a:cubicBezTo>
                    <a:pt x="913" y="598"/>
                    <a:pt x="780" y="332"/>
                    <a:pt x="602" y="110"/>
                  </a:cubicBezTo>
                  <a:cubicBezTo>
                    <a:pt x="551" y="33"/>
                    <a:pt x="474" y="1"/>
                    <a:pt x="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40">
              <a:extLst>
                <a:ext uri="{FF2B5EF4-FFF2-40B4-BE49-F238E27FC236}">
                  <a16:creationId xmlns:a16="http://schemas.microsoft.com/office/drawing/2014/main" id="{6CCDB4C8-3476-2B2E-5C96-FCC72311FD3B}"/>
                </a:ext>
              </a:extLst>
            </p:cNvPr>
            <p:cNvSpPr/>
            <p:nvPr/>
          </p:nvSpPr>
          <p:spPr>
            <a:xfrm>
              <a:off x="6811786" y="4040056"/>
              <a:ext cx="121959" cy="256100"/>
            </a:xfrm>
            <a:custGeom>
              <a:avLst/>
              <a:gdLst/>
              <a:ahLst/>
              <a:cxnLst/>
              <a:rect l="l" t="t" r="r" b="b"/>
              <a:pathLst>
                <a:path w="921" h="1934" extrusionOk="0">
                  <a:moveTo>
                    <a:pt x="571" y="1"/>
                  </a:moveTo>
                  <a:cubicBezTo>
                    <a:pt x="433" y="1"/>
                    <a:pt x="299" y="89"/>
                    <a:pt x="299" y="267"/>
                  </a:cubicBezTo>
                  <a:cubicBezTo>
                    <a:pt x="388" y="666"/>
                    <a:pt x="299" y="1110"/>
                    <a:pt x="122" y="1509"/>
                  </a:cubicBezTo>
                  <a:cubicBezTo>
                    <a:pt x="1" y="1721"/>
                    <a:pt x="190" y="1934"/>
                    <a:pt x="379" y="1934"/>
                  </a:cubicBezTo>
                  <a:cubicBezTo>
                    <a:pt x="466" y="1934"/>
                    <a:pt x="554" y="1888"/>
                    <a:pt x="610" y="1775"/>
                  </a:cubicBezTo>
                  <a:cubicBezTo>
                    <a:pt x="832" y="1332"/>
                    <a:pt x="921" y="799"/>
                    <a:pt x="876" y="267"/>
                  </a:cubicBezTo>
                  <a:cubicBezTo>
                    <a:pt x="854" y="89"/>
                    <a:pt x="710" y="1"/>
                    <a:pt x="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40">
              <a:extLst>
                <a:ext uri="{FF2B5EF4-FFF2-40B4-BE49-F238E27FC236}">
                  <a16:creationId xmlns:a16="http://schemas.microsoft.com/office/drawing/2014/main" id="{EE7C73E2-0EEE-1839-6AF9-D1E09C718B08}"/>
                </a:ext>
              </a:extLst>
            </p:cNvPr>
            <p:cNvSpPr/>
            <p:nvPr/>
          </p:nvSpPr>
          <p:spPr>
            <a:xfrm>
              <a:off x="6658973" y="2916340"/>
              <a:ext cx="161685" cy="149237"/>
            </a:xfrm>
            <a:custGeom>
              <a:avLst/>
              <a:gdLst/>
              <a:ahLst/>
              <a:cxnLst/>
              <a:rect l="l" t="t" r="r" b="b"/>
              <a:pathLst>
                <a:path w="1221" h="1127" extrusionOk="0">
                  <a:moveTo>
                    <a:pt x="363" y="0"/>
                  </a:moveTo>
                  <a:cubicBezTo>
                    <a:pt x="135" y="0"/>
                    <a:pt x="0" y="362"/>
                    <a:pt x="256" y="545"/>
                  </a:cubicBezTo>
                  <a:cubicBezTo>
                    <a:pt x="389" y="634"/>
                    <a:pt x="522" y="811"/>
                    <a:pt x="610" y="988"/>
                  </a:cubicBezTo>
                  <a:cubicBezTo>
                    <a:pt x="666" y="1086"/>
                    <a:pt x="753" y="1127"/>
                    <a:pt x="840" y="1127"/>
                  </a:cubicBezTo>
                  <a:cubicBezTo>
                    <a:pt x="1029" y="1127"/>
                    <a:pt x="1220" y="935"/>
                    <a:pt x="1098" y="722"/>
                  </a:cubicBezTo>
                  <a:cubicBezTo>
                    <a:pt x="965" y="456"/>
                    <a:pt x="744" y="234"/>
                    <a:pt x="522" y="57"/>
                  </a:cubicBezTo>
                  <a:cubicBezTo>
                    <a:pt x="466" y="17"/>
                    <a:pt x="413" y="0"/>
                    <a:pt x="3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40">
              <a:extLst>
                <a:ext uri="{FF2B5EF4-FFF2-40B4-BE49-F238E27FC236}">
                  <a16:creationId xmlns:a16="http://schemas.microsoft.com/office/drawing/2014/main" id="{DF11E7E6-B627-65E3-2316-ADEB39C0B9EA}"/>
                </a:ext>
              </a:extLst>
            </p:cNvPr>
            <p:cNvSpPr/>
            <p:nvPr/>
          </p:nvSpPr>
          <p:spPr>
            <a:xfrm>
              <a:off x="6740279" y="2826427"/>
              <a:ext cx="111498" cy="80379"/>
            </a:xfrm>
            <a:custGeom>
              <a:avLst/>
              <a:gdLst/>
              <a:ahLst/>
              <a:cxnLst/>
              <a:rect l="l" t="t" r="r" b="b"/>
              <a:pathLst>
                <a:path w="842" h="607" extrusionOk="0">
                  <a:moveTo>
                    <a:pt x="391" y="0"/>
                  </a:moveTo>
                  <a:cubicBezTo>
                    <a:pt x="179" y="0"/>
                    <a:pt x="1" y="262"/>
                    <a:pt x="174" y="470"/>
                  </a:cubicBezTo>
                  <a:cubicBezTo>
                    <a:pt x="218" y="470"/>
                    <a:pt x="218" y="514"/>
                    <a:pt x="263" y="558"/>
                  </a:cubicBezTo>
                  <a:cubicBezTo>
                    <a:pt x="313" y="592"/>
                    <a:pt x="366" y="606"/>
                    <a:pt x="419" y="606"/>
                  </a:cubicBezTo>
                  <a:cubicBezTo>
                    <a:pt x="642" y="606"/>
                    <a:pt x="842" y="339"/>
                    <a:pt x="662" y="159"/>
                  </a:cubicBezTo>
                  <a:lnTo>
                    <a:pt x="573" y="70"/>
                  </a:lnTo>
                  <a:cubicBezTo>
                    <a:pt x="515" y="21"/>
                    <a:pt x="452" y="0"/>
                    <a:pt x="3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40">
              <a:extLst>
                <a:ext uri="{FF2B5EF4-FFF2-40B4-BE49-F238E27FC236}">
                  <a16:creationId xmlns:a16="http://schemas.microsoft.com/office/drawing/2014/main" id="{BA544BF5-0BB6-C97A-E4B6-3D3A54C67E5A}"/>
                </a:ext>
              </a:extLst>
            </p:cNvPr>
            <p:cNvSpPr/>
            <p:nvPr/>
          </p:nvSpPr>
          <p:spPr>
            <a:xfrm>
              <a:off x="6459284" y="2158368"/>
              <a:ext cx="237164" cy="183799"/>
            </a:xfrm>
            <a:custGeom>
              <a:avLst/>
              <a:gdLst/>
              <a:ahLst/>
              <a:cxnLst/>
              <a:rect l="l" t="t" r="r" b="b"/>
              <a:pathLst>
                <a:path w="1791" h="1388" extrusionOk="0">
                  <a:moveTo>
                    <a:pt x="386" y="1"/>
                  </a:moveTo>
                  <a:cubicBezTo>
                    <a:pt x="134" y="1"/>
                    <a:pt x="0" y="355"/>
                    <a:pt x="255" y="501"/>
                  </a:cubicBezTo>
                  <a:cubicBezTo>
                    <a:pt x="610" y="723"/>
                    <a:pt x="921" y="989"/>
                    <a:pt x="1187" y="1300"/>
                  </a:cubicBezTo>
                  <a:cubicBezTo>
                    <a:pt x="1249" y="1361"/>
                    <a:pt x="1318" y="1387"/>
                    <a:pt x="1384" y="1387"/>
                  </a:cubicBezTo>
                  <a:cubicBezTo>
                    <a:pt x="1603" y="1387"/>
                    <a:pt x="1790" y="1105"/>
                    <a:pt x="1586" y="900"/>
                  </a:cubicBezTo>
                  <a:cubicBezTo>
                    <a:pt x="1320" y="545"/>
                    <a:pt x="965" y="235"/>
                    <a:pt x="566" y="57"/>
                  </a:cubicBezTo>
                  <a:cubicBezTo>
                    <a:pt x="502" y="17"/>
                    <a:pt x="441" y="1"/>
                    <a:pt x="3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40">
              <a:extLst>
                <a:ext uri="{FF2B5EF4-FFF2-40B4-BE49-F238E27FC236}">
                  <a16:creationId xmlns:a16="http://schemas.microsoft.com/office/drawing/2014/main" id="{11FA1059-9718-5C7E-75DE-618CE561A95C}"/>
                </a:ext>
              </a:extLst>
            </p:cNvPr>
            <p:cNvSpPr/>
            <p:nvPr/>
          </p:nvSpPr>
          <p:spPr>
            <a:xfrm>
              <a:off x="6545224" y="2074546"/>
              <a:ext cx="141425" cy="90708"/>
            </a:xfrm>
            <a:custGeom>
              <a:avLst/>
              <a:gdLst/>
              <a:ahLst/>
              <a:cxnLst/>
              <a:rect l="l" t="t" r="r" b="b"/>
              <a:pathLst>
                <a:path w="1068" h="685" extrusionOk="0">
                  <a:moveTo>
                    <a:pt x="422" y="0"/>
                  </a:moveTo>
                  <a:cubicBezTo>
                    <a:pt x="169" y="0"/>
                    <a:pt x="0" y="358"/>
                    <a:pt x="272" y="513"/>
                  </a:cubicBezTo>
                  <a:lnTo>
                    <a:pt x="538" y="646"/>
                  </a:lnTo>
                  <a:cubicBezTo>
                    <a:pt x="584" y="672"/>
                    <a:pt x="630" y="684"/>
                    <a:pt x="673" y="684"/>
                  </a:cubicBezTo>
                  <a:cubicBezTo>
                    <a:pt x="915" y="684"/>
                    <a:pt x="1068" y="309"/>
                    <a:pt x="804" y="158"/>
                  </a:cubicBezTo>
                  <a:lnTo>
                    <a:pt x="538" y="25"/>
                  </a:lnTo>
                  <a:cubicBezTo>
                    <a:pt x="498" y="8"/>
                    <a:pt x="459" y="0"/>
                    <a:pt x="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40">
              <a:extLst>
                <a:ext uri="{FF2B5EF4-FFF2-40B4-BE49-F238E27FC236}">
                  <a16:creationId xmlns:a16="http://schemas.microsoft.com/office/drawing/2014/main" id="{E50459C9-61DE-5287-73A5-90E087A242F7}"/>
                </a:ext>
              </a:extLst>
            </p:cNvPr>
            <p:cNvSpPr/>
            <p:nvPr/>
          </p:nvSpPr>
          <p:spPr>
            <a:xfrm>
              <a:off x="5817312" y="4171814"/>
              <a:ext cx="369717" cy="191479"/>
            </a:xfrm>
            <a:custGeom>
              <a:avLst/>
              <a:gdLst/>
              <a:ahLst/>
              <a:cxnLst/>
              <a:rect l="l" t="t" r="r" b="b"/>
              <a:pathLst>
                <a:path w="2792" h="1446" extrusionOk="0">
                  <a:moveTo>
                    <a:pt x="2383" y="1"/>
                  </a:moveTo>
                  <a:cubicBezTo>
                    <a:pt x="2325" y="1"/>
                    <a:pt x="2268" y="22"/>
                    <a:pt x="2219" y="70"/>
                  </a:cubicBezTo>
                  <a:cubicBezTo>
                    <a:pt x="1762" y="569"/>
                    <a:pt x="1149" y="873"/>
                    <a:pt x="490" y="873"/>
                  </a:cubicBezTo>
                  <a:cubicBezTo>
                    <a:pt x="445" y="873"/>
                    <a:pt x="401" y="872"/>
                    <a:pt x="356" y="869"/>
                  </a:cubicBezTo>
                  <a:cubicBezTo>
                    <a:pt x="1" y="869"/>
                    <a:pt x="1" y="1446"/>
                    <a:pt x="356" y="1446"/>
                  </a:cubicBezTo>
                  <a:cubicBezTo>
                    <a:pt x="1199" y="1446"/>
                    <a:pt x="2042" y="1091"/>
                    <a:pt x="2618" y="470"/>
                  </a:cubicBezTo>
                  <a:cubicBezTo>
                    <a:pt x="2791" y="262"/>
                    <a:pt x="2587" y="1"/>
                    <a:pt x="2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40">
              <a:extLst>
                <a:ext uri="{FF2B5EF4-FFF2-40B4-BE49-F238E27FC236}">
                  <a16:creationId xmlns:a16="http://schemas.microsoft.com/office/drawing/2014/main" id="{7C9C4458-7E48-FE85-6D18-9D1740EAE7F0}"/>
                </a:ext>
              </a:extLst>
            </p:cNvPr>
            <p:cNvSpPr/>
            <p:nvPr/>
          </p:nvSpPr>
          <p:spPr>
            <a:xfrm>
              <a:off x="5766065" y="4157248"/>
              <a:ext cx="190552" cy="83027"/>
            </a:xfrm>
            <a:custGeom>
              <a:avLst/>
              <a:gdLst/>
              <a:ahLst/>
              <a:cxnLst/>
              <a:rect l="l" t="t" r="r" b="b"/>
              <a:pathLst>
                <a:path w="1439" h="627" extrusionOk="0">
                  <a:moveTo>
                    <a:pt x="962" y="0"/>
                  </a:moveTo>
                  <a:cubicBezTo>
                    <a:pt x="948" y="0"/>
                    <a:pt x="934" y="1"/>
                    <a:pt x="920" y="3"/>
                  </a:cubicBezTo>
                  <a:lnTo>
                    <a:pt x="299" y="92"/>
                  </a:lnTo>
                  <a:cubicBezTo>
                    <a:pt x="1" y="134"/>
                    <a:pt x="112" y="627"/>
                    <a:pt x="435" y="627"/>
                  </a:cubicBezTo>
                  <a:cubicBezTo>
                    <a:pt x="448" y="627"/>
                    <a:pt x="462" y="626"/>
                    <a:pt x="476" y="624"/>
                  </a:cubicBezTo>
                  <a:lnTo>
                    <a:pt x="1098" y="535"/>
                  </a:lnTo>
                  <a:cubicBezTo>
                    <a:pt x="1438" y="493"/>
                    <a:pt x="1288" y="0"/>
                    <a:pt x="9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40">
              <a:extLst>
                <a:ext uri="{FF2B5EF4-FFF2-40B4-BE49-F238E27FC236}">
                  <a16:creationId xmlns:a16="http://schemas.microsoft.com/office/drawing/2014/main" id="{10AA7CB9-C788-60CD-9193-2900C1EAD20C}"/>
                </a:ext>
              </a:extLst>
            </p:cNvPr>
            <p:cNvSpPr/>
            <p:nvPr/>
          </p:nvSpPr>
          <p:spPr>
            <a:xfrm>
              <a:off x="5940727" y="4081238"/>
              <a:ext cx="111762" cy="76539"/>
            </a:xfrm>
            <a:custGeom>
              <a:avLst/>
              <a:gdLst/>
              <a:ahLst/>
              <a:cxnLst/>
              <a:rect l="l" t="t" r="r" b="b"/>
              <a:pathLst>
                <a:path w="844" h="578" extrusionOk="0">
                  <a:moveTo>
                    <a:pt x="400" y="0"/>
                  </a:moveTo>
                  <a:cubicBezTo>
                    <a:pt x="0" y="0"/>
                    <a:pt x="0" y="577"/>
                    <a:pt x="400" y="577"/>
                  </a:cubicBezTo>
                  <a:lnTo>
                    <a:pt x="444" y="577"/>
                  </a:lnTo>
                  <a:cubicBezTo>
                    <a:pt x="843" y="577"/>
                    <a:pt x="843" y="0"/>
                    <a:pt x="4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40">
              <a:extLst>
                <a:ext uri="{FF2B5EF4-FFF2-40B4-BE49-F238E27FC236}">
                  <a16:creationId xmlns:a16="http://schemas.microsoft.com/office/drawing/2014/main" id="{7F9817E1-0F4D-03E4-D0D7-C22908330332}"/>
                </a:ext>
              </a:extLst>
            </p:cNvPr>
            <p:cNvSpPr/>
            <p:nvPr/>
          </p:nvSpPr>
          <p:spPr>
            <a:xfrm>
              <a:off x="6024416" y="4009070"/>
              <a:ext cx="139173" cy="103288"/>
            </a:xfrm>
            <a:custGeom>
              <a:avLst/>
              <a:gdLst/>
              <a:ahLst/>
              <a:cxnLst/>
              <a:rect l="l" t="t" r="r" b="b"/>
              <a:pathLst>
                <a:path w="1051" h="780" extrusionOk="0">
                  <a:moveTo>
                    <a:pt x="707" y="0"/>
                  </a:moveTo>
                  <a:cubicBezTo>
                    <a:pt x="662" y="0"/>
                    <a:pt x="614" y="17"/>
                    <a:pt x="566" y="57"/>
                  </a:cubicBezTo>
                  <a:lnTo>
                    <a:pt x="256" y="235"/>
                  </a:lnTo>
                  <a:cubicBezTo>
                    <a:pt x="0" y="417"/>
                    <a:pt x="135" y="779"/>
                    <a:pt x="388" y="779"/>
                  </a:cubicBezTo>
                  <a:cubicBezTo>
                    <a:pt x="443" y="779"/>
                    <a:pt x="503" y="762"/>
                    <a:pt x="566" y="723"/>
                  </a:cubicBezTo>
                  <a:lnTo>
                    <a:pt x="833" y="501"/>
                  </a:lnTo>
                  <a:cubicBezTo>
                    <a:pt x="1051" y="355"/>
                    <a:pt x="911" y="0"/>
                    <a:pt x="7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40">
              <a:extLst>
                <a:ext uri="{FF2B5EF4-FFF2-40B4-BE49-F238E27FC236}">
                  <a16:creationId xmlns:a16="http://schemas.microsoft.com/office/drawing/2014/main" id="{BBA97D35-FEBD-0749-1F05-CCEC7F7CCF1C}"/>
                </a:ext>
              </a:extLst>
            </p:cNvPr>
            <p:cNvSpPr/>
            <p:nvPr/>
          </p:nvSpPr>
          <p:spPr>
            <a:xfrm>
              <a:off x="6218279" y="4045485"/>
              <a:ext cx="174927" cy="314100"/>
            </a:xfrm>
            <a:custGeom>
              <a:avLst/>
              <a:gdLst/>
              <a:ahLst/>
              <a:cxnLst/>
              <a:rect l="l" t="t" r="r" b="b"/>
              <a:pathLst>
                <a:path w="1321" h="2372" extrusionOk="0">
                  <a:moveTo>
                    <a:pt x="385" y="0"/>
                  </a:moveTo>
                  <a:cubicBezTo>
                    <a:pt x="195" y="0"/>
                    <a:pt x="0" y="203"/>
                    <a:pt x="123" y="448"/>
                  </a:cubicBezTo>
                  <a:cubicBezTo>
                    <a:pt x="433" y="936"/>
                    <a:pt x="655" y="1557"/>
                    <a:pt x="744" y="2178"/>
                  </a:cubicBezTo>
                  <a:cubicBezTo>
                    <a:pt x="761" y="2314"/>
                    <a:pt x="849" y="2372"/>
                    <a:pt x="952" y="2372"/>
                  </a:cubicBezTo>
                  <a:cubicBezTo>
                    <a:pt x="1117" y="2372"/>
                    <a:pt x="1321" y="2220"/>
                    <a:pt x="1321" y="2001"/>
                  </a:cubicBezTo>
                  <a:cubicBezTo>
                    <a:pt x="1188" y="1335"/>
                    <a:pt x="966" y="714"/>
                    <a:pt x="611" y="137"/>
                  </a:cubicBezTo>
                  <a:cubicBezTo>
                    <a:pt x="556" y="41"/>
                    <a:pt x="471" y="0"/>
                    <a:pt x="3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40">
              <a:extLst>
                <a:ext uri="{FF2B5EF4-FFF2-40B4-BE49-F238E27FC236}">
                  <a16:creationId xmlns:a16="http://schemas.microsoft.com/office/drawing/2014/main" id="{0BB8FC68-AE39-62C2-0FE4-09B9A414EAC3}"/>
                </a:ext>
              </a:extLst>
            </p:cNvPr>
            <p:cNvSpPr/>
            <p:nvPr/>
          </p:nvSpPr>
          <p:spPr>
            <a:xfrm>
              <a:off x="6338914" y="3984704"/>
              <a:ext cx="115603" cy="122621"/>
            </a:xfrm>
            <a:custGeom>
              <a:avLst/>
              <a:gdLst/>
              <a:ahLst/>
              <a:cxnLst/>
              <a:rect l="l" t="t" r="r" b="b"/>
              <a:pathLst>
                <a:path w="873" h="926" extrusionOk="0">
                  <a:moveTo>
                    <a:pt x="354" y="1"/>
                  </a:moveTo>
                  <a:cubicBezTo>
                    <a:pt x="177" y="1"/>
                    <a:pt x="1" y="141"/>
                    <a:pt x="55" y="330"/>
                  </a:cubicBezTo>
                  <a:lnTo>
                    <a:pt x="232" y="729"/>
                  </a:lnTo>
                  <a:cubicBezTo>
                    <a:pt x="302" y="868"/>
                    <a:pt x="425" y="925"/>
                    <a:pt x="539" y="925"/>
                  </a:cubicBezTo>
                  <a:cubicBezTo>
                    <a:pt x="717" y="925"/>
                    <a:pt x="873" y="785"/>
                    <a:pt x="765" y="596"/>
                  </a:cubicBezTo>
                  <a:lnTo>
                    <a:pt x="632" y="197"/>
                  </a:lnTo>
                  <a:cubicBezTo>
                    <a:pt x="580" y="58"/>
                    <a:pt x="467" y="1"/>
                    <a:pt x="3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40">
              <a:extLst>
                <a:ext uri="{FF2B5EF4-FFF2-40B4-BE49-F238E27FC236}">
                  <a16:creationId xmlns:a16="http://schemas.microsoft.com/office/drawing/2014/main" id="{8D902F1C-5F6F-4698-C1C3-DC01C277E998}"/>
                </a:ext>
              </a:extLst>
            </p:cNvPr>
            <p:cNvSpPr/>
            <p:nvPr/>
          </p:nvSpPr>
          <p:spPr>
            <a:xfrm>
              <a:off x="6401416" y="4140033"/>
              <a:ext cx="108717" cy="79849"/>
            </a:xfrm>
            <a:custGeom>
              <a:avLst/>
              <a:gdLst/>
              <a:ahLst/>
              <a:cxnLst/>
              <a:rect l="l" t="t" r="r" b="b"/>
              <a:pathLst>
                <a:path w="821" h="603" extrusionOk="0">
                  <a:moveTo>
                    <a:pt x="384" y="0"/>
                  </a:moveTo>
                  <a:cubicBezTo>
                    <a:pt x="186" y="0"/>
                    <a:pt x="0" y="274"/>
                    <a:pt x="204" y="444"/>
                  </a:cubicBezTo>
                  <a:lnTo>
                    <a:pt x="248" y="532"/>
                  </a:lnTo>
                  <a:cubicBezTo>
                    <a:pt x="307" y="581"/>
                    <a:pt x="370" y="602"/>
                    <a:pt x="430" y="602"/>
                  </a:cubicBezTo>
                  <a:cubicBezTo>
                    <a:pt x="643" y="602"/>
                    <a:pt x="821" y="341"/>
                    <a:pt x="648" y="133"/>
                  </a:cubicBezTo>
                  <a:lnTo>
                    <a:pt x="559" y="89"/>
                  </a:lnTo>
                  <a:cubicBezTo>
                    <a:pt x="507" y="26"/>
                    <a:pt x="445" y="0"/>
                    <a:pt x="3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40">
              <a:extLst>
                <a:ext uri="{FF2B5EF4-FFF2-40B4-BE49-F238E27FC236}">
                  <a16:creationId xmlns:a16="http://schemas.microsoft.com/office/drawing/2014/main" id="{974F29FF-8D77-0AA2-5AA0-F4DCD94AFE24}"/>
                </a:ext>
              </a:extLst>
            </p:cNvPr>
            <p:cNvSpPr/>
            <p:nvPr/>
          </p:nvSpPr>
          <p:spPr>
            <a:xfrm>
              <a:off x="6157366" y="2759819"/>
              <a:ext cx="140365" cy="158904"/>
            </a:xfrm>
            <a:custGeom>
              <a:avLst/>
              <a:gdLst/>
              <a:ahLst/>
              <a:cxnLst/>
              <a:rect l="l" t="t" r="r" b="b"/>
              <a:pathLst>
                <a:path w="1060" h="1200" extrusionOk="0">
                  <a:moveTo>
                    <a:pt x="380" y="1"/>
                  </a:moveTo>
                  <a:cubicBezTo>
                    <a:pt x="195" y="1"/>
                    <a:pt x="1" y="221"/>
                    <a:pt x="95" y="440"/>
                  </a:cubicBezTo>
                  <a:lnTo>
                    <a:pt x="450" y="1061"/>
                  </a:lnTo>
                  <a:cubicBezTo>
                    <a:pt x="520" y="1159"/>
                    <a:pt x="611" y="1200"/>
                    <a:pt x="699" y="1200"/>
                  </a:cubicBezTo>
                  <a:cubicBezTo>
                    <a:pt x="889" y="1200"/>
                    <a:pt x="1059" y="1008"/>
                    <a:pt x="938" y="795"/>
                  </a:cubicBezTo>
                  <a:cubicBezTo>
                    <a:pt x="805" y="573"/>
                    <a:pt x="716" y="351"/>
                    <a:pt x="583" y="130"/>
                  </a:cubicBezTo>
                  <a:cubicBezTo>
                    <a:pt x="531" y="39"/>
                    <a:pt x="456" y="1"/>
                    <a:pt x="3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40">
              <a:extLst>
                <a:ext uri="{FF2B5EF4-FFF2-40B4-BE49-F238E27FC236}">
                  <a16:creationId xmlns:a16="http://schemas.microsoft.com/office/drawing/2014/main" id="{9647D1BD-86B0-66DF-D33C-F204CFC37FA3}"/>
                </a:ext>
              </a:extLst>
            </p:cNvPr>
            <p:cNvSpPr/>
            <p:nvPr/>
          </p:nvSpPr>
          <p:spPr>
            <a:xfrm>
              <a:off x="6353348" y="2766838"/>
              <a:ext cx="99977" cy="112160"/>
            </a:xfrm>
            <a:custGeom>
              <a:avLst/>
              <a:gdLst/>
              <a:ahLst/>
              <a:cxnLst/>
              <a:rect l="l" t="t" r="r" b="b"/>
              <a:pathLst>
                <a:path w="755" h="847" extrusionOk="0">
                  <a:moveTo>
                    <a:pt x="339" y="1"/>
                  </a:moveTo>
                  <a:cubicBezTo>
                    <a:pt x="169" y="1"/>
                    <a:pt x="0" y="133"/>
                    <a:pt x="79" y="343"/>
                  </a:cubicBezTo>
                  <a:cubicBezTo>
                    <a:pt x="79" y="476"/>
                    <a:pt x="123" y="565"/>
                    <a:pt x="123" y="653"/>
                  </a:cubicBezTo>
                  <a:cubicBezTo>
                    <a:pt x="157" y="789"/>
                    <a:pt x="262" y="847"/>
                    <a:pt x="374" y="847"/>
                  </a:cubicBezTo>
                  <a:cubicBezTo>
                    <a:pt x="556" y="847"/>
                    <a:pt x="755" y="695"/>
                    <a:pt x="700" y="476"/>
                  </a:cubicBezTo>
                  <a:cubicBezTo>
                    <a:pt x="700" y="387"/>
                    <a:pt x="656" y="298"/>
                    <a:pt x="611" y="210"/>
                  </a:cubicBezTo>
                  <a:cubicBezTo>
                    <a:pt x="575" y="64"/>
                    <a:pt x="457" y="1"/>
                    <a:pt x="3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40">
              <a:extLst>
                <a:ext uri="{FF2B5EF4-FFF2-40B4-BE49-F238E27FC236}">
                  <a16:creationId xmlns:a16="http://schemas.microsoft.com/office/drawing/2014/main" id="{7B07F84E-64C3-054A-F71A-EB370F56494B}"/>
                </a:ext>
              </a:extLst>
            </p:cNvPr>
            <p:cNvSpPr/>
            <p:nvPr/>
          </p:nvSpPr>
          <p:spPr>
            <a:xfrm>
              <a:off x="6488549" y="3575394"/>
              <a:ext cx="134274" cy="120899"/>
            </a:xfrm>
            <a:custGeom>
              <a:avLst/>
              <a:gdLst/>
              <a:ahLst/>
              <a:cxnLst/>
              <a:rect l="l" t="t" r="r" b="b"/>
              <a:pathLst>
                <a:path w="1014" h="913" extrusionOk="0">
                  <a:moveTo>
                    <a:pt x="630" y="1"/>
                  </a:moveTo>
                  <a:cubicBezTo>
                    <a:pt x="550" y="1"/>
                    <a:pt x="475" y="41"/>
                    <a:pt x="433" y="138"/>
                  </a:cubicBezTo>
                  <a:cubicBezTo>
                    <a:pt x="389" y="271"/>
                    <a:pt x="300" y="360"/>
                    <a:pt x="211" y="448"/>
                  </a:cubicBezTo>
                  <a:cubicBezTo>
                    <a:pt x="0" y="624"/>
                    <a:pt x="208" y="913"/>
                    <a:pt x="436" y="913"/>
                  </a:cubicBezTo>
                  <a:cubicBezTo>
                    <a:pt x="496" y="913"/>
                    <a:pt x="556" y="893"/>
                    <a:pt x="611" y="848"/>
                  </a:cubicBezTo>
                  <a:cubicBezTo>
                    <a:pt x="744" y="759"/>
                    <a:pt x="877" y="581"/>
                    <a:pt x="921" y="448"/>
                  </a:cubicBezTo>
                  <a:cubicBezTo>
                    <a:pt x="1013" y="203"/>
                    <a:pt x="809" y="1"/>
                    <a:pt x="6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40">
              <a:extLst>
                <a:ext uri="{FF2B5EF4-FFF2-40B4-BE49-F238E27FC236}">
                  <a16:creationId xmlns:a16="http://schemas.microsoft.com/office/drawing/2014/main" id="{756EC5AF-F463-3C1D-C0BF-02697F7CDCAF}"/>
                </a:ext>
              </a:extLst>
            </p:cNvPr>
            <p:cNvSpPr/>
            <p:nvPr/>
          </p:nvSpPr>
          <p:spPr>
            <a:xfrm>
              <a:off x="6610507" y="3694969"/>
              <a:ext cx="76539" cy="92562"/>
            </a:xfrm>
            <a:custGeom>
              <a:avLst/>
              <a:gdLst/>
              <a:ahLst/>
              <a:cxnLst/>
              <a:rect l="l" t="t" r="r" b="b"/>
              <a:pathLst>
                <a:path w="578" h="699" extrusionOk="0">
                  <a:moveTo>
                    <a:pt x="289" y="0"/>
                  </a:moveTo>
                  <a:cubicBezTo>
                    <a:pt x="145" y="0"/>
                    <a:pt x="0" y="100"/>
                    <a:pt x="0" y="300"/>
                  </a:cubicBezTo>
                  <a:lnTo>
                    <a:pt x="0" y="433"/>
                  </a:lnTo>
                  <a:cubicBezTo>
                    <a:pt x="0" y="610"/>
                    <a:pt x="145" y="699"/>
                    <a:pt x="289" y="699"/>
                  </a:cubicBezTo>
                  <a:cubicBezTo>
                    <a:pt x="433" y="699"/>
                    <a:pt x="577" y="610"/>
                    <a:pt x="577" y="433"/>
                  </a:cubicBezTo>
                  <a:lnTo>
                    <a:pt x="577" y="300"/>
                  </a:lnTo>
                  <a:cubicBezTo>
                    <a:pt x="577" y="100"/>
                    <a:pt x="433" y="0"/>
                    <a:pt x="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40">
              <a:extLst>
                <a:ext uri="{FF2B5EF4-FFF2-40B4-BE49-F238E27FC236}">
                  <a16:creationId xmlns:a16="http://schemas.microsoft.com/office/drawing/2014/main" id="{4561E027-E7A5-C793-AF74-C7F7BD95F65C}"/>
                </a:ext>
              </a:extLst>
            </p:cNvPr>
            <p:cNvSpPr/>
            <p:nvPr/>
          </p:nvSpPr>
          <p:spPr>
            <a:xfrm>
              <a:off x="5287234" y="4304896"/>
              <a:ext cx="258484" cy="295032"/>
            </a:xfrm>
            <a:custGeom>
              <a:avLst/>
              <a:gdLst/>
              <a:ahLst/>
              <a:cxnLst/>
              <a:rect l="l" t="t" r="r" b="b"/>
              <a:pathLst>
                <a:path w="1952" h="2228" extrusionOk="0">
                  <a:moveTo>
                    <a:pt x="346" y="1"/>
                  </a:moveTo>
                  <a:cubicBezTo>
                    <a:pt x="179" y="1"/>
                    <a:pt x="1" y="135"/>
                    <a:pt x="55" y="352"/>
                  </a:cubicBezTo>
                  <a:cubicBezTo>
                    <a:pt x="277" y="1106"/>
                    <a:pt x="765" y="1728"/>
                    <a:pt x="1430" y="2171"/>
                  </a:cubicBezTo>
                  <a:cubicBezTo>
                    <a:pt x="1486" y="2211"/>
                    <a:pt x="1540" y="2228"/>
                    <a:pt x="1589" y="2228"/>
                  </a:cubicBezTo>
                  <a:cubicBezTo>
                    <a:pt x="1817" y="2228"/>
                    <a:pt x="1952" y="1866"/>
                    <a:pt x="1697" y="1683"/>
                  </a:cubicBezTo>
                  <a:cubicBezTo>
                    <a:pt x="1164" y="1328"/>
                    <a:pt x="809" y="796"/>
                    <a:pt x="587" y="175"/>
                  </a:cubicBezTo>
                  <a:cubicBezTo>
                    <a:pt x="553" y="54"/>
                    <a:pt x="452" y="1"/>
                    <a:pt x="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40">
              <a:extLst>
                <a:ext uri="{FF2B5EF4-FFF2-40B4-BE49-F238E27FC236}">
                  <a16:creationId xmlns:a16="http://schemas.microsoft.com/office/drawing/2014/main" id="{A353A077-25B1-2212-50BC-F64C1AF32DDB}"/>
                </a:ext>
              </a:extLst>
            </p:cNvPr>
            <p:cNvSpPr/>
            <p:nvPr/>
          </p:nvSpPr>
          <p:spPr>
            <a:xfrm>
              <a:off x="5558828" y="4576224"/>
              <a:ext cx="76539" cy="80909"/>
            </a:xfrm>
            <a:custGeom>
              <a:avLst/>
              <a:gdLst/>
              <a:ahLst/>
              <a:cxnLst/>
              <a:rect l="l" t="t" r="r" b="b"/>
              <a:pathLst>
                <a:path w="578" h="611" extrusionOk="0">
                  <a:moveTo>
                    <a:pt x="289" y="0"/>
                  </a:moveTo>
                  <a:cubicBezTo>
                    <a:pt x="145" y="0"/>
                    <a:pt x="0" y="100"/>
                    <a:pt x="0" y="300"/>
                  </a:cubicBezTo>
                  <a:lnTo>
                    <a:pt x="0" y="344"/>
                  </a:lnTo>
                  <a:cubicBezTo>
                    <a:pt x="0" y="522"/>
                    <a:pt x="145" y="610"/>
                    <a:pt x="289" y="610"/>
                  </a:cubicBezTo>
                  <a:cubicBezTo>
                    <a:pt x="433" y="610"/>
                    <a:pt x="577" y="522"/>
                    <a:pt x="577" y="344"/>
                  </a:cubicBezTo>
                  <a:lnTo>
                    <a:pt x="577" y="300"/>
                  </a:lnTo>
                  <a:cubicBezTo>
                    <a:pt x="577" y="100"/>
                    <a:pt x="433" y="0"/>
                    <a:pt x="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40">
              <a:extLst>
                <a:ext uri="{FF2B5EF4-FFF2-40B4-BE49-F238E27FC236}">
                  <a16:creationId xmlns:a16="http://schemas.microsoft.com/office/drawing/2014/main" id="{1C698E64-0C84-029F-E3A8-3C8E33C1BBC3}"/>
                </a:ext>
              </a:extLst>
            </p:cNvPr>
            <p:cNvSpPr/>
            <p:nvPr/>
          </p:nvSpPr>
          <p:spPr>
            <a:xfrm>
              <a:off x="5364568" y="4262786"/>
              <a:ext cx="293972" cy="270137"/>
            </a:xfrm>
            <a:custGeom>
              <a:avLst/>
              <a:gdLst/>
              <a:ahLst/>
              <a:cxnLst/>
              <a:rect l="l" t="t" r="r" b="b"/>
              <a:pathLst>
                <a:path w="2220" h="2040" extrusionOk="0">
                  <a:moveTo>
                    <a:pt x="364" y="1"/>
                  </a:moveTo>
                  <a:cubicBezTo>
                    <a:pt x="183" y="1"/>
                    <a:pt x="0" y="203"/>
                    <a:pt x="92" y="448"/>
                  </a:cubicBezTo>
                  <a:cubicBezTo>
                    <a:pt x="403" y="1114"/>
                    <a:pt x="979" y="1691"/>
                    <a:pt x="1689" y="2001"/>
                  </a:cubicBezTo>
                  <a:cubicBezTo>
                    <a:pt x="1736" y="2028"/>
                    <a:pt x="1782" y="2040"/>
                    <a:pt x="1825" y="2040"/>
                  </a:cubicBezTo>
                  <a:cubicBezTo>
                    <a:pt x="2067" y="2040"/>
                    <a:pt x="2219" y="1671"/>
                    <a:pt x="1956" y="1558"/>
                  </a:cubicBezTo>
                  <a:cubicBezTo>
                    <a:pt x="1334" y="1247"/>
                    <a:pt x="846" y="759"/>
                    <a:pt x="580" y="138"/>
                  </a:cubicBezTo>
                  <a:cubicBezTo>
                    <a:pt x="525" y="42"/>
                    <a:pt x="445" y="1"/>
                    <a:pt x="3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40">
              <a:extLst>
                <a:ext uri="{FF2B5EF4-FFF2-40B4-BE49-F238E27FC236}">
                  <a16:creationId xmlns:a16="http://schemas.microsoft.com/office/drawing/2014/main" id="{436AA9F4-F28B-FDB9-5129-F5E7D3C89107}"/>
                </a:ext>
              </a:extLst>
            </p:cNvPr>
            <p:cNvSpPr/>
            <p:nvPr/>
          </p:nvSpPr>
          <p:spPr>
            <a:xfrm>
              <a:off x="5471828" y="4240672"/>
              <a:ext cx="127918" cy="80776"/>
            </a:xfrm>
            <a:custGeom>
              <a:avLst/>
              <a:gdLst/>
              <a:ahLst/>
              <a:cxnLst/>
              <a:rect l="l" t="t" r="r" b="b"/>
              <a:pathLst>
                <a:path w="966" h="610" extrusionOk="0">
                  <a:moveTo>
                    <a:pt x="417" y="0"/>
                  </a:moveTo>
                  <a:cubicBezTo>
                    <a:pt x="148" y="0"/>
                    <a:pt x="1" y="376"/>
                    <a:pt x="303" y="527"/>
                  </a:cubicBezTo>
                  <a:lnTo>
                    <a:pt x="436" y="571"/>
                  </a:lnTo>
                  <a:cubicBezTo>
                    <a:pt x="482" y="598"/>
                    <a:pt x="528" y="609"/>
                    <a:pt x="570" y="609"/>
                  </a:cubicBezTo>
                  <a:cubicBezTo>
                    <a:pt x="813" y="609"/>
                    <a:pt x="966" y="234"/>
                    <a:pt x="702" y="83"/>
                  </a:cubicBezTo>
                  <a:lnTo>
                    <a:pt x="569" y="39"/>
                  </a:lnTo>
                  <a:cubicBezTo>
                    <a:pt x="516" y="12"/>
                    <a:pt x="464" y="0"/>
                    <a:pt x="4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" name="Google Shape;1625;p40">
            <a:extLst>
              <a:ext uri="{FF2B5EF4-FFF2-40B4-BE49-F238E27FC236}">
                <a16:creationId xmlns:a16="http://schemas.microsoft.com/office/drawing/2014/main" id="{F995EEEC-6A06-544E-9B2C-4533C628540A}"/>
              </a:ext>
            </a:extLst>
          </p:cNvPr>
          <p:cNvSpPr txBox="1">
            <a:spLocks/>
          </p:cNvSpPr>
          <p:nvPr/>
        </p:nvSpPr>
        <p:spPr>
          <a:xfrm>
            <a:off x="195299" y="1456428"/>
            <a:ext cx="3498274" cy="645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ru-RU" dirty="0">
                <a:solidFill>
                  <a:schemeClr val="accent2"/>
                </a:solidFill>
              </a:rPr>
              <a:t>Сюжет</a:t>
            </a:r>
          </a:p>
        </p:txBody>
      </p:sp>
      <p:sp>
        <p:nvSpPr>
          <p:cNvPr id="28" name="Google Shape;1625;p40">
            <a:extLst>
              <a:ext uri="{FF2B5EF4-FFF2-40B4-BE49-F238E27FC236}">
                <a16:creationId xmlns:a16="http://schemas.microsoft.com/office/drawing/2014/main" id="{0534AA06-FA84-4B32-82D1-E15832E27459}"/>
              </a:ext>
            </a:extLst>
          </p:cNvPr>
          <p:cNvSpPr txBox="1">
            <a:spLocks/>
          </p:cNvSpPr>
          <p:nvPr/>
        </p:nvSpPr>
        <p:spPr>
          <a:xfrm>
            <a:off x="5311727" y="1500525"/>
            <a:ext cx="3498274" cy="965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ru-RU" dirty="0">
                <a:solidFill>
                  <a:schemeClr val="accent2"/>
                </a:solidFill>
              </a:rPr>
              <a:t>Баланс</a:t>
            </a:r>
          </a:p>
        </p:txBody>
      </p:sp>
      <p:sp>
        <p:nvSpPr>
          <p:cNvPr id="29" name="Google Shape;1625;p40">
            <a:extLst>
              <a:ext uri="{FF2B5EF4-FFF2-40B4-BE49-F238E27FC236}">
                <a16:creationId xmlns:a16="http://schemas.microsoft.com/office/drawing/2014/main" id="{818C415C-5C02-E29B-D1BE-8444C3A46A3C}"/>
              </a:ext>
            </a:extLst>
          </p:cNvPr>
          <p:cNvSpPr txBox="1">
            <a:spLocks/>
          </p:cNvSpPr>
          <p:nvPr/>
        </p:nvSpPr>
        <p:spPr>
          <a:xfrm>
            <a:off x="2822864" y="2560647"/>
            <a:ext cx="3498274" cy="645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ru-RU" dirty="0">
                <a:solidFill>
                  <a:schemeClr val="accent2"/>
                </a:solidFill>
              </a:rPr>
              <a:t>Челендж</a:t>
            </a:r>
            <a:endParaRPr lang="ru-RU" sz="2000" dirty="0">
              <a:solidFill>
                <a:schemeClr val="accent2"/>
              </a:solidFill>
            </a:endParaRPr>
          </a:p>
        </p:txBody>
      </p:sp>
      <p:sp>
        <p:nvSpPr>
          <p:cNvPr id="2" name="Google Shape;1625;p40">
            <a:extLst>
              <a:ext uri="{FF2B5EF4-FFF2-40B4-BE49-F238E27FC236}">
                <a16:creationId xmlns:a16="http://schemas.microsoft.com/office/drawing/2014/main" id="{BAA44767-4491-FF71-5ECF-E448E0492D6F}"/>
              </a:ext>
            </a:extLst>
          </p:cNvPr>
          <p:cNvSpPr txBox="1">
            <a:spLocks/>
          </p:cNvSpPr>
          <p:nvPr/>
        </p:nvSpPr>
        <p:spPr>
          <a:xfrm>
            <a:off x="4421884" y="3524958"/>
            <a:ext cx="3498274" cy="740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ru-RU" dirty="0">
                <a:solidFill>
                  <a:schemeClr val="accent2"/>
                </a:solidFill>
              </a:rPr>
              <a:t>Звук</a:t>
            </a:r>
          </a:p>
        </p:txBody>
      </p:sp>
      <p:sp>
        <p:nvSpPr>
          <p:cNvPr id="3" name="Google Shape;1625;p40">
            <a:extLst>
              <a:ext uri="{FF2B5EF4-FFF2-40B4-BE49-F238E27FC236}">
                <a16:creationId xmlns:a16="http://schemas.microsoft.com/office/drawing/2014/main" id="{10D507D2-C179-BDFC-7DE9-DAACFB501032}"/>
              </a:ext>
            </a:extLst>
          </p:cNvPr>
          <p:cNvSpPr txBox="1">
            <a:spLocks/>
          </p:cNvSpPr>
          <p:nvPr/>
        </p:nvSpPr>
        <p:spPr>
          <a:xfrm>
            <a:off x="1147853" y="3524958"/>
            <a:ext cx="3498274" cy="740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accent3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ru-RU" dirty="0" err="1">
                <a:solidFill>
                  <a:schemeClr val="accent2"/>
                </a:solidFill>
              </a:rPr>
              <a:t>Аггрегация</a:t>
            </a:r>
            <a:r>
              <a:rPr lang="ru-RU" dirty="0">
                <a:solidFill>
                  <a:schemeClr val="accent2"/>
                </a:solidFill>
              </a:rPr>
              <a:t> юнитов</a:t>
            </a:r>
          </a:p>
        </p:txBody>
      </p:sp>
    </p:spTree>
    <p:extLst>
      <p:ext uri="{BB962C8B-B14F-4D97-AF65-F5344CB8AC3E}">
        <p14:creationId xmlns:p14="http://schemas.microsoft.com/office/powerpoint/2010/main" val="2762918529"/>
      </p:ext>
    </p:extLst>
  </p:cSld>
  <p:clrMapOvr>
    <a:masterClrMapping/>
  </p:clrMapOvr>
</p:sld>
</file>

<file path=ppt/theme/theme1.xml><?xml version="1.0" encoding="utf-8"?>
<a:theme xmlns:a="http://schemas.openxmlformats.org/drawingml/2006/main" name="Science Fiction Day by Slidesgo">
  <a:themeElements>
    <a:clrScheme name="Simple Light">
      <a:dk1>
        <a:srgbClr val="061719"/>
      </a:dk1>
      <a:lt1>
        <a:srgbClr val="0F494D"/>
      </a:lt1>
      <a:dk2>
        <a:srgbClr val="105465"/>
      </a:dk2>
      <a:lt2>
        <a:srgbClr val="96924A"/>
      </a:lt2>
      <a:accent1>
        <a:srgbClr val="C1BF63"/>
      </a:accent1>
      <a:accent2>
        <a:srgbClr val="FEFF97"/>
      </a:accent2>
      <a:accent3>
        <a:srgbClr val="FFFFFF"/>
      </a:accent3>
      <a:accent4>
        <a:srgbClr val="061719"/>
      </a:accent4>
      <a:accent5>
        <a:srgbClr val="0F494D"/>
      </a:accent5>
      <a:accent6>
        <a:srgbClr val="105465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72</Words>
  <Application>Microsoft Office PowerPoint</Application>
  <PresentationFormat>Экран (16:9)</PresentationFormat>
  <Paragraphs>30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Orbitron</vt:lpstr>
      <vt:lpstr>Arial</vt:lpstr>
      <vt:lpstr>Barlow</vt:lpstr>
      <vt:lpstr>Science Fiction Day by Slidesgo</vt:lpstr>
      <vt:lpstr>ЕЩЕ ОДНА ИГРА НА PYTHON PYGAME</vt:lpstr>
      <vt:lpstr>Краткое описание</vt:lpstr>
      <vt:lpstr>Игровые классы</vt:lpstr>
      <vt:lpstr>Что получилось реализовать</vt:lpstr>
      <vt:lpstr>Что можно добавить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Коломейцев Арсений Михайлович</cp:lastModifiedBy>
  <cp:revision>2</cp:revision>
  <dcterms:modified xsi:type="dcterms:W3CDTF">2025-06-26T09:16:55Z</dcterms:modified>
</cp:coreProperties>
</file>